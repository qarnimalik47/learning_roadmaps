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163"/>
  </p:notesMasterIdLst>
  <p:sldIdLst>
    <p:sldId id="256" r:id="rId2"/>
    <p:sldId id="299" r:id="rId3"/>
    <p:sldId id="300" r:id="rId4"/>
    <p:sldId id="301" r:id="rId5"/>
    <p:sldId id="329" r:id="rId6"/>
    <p:sldId id="303" r:id="rId7"/>
    <p:sldId id="304" r:id="rId8"/>
    <p:sldId id="305" r:id="rId9"/>
    <p:sldId id="306" r:id="rId10"/>
    <p:sldId id="307" r:id="rId11"/>
    <p:sldId id="308" r:id="rId12"/>
    <p:sldId id="309" r:id="rId13"/>
    <p:sldId id="310" r:id="rId14"/>
    <p:sldId id="311" r:id="rId15"/>
    <p:sldId id="312" r:id="rId16"/>
    <p:sldId id="313" r:id="rId17"/>
    <p:sldId id="314" r:id="rId18"/>
    <p:sldId id="315" r:id="rId19"/>
    <p:sldId id="316" r:id="rId20"/>
    <p:sldId id="320" r:id="rId21"/>
    <p:sldId id="259" r:id="rId22"/>
    <p:sldId id="432" r:id="rId23"/>
    <p:sldId id="433" r:id="rId24"/>
    <p:sldId id="434" r:id="rId25"/>
    <p:sldId id="364" r:id="rId26"/>
    <p:sldId id="258" r:id="rId27"/>
    <p:sldId id="327" r:id="rId28"/>
    <p:sldId id="363" r:id="rId29"/>
    <p:sldId id="368" r:id="rId30"/>
    <p:sldId id="342" r:id="rId31"/>
    <p:sldId id="257" r:id="rId32"/>
    <p:sldId id="435" r:id="rId33"/>
    <p:sldId id="436" r:id="rId34"/>
    <p:sldId id="337" r:id="rId35"/>
    <p:sldId id="338" r:id="rId36"/>
    <p:sldId id="326" r:id="rId37"/>
    <p:sldId id="321" r:id="rId38"/>
    <p:sldId id="365" r:id="rId39"/>
    <p:sldId id="322" r:id="rId40"/>
    <p:sldId id="366" r:id="rId41"/>
    <p:sldId id="334" r:id="rId42"/>
    <p:sldId id="323" r:id="rId43"/>
    <p:sldId id="367" r:id="rId44"/>
    <p:sldId id="263" r:id="rId45"/>
    <p:sldId id="264" r:id="rId46"/>
    <p:sldId id="370" r:id="rId47"/>
    <p:sldId id="371" r:id="rId48"/>
    <p:sldId id="335" r:id="rId49"/>
    <p:sldId id="336" r:id="rId50"/>
    <p:sldId id="354" r:id="rId51"/>
    <p:sldId id="345" r:id="rId52"/>
    <p:sldId id="361" r:id="rId53"/>
    <p:sldId id="346" r:id="rId54"/>
    <p:sldId id="340" r:id="rId55"/>
    <p:sldId id="343" r:id="rId56"/>
    <p:sldId id="344" r:id="rId57"/>
    <p:sldId id="362" r:id="rId58"/>
    <p:sldId id="347" r:id="rId59"/>
    <p:sldId id="348" r:id="rId60"/>
    <p:sldId id="431" r:id="rId61"/>
    <p:sldId id="349" r:id="rId62"/>
    <p:sldId id="350" r:id="rId63"/>
    <p:sldId id="351" r:id="rId64"/>
    <p:sldId id="352" r:id="rId65"/>
    <p:sldId id="353" r:id="rId66"/>
    <p:sldId id="355" r:id="rId67"/>
    <p:sldId id="384" r:id="rId68"/>
    <p:sldId id="385" r:id="rId69"/>
    <p:sldId id="383" r:id="rId70"/>
    <p:sldId id="378" r:id="rId71"/>
    <p:sldId id="386" r:id="rId72"/>
    <p:sldId id="398" r:id="rId73"/>
    <p:sldId id="448" r:id="rId74"/>
    <p:sldId id="380" r:id="rId75"/>
    <p:sldId id="438" r:id="rId76"/>
    <p:sldId id="439" r:id="rId77"/>
    <p:sldId id="442" r:id="rId78"/>
    <p:sldId id="356" r:id="rId79"/>
    <p:sldId id="437" r:id="rId80"/>
    <p:sldId id="374" r:id="rId81"/>
    <p:sldId id="375" r:id="rId82"/>
    <p:sldId id="376" r:id="rId83"/>
    <p:sldId id="449" r:id="rId84"/>
    <p:sldId id="372" r:id="rId85"/>
    <p:sldId id="440" r:id="rId86"/>
    <p:sldId id="441" r:id="rId87"/>
    <p:sldId id="360" r:id="rId88"/>
    <p:sldId id="450" r:id="rId89"/>
    <p:sldId id="359" r:id="rId90"/>
    <p:sldId id="446" r:id="rId91"/>
    <p:sldId id="464" r:id="rId92"/>
    <p:sldId id="357" r:id="rId93"/>
    <p:sldId id="388" r:id="rId94"/>
    <p:sldId id="447" r:id="rId95"/>
    <p:sldId id="451" r:id="rId96"/>
    <p:sldId id="452" r:id="rId97"/>
    <p:sldId id="453" r:id="rId98"/>
    <p:sldId id="454" r:id="rId99"/>
    <p:sldId id="455" r:id="rId100"/>
    <p:sldId id="389" r:id="rId101"/>
    <p:sldId id="456" r:id="rId102"/>
    <p:sldId id="460" r:id="rId103"/>
    <p:sldId id="459" r:id="rId104"/>
    <p:sldId id="458" r:id="rId105"/>
    <p:sldId id="461" r:id="rId106"/>
    <p:sldId id="462" r:id="rId107"/>
    <p:sldId id="463" r:id="rId108"/>
    <p:sldId id="465" r:id="rId109"/>
    <p:sldId id="466" r:id="rId110"/>
    <p:sldId id="468" r:id="rId111"/>
    <p:sldId id="467" r:id="rId112"/>
    <p:sldId id="469" r:id="rId113"/>
    <p:sldId id="390" r:id="rId114"/>
    <p:sldId id="387" r:id="rId115"/>
    <p:sldId id="470" r:id="rId116"/>
    <p:sldId id="471" r:id="rId117"/>
    <p:sldId id="472" r:id="rId118"/>
    <p:sldId id="473" r:id="rId119"/>
    <p:sldId id="474" r:id="rId120"/>
    <p:sldId id="475" r:id="rId121"/>
    <p:sldId id="476" r:id="rId122"/>
    <p:sldId id="477" r:id="rId123"/>
    <p:sldId id="358" r:id="rId124"/>
    <p:sldId id="400" r:id="rId125"/>
    <p:sldId id="399" r:id="rId126"/>
    <p:sldId id="426" r:id="rId127"/>
    <p:sldId id="401" r:id="rId128"/>
    <p:sldId id="402" r:id="rId129"/>
    <p:sldId id="403" r:id="rId130"/>
    <p:sldId id="404" r:id="rId131"/>
    <p:sldId id="409" r:id="rId132"/>
    <p:sldId id="410" r:id="rId133"/>
    <p:sldId id="405" r:id="rId134"/>
    <p:sldId id="408" r:id="rId135"/>
    <p:sldId id="407" r:id="rId136"/>
    <p:sldId id="406" r:id="rId137"/>
    <p:sldId id="330" r:id="rId138"/>
    <p:sldId id="415" r:id="rId139"/>
    <p:sldId id="332" r:id="rId140"/>
    <p:sldId id="418" r:id="rId141"/>
    <p:sldId id="333" r:id="rId142"/>
    <p:sldId id="419" r:id="rId143"/>
    <p:sldId id="421" r:id="rId144"/>
    <p:sldId id="422" r:id="rId145"/>
    <p:sldId id="423" r:id="rId146"/>
    <p:sldId id="424" r:id="rId147"/>
    <p:sldId id="425" r:id="rId148"/>
    <p:sldId id="416" r:id="rId149"/>
    <p:sldId id="417" r:id="rId150"/>
    <p:sldId id="427" r:id="rId151"/>
    <p:sldId id="428" r:id="rId152"/>
    <p:sldId id="429" r:id="rId153"/>
    <p:sldId id="430" r:id="rId154"/>
    <p:sldId id="413" r:id="rId155"/>
    <p:sldId id="414" r:id="rId156"/>
    <p:sldId id="261" r:id="rId157"/>
    <p:sldId id="262" r:id="rId158"/>
    <p:sldId id="265" r:id="rId159"/>
    <p:sldId id="411" r:id="rId160"/>
    <p:sldId id="412" r:id="rId161"/>
    <p:sldId id="266" r:id="rId162"/>
  </p:sldIdLst>
  <p:sldSz cx="9144000" cy="5143500" type="screen16x9"/>
  <p:notesSz cx="6858000" cy="9144000"/>
  <p:embeddedFontLst>
    <p:embeddedFont>
      <p:font typeface="Bebas Neue" panose="020B0606020202050201" pitchFamily="34" charset="0"/>
      <p:regular r:id="rId164"/>
    </p:embeddedFont>
    <p:embeddedFont>
      <p:font typeface="Cambria Math" panose="02040503050406030204" pitchFamily="18" charset="0"/>
      <p:regular r:id="rId165"/>
    </p:embeddedFont>
    <p:embeddedFont>
      <p:font typeface="Doppio One" panose="020B0604020202020204" charset="0"/>
      <p:regular r:id="rId166"/>
    </p:embeddedFont>
    <p:embeddedFont>
      <p:font typeface="Encode Sans" panose="020B0604020202020204" charset="0"/>
      <p:regular r:id="rId167"/>
      <p:bold r:id="rId168"/>
    </p:embeddedFont>
    <p:embeddedFont>
      <p:font typeface="Encode Sans Condensed" panose="020B0604020202020204" charset="0"/>
      <p:regular r:id="rId169"/>
      <p:bold r:id="rId170"/>
    </p:embeddedFont>
    <p:embeddedFont>
      <p:font typeface="Georama" panose="020B0604020202020204" charset="0"/>
      <p:regular r:id="rId171"/>
      <p:bold r:id="rId172"/>
      <p:italic r:id="rId173"/>
      <p:boldItalic r:id="rId174"/>
    </p:embeddedFont>
    <p:embeddedFont>
      <p:font typeface="Libre Baskerville" panose="02000000000000000000" pitchFamily="2" charset="0"/>
      <p:regular r:id="rId175"/>
      <p:bold r:id="rId176"/>
      <p:italic r:id="rId177"/>
    </p:embeddedFont>
    <p:embeddedFont>
      <p:font typeface="Open Sans" panose="020B0606030504020204" pitchFamily="34" charset="0"/>
      <p:regular r:id="rId178"/>
      <p:bold r:id="rId179"/>
      <p:italic r:id="rId180"/>
      <p:boldItalic r:id="rId181"/>
    </p:embeddedFont>
    <p:embeddedFont>
      <p:font typeface="PT Sans" panose="020B0503020203020204" pitchFamily="34" charset="0"/>
      <p:regular r:id="rId182"/>
      <p:bold r:id="rId183"/>
      <p:italic r:id="rId184"/>
      <p:boldItalic r:id="rId18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na Ullah" initials="SU" lastIdx="1" clrIdx="0">
    <p:extLst>
      <p:ext uri="{19B8F6BF-5375-455C-9EA6-DF929625EA0E}">
        <p15:presenceInfo xmlns:p15="http://schemas.microsoft.com/office/powerpoint/2012/main" userId="472a63953c55904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7343FFC-C285-48B6-A5F1-531E15585DCF}">
  <a:tblStyle styleId="{17343FFC-C285-48B6-A5F1-531E15585DC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A1F22B5-B5E0-49D3-970D-E05F3AAD8E8D}"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3" d="100"/>
          <a:sy n="113" d="100"/>
        </p:scale>
        <p:origin x="74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font" Target="fonts/font7.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font" Target="fonts/font18.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font" Target="fonts/font8.fntdata"/><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font" Target="fonts/font19.fntdata"/><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font" Target="fonts/font9.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font" Target="fonts/font4.fntdata"/><Relationship Id="rId188"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font" Target="fonts/font20.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font" Target="fonts/font15.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font" Target="fonts/font10.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notesMaster" Target="notesMasters/notesMaster1.xml"/><Relationship Id="rId184" Type="http://schemas.openxmlformats.org/officeDocument/2006/relationships/font" Target="fonts/font21.fntdata"/><Relationship Id="rId189"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font" Target="fonts/font11.fntdata"/><Relationship Id="rId179" Type="http://schemas.openxmlformats.org/officeDocument/2006/relationships/font" Target="fonts/font16.fntdata"/><Relationship Id="rId190"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font" Target="fonts/font1.fntdata"/><Relationship Id="rId169" Type="http://schemas.openxmlformats.org/officeDocument/2006/relationships/font" Target="fonts/font6.fntdata"/><Relationship Id="rId185" Type="http://schemas.openxmlformats.org/officeDocument/2006/relationships/font" Target="fonts/font22.fntdata"/><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font" Target="fonts/font17.fntdata"/><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font" Target="fonts/font12.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font" Target="fonts/font2.fntdata"/><Relationship Id="rId186" Type="http://schemas.openxmlformats.org/officeDocument/2006/relationships/commentAuthors" Target="commentAuthor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font" Target="fonts/font13.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font" Target="fonts/font3.fntdata"/><Relationship Id="rId187" Type="http://schemas.openxmlformats.org/officeDocument/2006/relationships/presProps" Target="presProps.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font" Target="fonts/font14.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0T19:55:17.952"/>
    </inkml:context>
    <inkml:brush xml:id="br0">
      <inkml:brushProperty name="width" value="0.05" units="cm"/>
      <inkml:brushProperty name="height" value="0.05" units="cm"/>
      <inkml:brushProperty name="color" value="#E71224"/>
    </inkml:brush>
  </inkml:definitions>
  <inkml:trace contextRef="#ctx0" brushRef="#br0">27 8962 24575,'-1'0'0,"0"0"0,1-1 0,-1 1 0,0 0 0,0-1 0,1 1 0,-1-1 0,0 1 0,1-1 0,-1 0 0,1 1 0,-1-1 0,1 1 0,-1-1 0,1 0 0,-1 0 0,1 1 0,-1-1 0,1 0 0,0 0 0,0 1 0,-1-1 0,1 0 0,0 0 0,0-1 0,-5-27 0,5 27 0,-8-429 0,11 253 0,-3-454 0,3 590 0,2 0 0,2 0 0,2 0 0,2 1 0,26-67 0,-15 47 0,17-82 0,25-145 0,-45 224 0,2 0 0,41-82 0,194-329 0,-154 292 0,33-46 0,-123 211 0,1 0 0,1 0 0,25-23 0,2-5 0,55-67 0,204-186 0,-244 250 0,89-95 0,-113 113 0,1 1 0,2 1 0,0 2 0,2 1 0,63-32 0,37-26 0,327-276 0,-319 233 0,146-116 0,160-80 0,-93 30 0,-198 155 0,-107 94 0,-1-2 0,73-87 0,-101 106 0,2 2 0,1 0 0,1 2 0,36-24 0,41-34 0,-37 22 0,362-324 0,-269 221 0,-92 87 0,92-74 0,183-120 0,-101 110 0,-116 79 0,364-213 0,118 6 0,-117 59 0,-377 173 0,3 4 0,209-59 0,-194 75 0,185-55 0,-9-3 0,-22 7 0,-248 76 0,0 1 0,1 2 0,0 2 0,0 2 0,41 1 0,37-3 0,-14-4 0,301-14 0,-9 24 0,-369 1 0,1 0 0,-1 1 0,0 2 0,39 12 0,105 44 0,-75-25 0,-1-4 0,105 41 0,-192-69 0,1 1 0,-1 0 0,0 0 0,0 1 0,-1 0 0,0 0 0,0 1 0,0 0 0,-1 0 0,0 0 0,-1 1 0,1 0 0,4 9 0,4 13 0,-1 0 0,13 47 0,-5-14 0,62 198 0,-20-55 0,-50-160 0,-1 1 0,-2 0 0,-3 0 0,3 59 0,-11 195 0,-3-125 0,4 720 0,-2-857 0,-2 0 0,-2-1 0,-1 1 0,-20 59 0,2-9 0,5 1 0,10-41 0,-29 86 0,2-52 0,-4-2 0,-103 150 0,20-36 0,75-119 0,-4-2 0,-85 92 0,77-96 0,-76 89-46,-7-7 1,-260 214-1,-145 20-391,-30 23 186,540-375 431,2 2 1,1 2-1,-34 47 1,22-28-78,-373 421-103,280-321 0,37-38 0,-184 162 0,168-184 0,-5-6 0,-3-5 0,-191 95 0,228-137 0,1 5 0,-152 109 0,-2 21 0,116-86 0,-216 125 0,-16-28 0,76-42 0,205-106 0,12-8 0,-96 68 0,66-38 0,-197 97 0,23-15 0,222-118 0,-1-2 0,-1-3 0,-2-2 0,-75 21 0,-7 1 0,-57 16 0,136-46 0,-154 37 0,-303 32 0,447-73 0,0 3 0,-91 27 0,27-4 0,-115 17 0,185-43 0,0-2 0,-90-2 0,9 0 0,-32 10 0,-268 60 0,425-71 0,0-1 0,0 0 0,0-1 0,0-1 0,0 0 0,-1-2 0,1 0 0,0 0 0,0-1 0,0-1 0,0-1 0,0 0 0,1-2 0,-1 1 0,1-2 0,1 0 0,-23-14 0,-355-255 0,358 249 0,-42-47 0,6 7 0,-6-8 76,-26-22-1517,84 84-5385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0T19:55:23.398"/>
    </inkml:context>
    <inkml:brush xml:id="br0">
      <inkml:brushProperty name="width" value="0.05" units="cm"/>
      <inkml:brushProperty name="height" value="0.05" units="cm"/>
      <inkml:brushProperty name="color" value="#E71224"/>
    </inkml:brush>
  </inkml:definitions>
  <inkml:trace contextRef="#ctx0" brushRef="#br0">3365 6779 24575,'-18'-1'0,"-1"0"0,1-2 0,0 0 0,1-1 0,-30-10 0,-82-41 0,120 51 0,-290-157 0,162 83 0,91 53 0,1-3 0,1-1 0,2-2 0,1-2 0,1-2 0,-42-47 0,-54-88 0,-49-54 0,-185-211 0,119 149 0,60 73 0,124 137 0,34 42 0,2-2 0,1-1 0,2-1 0,2-2 0,-26-51 0,-6-40 0,-70-232 0,108 303 0,-3 1 0,-2 1 0,-50-82 0,36 70 0,14 20 0,15 27 0,-1 1 0,-1 0 0,-1 1 0,-1 0 0,-31-34 0,40 50 0,-1 1 0,0 0 0,0 0 0,0 1 0,-1 0 0,1 0 0,-10-2 0,9 2 0,0 1 0,0-1 0,1 0 0,-1 0 0,1-1 0,-11-9 0,4 1 0,1-2 0,1 1 0,0-2 0,1 1 0,1-1 0,0-1 0,-12-30 0,0-9 0,-13-58 0,6 15 0,-4-12 0,5-2 0,-14-115 0,20-244 0,20 353 0,5-159 0,0 221 0,2 1 0,27-107 0,-3 51 0,-4 15 0,69-172 0,-76 226 0,2 1 0,2 2 0,2 0 0,1 1 0,2 2 0,1 0 0,44-40 0,-33 39 0,2 2 0,1 2 0,2 1 0,0 3 0,2 1 0,2 3 0,0 2 0,1 2 0,85-24 0,143-31 0,65-16 0,-250 72 0,165-13 0,421 29 0,-357 9 0,-193-5 0,0 7 0,134 24 0,-72 12 0,307 114 0,409 187 0,-594-196 0,-115-51 0,-30-13 0,254 170 0,120 159 0,-112 1 0,-74-64 0,-59-94 0,313 299 0,-211-77 0,-91-99 0,-135-178 0,75 83 0,260 238 0,-138-147 0,-108-88 0,-109-116 0,48 22 0,-13-13 0,-49-19 0,199 302 0,-281-370 0,-4 1 0,-4 3 0,40 113 0,25 75 0,48 130 0,-142-353 0,-3 0 0,-3 1 0,-2 0 0,5 99 0,-15 263 0,-6-226 0,4-64 0,-5 220 0,-1-266 0,-35 173 0,25-190 0,-3 0 0,-4-1 0,-55 118 0,75-183 0,0-1 0,-1 0 0,0 1 0,0-1 0,-1-1 0,1 1 0,-1-1 0,0 1 0,0-1 0,-8 4 0,-61 28 0,54-27 0,-90 35 0,-2-5 0,-170 36 0,-241 17 0,188-44 0,-607 7 0,519-60 0,372 3 0,0-2 0,1-3 0,0-2 0,0-2 0,-72-25 0,51 9 0,1-4 0,1-2 0,-67-44 0,95 48 0,2-1 0,2-2 0,-44-47 0,37 35 0,-70-55 0,-287-160 0,251 169 0,-18-14 0,-347-225 0,-172-78 0,617 369 0,-479-210 0,370 173 0,4-8 0,4-8 0,-161-113 0,252 146 0,-95-88 0,-62-83 0,159 152 0,-275-242 0,262 236 0,4-4 0,-101-130 0,-57-59 0,116 150 0,-117-122 0,221 219-1365,6 5-5461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7:08:16.538"/>
    </inkml:context>
    <inkml:brush xml:id="br0">
      <inkml:brushProperty name="width" value="0.05" units="cm"/>
      <inkml:brushProperty name="height" value="0.05" units="cm"/>
      <inkml:brushProperty name="color" value="#E71224"/>
    </inkml:brush>
  </inkml:definitions>
  <inkml:trace contextRef="#ctx0" brushRef="#br0">284 283 24575,'26'-2'0,"0"-1"0,-1-2 0,1-1 0,-1 0 0,38-17 0,18-3 0,133-50 0,-10 3 0,-171 63 0,10-3 0,0 1 0,1 2 0,78-7 0,246 30 0,-256-5 0,235 20 0,-308-22 0,-1 1 0,0 3 0,-1 1 0,68 29 0,-26-9 0,140 45 0,-199-69 0,0 1 0,-1 0 0,0 2 0,-1 1 0,0 0 0,-1 1 0,26 23 0,-2 3 0,58 70 0,-79-84 0,-1 0 0,-1 1 0,-2 1 0,0 1 0,-2 0 0,-1 1 0,-1 0 0,-1 1 0,-2 0 0,-1 1 0,-1 0 0,-2 0 0,-1 0 0,1 40 0,-7 649 0,2-683 0,2 1 0,2-1 0,2 0 0,11 40 0,-2-33 0,25 52 0,5 11 0,-26-50 0,-3 0 0,-3 2 0,11 95 0,-12 179 0,-13 650 0,29-662 0,-14-206 0,16 113 0,-8-72 0,3 217 0,-27 1211 0,0-1509 0,-22 134 0,-34 72 0,47-232 0,-21 117 0,-20 80 0,31-168 0,-30 97 0,41-147 0,-1-1 0,-2 1 0,-1-2 0,-22 32 0,23-39 0,-1-2 0,0 1 0,-1-2 0,-1 0 0,-1-1 0,0-1 0,0 0 0,-1-1 0,-1-1 0,0-1 0,-1-1 0,-30 11 0,-35 11 0,-93 21 0,129-41 0,0-2 0,-1-3 0,-76 1 0,7-7 0,-184-8 0,263 2 0,0-2 0,-68-23 0,77 20 0,-1 1 0,0 2 0,0 1 0,-1 2 0,-39-2 0,-77 11 0,-117-5 0,250-2 0,0-2 0,0 1 0,0-2 0,1 0 0,-1-1 0,2 0 0,-1-1 0,-24-18 0,-27-14 0,-173-88 0,230 122 0,0-1 0,1 0 0,0 0 0,0 0 0,1-1 0,0 0 0,0-1 0,0 0 0,1 0 0,1 0 0,-5-10 0,-8-21 0,-19-60 0,15 38 0,-8-17 0,2-2 0,5-1 0,3-1 0,4 0 0,-8-112 0,13 87 0,-39-170 0,23 145 0,-5-15 0,-25-180 0,47-230 0,13 327 0,-1-165 0,-5-417 0,-8 593 0,-2-100 0,14-446 0,-26 467 0,13 194 0,0-109 0,-4-449 0,-8 352 0,17-106 0,9 243 0,-2 167 0,0 0 0,0-1 0,1 1 0,0-1 0,0 1 0,1 0 0,0 0 0,0 0 0,6-13 0,-5 15 0,1 0 0,-1 1 0,1-1 0,0 1 0,0 0 0,1 0 0,-1 1 0,1-1 0,0 1 0,0 0 0,0 0 0,0 1 0,6-3 0,82-32-1365,-72 27-5461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7:08:21.586"/>
    </inkml:context>
    <inkml:brush xml:id="br0">
      <inkml:brushProperty name="width" value="0.05" units="cm"/>
      <inkml:brushProperty name="height" value="0.05" units="cm"/>
      <inkml:brushProperty name="color" value="#E71224"/>
    </inkml:brush>
  </inkml:definitions>
  <inkml:trace contextRef="#ctx0" brushRef="#br0">967 1585 24575,'0'-28'0,"13"-331"0,-8 312 0,2 1 0,3 1 0,1 0 0,2 0 0,33-73 0,-16 58 0,2 2 0,3 1 0,2 2 0,50-57 0,-63 87 0,1 0 0,2 2 0,0 1 0,42-26 0,127-63 0,-195 110 0,91-42 0,142-46 0,-197 76 0,233-79 0,-240 86 0,0 1 0,1 1 0,0 2 0,0 1 0,52 6 0,1-2 0,51-5 0,-55-1 0,105 11 0,-135 2 0,-1 2 0,-1 2 0,0 2 0,-1 2 0,72 40 0,-44-15 0,-2 2 0,-2 4 0,87 77 0,177 195 0,-207-192 0,86 110 0,-97-102 0,-75-86 0,-2 1 0,-2 2 0,32 64 0,71 185 0,24 229 0,-39-104 0,-43-162 0,-13 3 0,59 456 0,-92-221 0,-39 4 0,-1-182 0,-27 361 0,11-577 0,-6-1 0,-50 138 0,52-176 0,15-39 0,1-1 0,-3 38 0,6-39 0,-1-1 0,-13 49 0,-55 149 0,-34 95 0,76-232 0,19-49 0,-2-2 0,-34 67 0,36-87 0,-1 0 0,-1-1 0,-1 0 0,-1-2 0,0 1 0,-1-2 0,0 0 0,-26 15 0,1-3 0,-1-3 0,-82 34 0,-2-14 0,83-30 0,0 1 0,1 3 0,-44 24 0,61-29 0,-1-1 0,0-1 0,-1-2 0,-35 8 0,-37 13 0,-103 32 0,21-8 0,-151 53 0,158-57 0,99-31 0,37-10 0,-1-2 0,1-1 0,-45 0 0,-125-7 0,86-2 0,21 3 0,-227-11 0,289 6 0,0-1 0,1-2 0,-1-2 0,1-2 0,1-2 0,-44-21 0,28 4 0,2-2 0,0-3 0,3-1 0,-87-87 0,20 26 0,77 67 0,1-2 0,-57-62 0,33 17 0,3-3 0,3-2 0,5-3 0,-59-131 0,49 77 0,-121-294 0,130 294 0,-38-168 0,-10-58 0,7 30 0,70 234 0,-14-136 0,-6-39 0,6 53 0,-8-391 0,47-734 0,-2 1306 0,2 0 0,2 0 0,2 1 0,2 0 0,2 0 0,1 1 0,3 0 0,33-71 0,49-106 0,-88 202 0,17-35 0,2 1 0,35-48 0,87-84 0,3-29 18,-22 28 16,-101 146-507,2 2 1,65-57 0,-74 73-6354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7:08:26.199"/>
    </inkml:context>
    <inkml:brush xml:id="br0">
      <inkml:brushProperty name="width" value="0.05" units="cm"/>
      <inkml:brushProperty name="height" value="0.05" units="cm"/>
      <inkml:brushProperty name="color" value="#E71224"/>
    </inkml:brush>
  </inkml:definitions>
  <inkml:trace contextRef="#ctx0" brushRef="#br0">898 135 24575,'274'-10'0,"-218"3"0,0-1 0,99-30 0,-106 26 0,1 2 0,0 3 0,0 2 0,1 2 0,64 4 0,-49 0 0,0-3 0,74-11 0,-120 9 0,22-3 0,52-3 0,-78 9 0,-1 2 0,1 0 0,-1 0 0,1 2 0,-1 0 0,28 9 0,53 28 0,-2 5 0,125 80 0,-143-79 0,-64-39 0,243 152 0,-216-130 0,-1 0 0,-2 3 0,-1 1 0,37 45 0,-36-30 0,-1 2 0,45 88 0,39 118 0,-10-19 0,149 313 0,-237-499 0,-2 1 0,22 106 0,2 113 0,-39-246 0,10 137 0,-8 232 0,-1 11 0,53 348 0,-23-507 0,-19-153 0,7 178 0,-21-22 0,-6 246 0,-5-396 0,-6-1 0,-52 191 0,59-259 0,-92 278 0,86-266 0,2 0 0,2 0 0,2 1 0,2 0 0,-2 49 0,7 80 0,3-123 0,-1 0 0,-3 0 0,-3-1 0,-1 1 0,-15 58 0,8-57 0,3 2 0,-5 64 0,9-63 0,-2 0 0,-14 53 0,14-79 0,-1 0 0,-23 49 0,26-66 0,0-1 0,0 0 0,-1 0 0,0 0 0,0-1 0,-1 0 0,0 0 0,-1-1 0,0 0 0,-13 8 0,-6 3 0,2 2 0,-32 30 0,36-30 0,0-1 0,-2 0 0,-40 23 0,22-20 0,-48 27 0,-167 65 0,234-107 0,0-1 0,0-2 0,-1 0 0,-38 1 0,-102-9 0,55 0 0,43 3 0,-199 8 0,231-4 0,0 2 0,0 2 0,1 1 0,0 1 0,-56 25 0,57-21 0,-1-1 0,-1-1 0,0-2 0,0-2 0,-67 7 0,-179-9 0,216-6 0,54 1 0,-1-1 0,1-1 0,0 0 0,0 0 0,0 0 0,0-2 0,0 1 0,0-1 0,1-1 0,0 1 0,0-2 0,0 1 0,1-1 0,0 0 0,0-1 0,-14-14 0,-3-9 0,2 0 0,1-2 0,-24-44 0,-7-9 0,-17-29 0,-102-226 0,139 253 0,3-1 0,-30-152 0,-17-58 0,-27-45 0,5 16 0,20 118 0,-3-13 0,17 42 0,-23-84 0,72 201 0,-51-217 0,54 205 0,-9-137 0,19 113 0,-29-187 0,16 193 0,-5-163 0,21-97 0,3 166 0,-3-1829 0,2 1973 0,1 1 0,2-1 0,14-52 0,43-122 0,-6 26 0,-47 158 0,1 0 0,2 1 0,1 1 0,1 0 0,2 0 0,24-33 0,-23 35 0,-14 22 0,1 1 0,-1-1 0,1 1 0,1 0 0,-1 0 0,1 0 0,0 1 0,0 0 0,1 0 0,-1 0 0,1 0 0,0 1 0,0 0 0,14-6 0,513-192 0,-450 172-1365,-18 8-5461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7:08:30.754"/>
    </inkml:context>
    <inkml:brush xml:id="br0">
      <inkml:brushProperty name="width" value="0.05" units="cm"/>
      <inkml:brushProperty name="height" value="0.05" units="cm"/>
      <inkml:brushProperty name="color" value="#E71224"/>
    </inkml:brush>
  </inkml:definitions>
  <inkml:trace contextRef="#ctx0" brushRef="#br0">1746 1957 24575,'-64'-3'0,"0"-2"0,0-2 0,-114-30 0,89 19 0,58 12 0,-1 0 0,1-2 0,-48-19 0,57 15 0,1 0 0,-35-27 0,34 22 0,-47-26 0,-205-80 0,87 42 0,162 70 0,0-1 0,1-2 0,1 0 0,0-1 0,1-1 0,0-2 0,2 0 0,0-1 0,1-1 0,0 0 0,2-2 0,1 0 0,-26-46 0,10 7 0,-45-99 0,69 139 0,1 0 0,1-1 0,1 0 0,1 0 0,1-1 0,0-23 0,9-285 0,-4 309 0,1 1 0,0 0 0,2 0 0,1 0 0,0 1 0,2 0 0,0 0 0,1 1 0,22-35 0,-22 42 0,0 0 0,0 1 0,1 0 0,1 1 0,0 0 0,0 0 0,1 1 0,0 1 0,0 0 0,1 0 0,0 2 0,1-1 0,-1 2 0,1 0 0,16-4 0,46-6 0,1 3 0,105-3 0,160 15 0,-157 3 0,191-2 0,526-3 0,-340-46 0,-406 29 0,-37 11 0,142 9 0,-101 2 0,2997-2 0,-3141 0 0,-1 1 0,0 0 0,0 1 0,0 1 0,17 7 0,14 3 0,186 45 0,-139-33 0,0 3 0,156 75 0,-160-57 0,-2 3 0,134 105 0,-207-143 0,-1 1 0,0 1 0,-1 0 0,-1 0 0,0 1 0,17 32 0,25 34 0,-44-69 0,-1 1 0,0 0 0,0 0 0,-1 1 0,-1 0 0,0 0 0,-1 1 0,3 14 0,0 11 0,5 72 0,-2 10 0,5 111 0,-15-169 0,-4-1 0,-1 0 0,-15 68 0,14-110 0,-1-1 0,0 1 0,-2-1 0,0-1 0,-1 0 0,-1 0 0,-1 0 0,-1-2 0,0 1 0,-1-2 0,-1 1 0,0-2 0,-20 16 0,12-14 0,0-1 0,-2-1 0,0-1 0,0-1 0,-2-1 0,1-1 0,-1-2 0,-51 12 0,-16-3 0,-121 7 0,53-8 0,-427 82 0,471-78 0,-223 54 0,9-2 0,233-57 0,-142 7 0,108-23 0,79-1 0,0 1 0,1 3 0,-55 10 0,-35 16 0,-1-7 0,-203 5 0,-392-27 0,262-2 0,449-1 0,0-1 0,0-2 0,1 0 0,0-2 0,0-1 0,0-1 0,-24-14 0,-15-4 0,-406-128 0,427 140 0,0-2 0,1-2 0,-57-35 0,-11-5 0,73 41 0,25 10 0,-1 2 0,0 0 0,-1 1 0,1 0 0,-1 1 0,0 1 0,-1 0 0,1 1 0,-25-1 0,-81 6-1365,98-2-5461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7:08:35.285"/>
    </inkml:context>
    <inkml:brush xml:id="br0">
      <inkml:brushProperty name="width" value="0.05" units="cm"/>
      <inkml:brushProperty name="height" value="0.05" units="cm"/>
      <inkml:brushProperty name="color" value="#E71224"/>
    </inkml:brush>
  </inkml:definitions>
  <inkml:trace contextRef="#ctx0" brushRef="#br0">1155 2148 24575,'-1'-1'0,"-1"-1"0,1 0 0,-1 0 0,1 0 0,-1 1 0,1-1 0,-1 0 0,0 1 0,0 0 0,0-1 0,0 1 0,0 0 0,0 0 0,0 0 0,-3 0 0,-2-3 0,-91-45 0,-1 5 0,-156-47 0,199 72 0,2-3 0,0-2 0,2-2 0,1-3 0,1-2 0,1-2 0,-49-44 0,82 64 0,2-1 0,-1 0 0,2-1 0,-1 0 0,2-1 0,0 0 0,2-1 0,-1-1 0,2 0 0,0 0 0,2 0 0,0-1 0,0-1 0,2 1 0,1-1 0,-4-33 0,-1-44 0,-2-16 0,4-1 0,9-134 0,0 238 0,1-1 0,-1 0 0,2 1 0,-1 0 0,2 0 0,-1 0 0,1 0 0,1 1 0,0-1 0,0 2 0,0-1 0,13-12 0,9-7 0,2 0 0,32-22 0,-38 32 0,1 2 0,1 1 0,1 1 0,0 1 0,31-10 0,150-39 0,-124 39 0,-5 0 0,76-22 0,235-37 0,71-10 0,-143 22 0,-203 52 0,180-4 0,119 25 0,-182 1 0,1413-3 0,-1360 23 0,-12 1 0,-42-24 0,287 10 0,-27 37 0,-221-21 0,-205-21 0,16 5 0,0 4 0,79 26 0,-37-9 0,21 15 0,-96-30 0,66 16 0,-11-16 0,0-6 0,141-1 0,-134-7 0,-91-1 0,0 1 0,0 1 0,0 0 0,-1 1 0,35 16 0,39 10 0,6-10 0,-42-10 0,0 3 0,60 23 0,-79-22 0,0 2 0,-2 2 0,54 37 0,-84-53 0,-1 0 0,0 1 0,0-1 0,0 1 0,-1 0 0,1 0 0,-1 0 0,0 0 0,0 1 0,-1-1 0,1 1 0,-1 0 0,0 0 0,0 0 0,0 0 0,-1 0 0,0 0 0,0 0 0,0 6 0,3 5 0,3 7 0,0-1 0,2 0 0,21 38 0,-16-33 0,19 49 0,-4 33 0,-4 1 0,13 135 0,-34-216 0,-3-25 0,0 1 0,-1 0 0,1 0 0,-1 1 0,0-1 0,0 0 0,0 0 0,-1 0 0,1 0 0,-2 0 0,1 0 0,0-1 0,-1 1 0,0 0 0,0 0 0,0-1 0,0 1 0,-1-1 0,0 0 0,0 0 0,0 0 0,0 0 0,-1-1 0,0 1 0,1-1 0,-1 0 0,-1 0 0,-7 5 0,-27 11 0,-1-1 0,-1-2 0,0-2 0,-83 17 0,63-16 0,-403 72 0,311-75 0,89-9 0,1 3 0,-94 22 0,-52 30 0,-172 41 0,225-56 0,100-25 0,-72 12 0,-78 0 0,-310 5 0,327-33 0,-461 14 0,501-5 0,17 1 0,-213-10 0,275-12 0,1-2 0,-71-23 0,-22-4 0,-593-80 0,278 82 0,-192 10 0,462 25 0,-187 5 0,380-2 0,0 2 0,0 0 0,0 0 0,-19 9 0,18-7 0,-1 0 0,1-1 0,-21 3 0,-3-4 0,-51-4 0,53-1 0,-69 6 0,89 0 39,1 0 0,-28 10-1,28-8-531,0-1-1,-32 6 0,27-9-6332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7:37:01.614"/>
    </inkml:context>
    <inkml:brush xml:id="br0">
      <inkml:brushProperty name="width" value="0.05" units="cm"/>
      <inkml:brushProperty name="height" value="0.05" units="cm"/>
      <inkml:brushProperty name="color" value="#E71224"/>
    </inkml:brush>
  </inkml:definitions>
  <inkml:trace contextRef="#ctx0" brushRef="#br0">639 7509 24575,'-2'-6'0,"1"1"0,-1 0 0,0-1 0,0 1 0,-1 1 0,1-1 0,-1 0 0,-5-6 0,0-2 0,-5-6 0,0 0 0,-18-19 0,22 28 0,-1-1 0,2 0 0,-1-1 0,2 0 0,-1 0 0,2-1 0,-1 0 0,-4-17 0,-2-16 0,-31-126 0,5 2 0,27 109 0,-25-78 0,27 109 0,0 0 0,-2 0 0,-1 1 0,-1 0 0,-2 1 0,-26-36 0,18 30 0,2-1 0,2-1 0,1 0 0,2-2 0,-16-51 0,23 62 0,-6-22 0,3-2 0,-13-93 0,17 42 0,7-197 0,5 136 0,-3-521 0,1 646 0,3 1 0,0-1 0,20-71 0,48-106 0,-9 64 0,6 3 0,6 4 0,112-162 0,76-31 0,-69 97 0,-98 106 0,128-234 0,-5-8 0,-44 80 0,-25 20 0,-140 259 0,0 1 0,1 1 0,1 0 0,0 0 0,1 1 0,1 1 0,0 0 0,0 1 0,29-18 0,3 3 0,1 2 0,60-21 0,81-47 0,-27 12 0,-26 23 0,-20 10 0,167-97 0,-232 117 0,101-39 0,-52 25 0,148-60 0,-44 19 0,-170 71 0,50-13 0,-1 2 0,260-112 0,-171 65 0,-141 61 0,0 2 0,0 0 0,0 2 0,1 2 0,0 1 0,37 2 0,35-4 0,-18-7 0,160-43 0,-113 21 0,-109 29 0,0 0 0,1 2 0,-1 1 0,40 3 0,96 19 0,-63-7 0,856 113 0,-856-109 0,0 3 0,157 58 0,-10-3 0,-125-39 0,-2 4 0,-1 6 0,-3 4 0,-2 6 0,-3 4 0,136 102 0,-122-76 0,290 235 0,432 481 0,-706-668 0,305 333 0,-338-314 0,-80-112 0,3-1 0,1-2 0,36 38 0,58 36 0,-76-74 0,68 76 0,-64-51 0,67 112 0,27 83 0,-131-236 0,18 41 0,-2 0 0,-4 2 0,31 119 0,16 215 0,-65-351 0,71 723 0,-76-683 0,-5 569 0,1-619 0,-2 0 0,-9 40 0,9-63 0,0-1 0,-1 0 0,-1 1 0,0-2 0,-1 1 0,-1-1 0,-15 23 0,-13 21 0,29-45 0,0-1 0,-1 1 0,-1-1 0,-17 19 0,-236 197 0,233-201 0,-1-1 0,-1-1 0,-2-2 0,0-1 0,-2-2 0,0-1 0,-70 26 0,-309 125 0,-164 66 0,114-54 0,175-41 0,139-65 0,101-55 0,0-3 0,-2-2 0,-74 15 0,-26 6 0,-505 170 0,442-147 0,-398 56 0,175-31 0,186-31 0,-1157 160 0,916-181 0,-5-34 0,181-3 0,184 6 0,-163-6 0,252-1 0,-1-2 0,1-2 0,1-1 0,-47-20 0,-160-75 0,35 13 0,165 70 0,2-2 0,-62-42 0,-16-8 0,115 68 0,-29-15 0,-2 1 0,-80-27 0,73 30 0,-56-26 0,9 3 0,-111-51 0,43 17 0,132 61 0,0-1 0,0-1 0,2-2 0,0-1 0,1-1 0,1-1 0,1-2 0,-44-46 0,52 49-1365,3 3-5461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7:37:06.564"/>
    </inkml:context>
    <inkml:brush xml:id="br0">
      <inkml:brushProperty name="width" value="0.05" units="cm"/>
      <inkml:brushProperty name="height" value="0.05" units="cm"/>
      <inkml:brushProperty name="color" value="#E71224"/>
    </inkml:brush>
  </inkml:definitions>
  <inkml:trace contextRef="#ctx0" brushRef="#br0">501 7643 24575,'-3'-1'0,"1"0"0,-1 0 0,1 0 0,-1 0 0,1-1 0,0 1 0,0-1 0,0 1 0,0-1 0,0 0 0,0 0 0,0 0 0,0 0 0,1 0 0,-1-1 0,1 1 0,-2-4 0,2 4 0,-28-48 0,3-1 0,-37-99 0,13 25 0,-31-48 0,-58-144 0,122 269 0,2-1 0,2 0 0,2-1 0,-7-93 0,19-313 0,5 192 0,-8 47 0,4-190 0,3 334 0,3 1 0,23-95 0,52-140 0,196-445 0,-236 648 0,-2 18 0,4 2 0,106-146 0,-83 134 0,4 3 0,4 3 0,4 4 0,136-114 0,-59 81 0,336-191 0,-265 188 0,107-61 0,54-35 0,-214 129 0,-105 56 0,-1-3 0,70-50 0,88-63 0,-216 141 0,-1 0 0,0 0 0,-1-1 0,0 0 0,0-1 0,-1 0 0,0 0 0,-1 0 0,0-1 0,7-16 0,15-20 0,3 4 0,1 0 0,3 3 0,1 0 0,80-64 0,194-107 0,-303 206 0,302-175 0,-230 139 0,3 3 0,87-27 0,659-188 0,-784 243 0,0 3 0,1 1 0,0 3 0,0 1 0,61 6 0,-8-1 0,656-20 0,-648 12 0,0 5 0,-1 5 0,199 35 0,-187-13 0,-3 6 0,0 4 0,-3 5 0,-1 6 0,-3 4 0,117 75 0,-105-53 0,-18-14 0,-2 4 0,171 147 0,422 511 0,-345-346 0,98 144 0,-377-437 0,4-3 0,118 102 0,-10-11 0,56 79 0,-185-188 0,-2 2 0,52 88 0,-40-52 0,-33-56 0,-1 1 0,-3 0 0,-2 2 0,21 60 0,15 90 0,48 291 0,-27 175 0,-67 190 0,-16-504 0,4-256 0,-2 99 0,-1-164 0,-2 1 0,0-1 0,-2 1 0,-14 41 0,6-32 0,-1 0 0,-2-2 0,-2 0 0,-1-1 0,-1 0 0,-2-2 0,-2-1 0,0-1 0,-3-1 0,0-1 0,-2-2 0,-1-1 0,-43 29 0,-19 0 0,-1-3 0,-3-5 0,-2-4 0,-157 45 0,-428 73 0,559-135 0,-31 1 0,-294 13 0,-158-41 0,294-4 0,-191 4 0,452 3 0,-86 17 0,28-3 0,-29 3 0,0 6 0,2 7 0,-134 49 0,-195 58 0,314-88 0,-2-7 0,-279 41 0,93-27 0,-46 6 0,-301 32 0,472-68 0,0-10 0,-1-10 0,-234-21 0,326 3 0,1-6 0,-236-63 0,-240-63 0,507 130 0,65 10 0,-1-1 0,1-2 0,0 0 0,-41-15 0,27 0 0,1-2 0,0-1 0,2-2 0,1-2 0,-39-34 0,33 25 0,-147-101 0,163 120 0,0 1 0,-1 1 0,-1 1 0,-1 2 0,-35-10 0,15 13 0,38 7 0,1 0 0,-1 0 0,1-2 0,-1 1 0,1-2 0,-14-6 0,-2-3 28,0 2 0,-1 1-1,-44-10 1,-23-9-1504,76 22-5350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7:37:13.743"/>
    </inkml:context>
    <inkml:brush xml:id="br0">
      <inkml:brushProperty name="width" value="0.05" units="cm"/>
      <inkml:brushProperty name="height" value="0.05" units="cm"/>
      <inkml:brushProperty name="color" value="#E71224"/>
    </inkml:brush>
  </inkml:definitions>
  <inkml:trace contextRef="#ctx0" brushRef="#br0">994 1555 24575,'-28'-2'0,"-1"-1"0,1-2 0,0-1 0,-41-14 0,-3-1 0,17 5 0,0-2 0,2-3 0,0-2 0,1-2 0,2-2 0,1-3 0,1-2 0,-56-48 0,60 38 0,35 32 0,-1 0 0,0 1 0,0 0 0,-1 1 0,0 0 0,0 0 0,-21-9 0,27 15 0,1-1 0,-1 0 0,1 0 0,0 0 0,0 0 0,0-1 0,0 0 0,1 0 0,-1 0 0,1 0 0,0 0 0,0-1 0,1 1 0,-1-1 0,1 0 0,0 1 0,0-1 0,1 0 0,-1 0 0,1-1 0,-1-8 0,-1-14 0,1 0 0,3-54 0,0 48 0,0 21 0,1 1 0,0-1 0,0 1 0,1 0 0,1 0 0,0 0 0,1 1 0,0-1 0,1 1 0,0 0 0,0 0 0,1 1 0,1 0 0,0 0 0,0 1 0,17-15 0,14-8 0,1 1 0,84-48 0,-56 38 0,-6 3 0,1 2 0,1 4 0,2 2 0,110-33 0,-136 51 0,15-4 0,95-17 0,75 5 0,186-27 0,58-34 0,-424 82 0,1 3 0,-1 2 0,1 1 0,-1 3 0,63 10 0,-3-2 0,-11-2 0,284 11 0,1967-21 0,-1242 3 0,-1040 2 0,100 18 0,22 1 0,-14-16 0,74 4 0,-13 1 0,152 17 0,-341-21 0,392 46 0,-155-51 0,14 2 0,-248 1 0,49 11 0,-51-7 0,59 5 0,47-12 0,-89-3 0,0 3 0,92 15 0,-102-7 0,18 5 0,1-3 0,108 4 0,-96-12 0,122 23 0,-76-8 0,-112-17 0,563 77 0,-315-48 0,-254-30 0,0 1 0,0 0 0,0 0 0,-1 1 0,1 0 0,-1 1 0,0 0 0,0 0 0,0 1 0,-1 0 0,0 1 0,0 0 0,0 0 0,9 10 0,-11-9 0,0 0 0,-1 1 0,0 0 0,-1 0 0,0 0 0,0 0 0,0 1 0,-1-1 0,0 1 0,-1 0 0,0 0 0,-1 0 0,1 0 0,-2 0 0,0 14 0,0 6 0,-9 189 0,7-201 0,-1-1 0,-1 1 0,0-1 0,-1 0 0,0-1 0,-1 1 0,-1-1 0,-1 0 0,0-1 0,-1 0 0,0 0 0,-1-1 0,-1 0 0,0-1 0,-1 0 0,-16 13 0,-28 18 0,-2-2 0,-99 52 0,120-74 0,-2-2 0,0-1 0,-1-3 0,0-1 0,-76 13 0,-26-14 0,-205-9 0,82-4 0,203 5 0,0 3 0,1 3 0,-62 17 0,-178 62 0,258-75 0,20-6 0,-82 28 0,-2-6 0,-112 16 0,-24-15 0,-243 36 0,372-52 0,0-6 0,-183-8 0,-24 0 0,-19 20 0,258-11 0,-99 5 0,39-12 0,-359-5 0,347-6 0,-187-6 0,-72-2 0,194-8 0,116 11 0,-129-1 0,-1365 17 0,1571-4 0,-1 0 0,1-2 0,-27-8 0,-39-5 0,-209 7 0,110 8 0,179 1 0,1-1 0,0-1 0,-1 1 0,1-2 0,1 0 0,-1 0 0,0-1 0,1 0 0,-16-12 0,15 10 0,0 1 0,0 0 0,-1 0 0,0 1 0,0 1 0,0 0 0,-20-4 0,-27 4 0,-111 5 0,54 3 0,-597-4 0,708 0-59,-1-1 0,1 1-1,0-1 1,0 1-1,0-2 1,-1 1 0,1 0-1,0-1 1,0 0 0,1 0-1,-1-1 1,0 1 0,1-1-1,0 0 1,-1 0-1,1-1 1,0 1 0,0-1-1,1 0 1,-1 0 0,1 0-1,-4-7 1,-5-10-6767</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19:18:46.136"/>
    </inkml:context>
    <inkml:brush xml:id="br0">
      <inkml:brushProperty name="width" value="0.05" units="cm"/>
      <inkml:brushProperty name="height" value="0.05" units="cm"/>
      <inkml:brushProperty name="color" value="#E71224"/>
    </inkml:brush>
  </inkml:definitions>
  <inkml:trace contextRef="#ctx0" brushRef="#br0">404 5859 24575,'-5'0'0,"-1"-1"0,1 0 0,-1-1 0,1 1 0,0-1 0,0 0 0,0-1 0,0 1 0,0-1 0,0 0 0,-4-3 0,-1-2 0,-1-1 0,1 0 0,-13-14 0,4-5 0,1-1 0,1 0 0,1-2 0,2 1 0,-17-55 0,13 36 0,-66-210 0,63 168 0,3-1 0,-9-180 0,26-192 0,5 204 0,-5 144 0,3-133 0,-1 232 0,2-1 0,0 0 0,1 1 0,0 0 0,2 0 0,8-20 0,55-95 0,-21 44 0,371-744 0,-357 714 0,5 2 0,103-136 0,-157 236 0,151-186 0,-135 172 0,1 0 0,2 2 0,0 1 0,45-27 0,-33 27 0,6-6 0,2 2 0,1 3 0,67-25 0,-14 10 0,134-75 0,72-30 0,-269 129 0,72-43 0,-75 38 0,82-35 0,388-173 0,-265 113 0,-58 18 0,-38 19 0,-129 74 0,1 1 0,0 1 0,0 0 0,1 2 0,31-3 0,27-6 0,55-19 0,244-91 0,-350 114 0,1 1 0,-1 0 0,2 3 0,43-4 0,-33 5 0,66-16 0,73-35 0,-95 26 0,134-26 0,-83 35 0,234-6 0,-300 25 0,540 4 0,-576 0 0,-1 1 0,0 1 0,-1 2 0,0 1 0,46 19 0,148 76 0,-193-86 0,27 15 0,-3 2 0,59 46 0,99 93 0,-140-111 0,46 45 0,-4 4 0,-6 6 0,-5 4 0,112 167 0,222 393 0,-201-299 0,-100-163 0,185 414 0,-293-562 0,-3 1 0,-3 1 0,-3 1 0,21 137 0,4 76 0,-20-177 0,-15-70 0,10 70 0,-11 55 0,-12 181 0,-2-150 0,4 16 0,-3 182 0,-26-122 0,23-247 0,-1 0 0,-15 37 0,13-41 0,1 1 0,1-1 0,-6 41 0,-14 135 0,5-52 0,13-102 0,-2-1 0,-1 0 0,-2 0 0,-2-2 0,-30 58 0,19-42 0,19-38 0,-2-1 0,0 1 0,-1-2 0,0 1 0,-2-2 0,0 1 0,0-2 0,-2 0 0,-21 19 0,-7 3 0,31-25 0,-1-1 0,0 0 0,0-1 0,-1 0 0,0 0 0,0-2 0,-1 0 0,0 0 0,-23 6 0,-29 3 0,-216 41 0,135-37 0,49-5 0,-126 3 0,21-21 0,-147 5 0,309 2 0,0 3 0,-61 16 0,60-11 0,-1-3 0,-45 4 0,-131-10 0,34-3 0,160 3 0,0 1 0,1 1 0,0 1 0,-27 11 0,-22 5 0,-135 34 0,111-30 0,51-13 0,-1-1 0,-1-3 0,-57 5 0,-67-4 0,-188 4 0,101-12 0,-206-5 0,313-8 0,-63-2 0,-1042 14 0,1206-5 0,-1-1 0,0-3 0,1-2 0,-89-30 0,23 6 0,-237-74 0,238 69 0,68 24 0,1-2 0,-66-33 0,8-15 0,3-5 0,-146-131 0,210 169 0,-13-9 0,-70-63 0,105 88 0,1 0 0,1-1 0,0-1 0,-23-38 0,25 35 0,0 0 0,-2 1 0,-1 1 0,0 0 0,-1 1 0,-20-17 0,0 5 0,-1 2 0,-46-28 0,-156-107 0,201 134-95,-86-75-1175,110 91-5556</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19:18:51.162"/>
    </inkml:context>
    <inkml:brush xml:id="br0">
      <inkml:brushProperty name="width" value="0.05" units="cm"/>
      <inkml:brushProperty name="height" value="0.05" units="cm"/>
      <inkml:brushProperty name="color" value="#E71224"/>
    </inkml:brush>
  </inkml:definitions>
  <inkml:trace contextRef="#ctx0" brushRef="#br0">25 6822 24575,'-9'-112'0,"-1"16"0,4-83 0,8 0 0,8 1 0,49-271 0,98-134 0,-68 282 0,-45 107 0,26-261 0,-62 391 0,-2 6 0,2-1 0,22-74 0,49-103 0,134-278 0,165-199 0,-182 327 0,-16 30 0,-159 320 0,2 1 0,1 1 0,2 1 0,1 2 0,2 1 0,0 1 0,2 1 0,1 1 0,38-22 0,20-13 0,-44 29 0,2 2 0,1 1 0,64-27 0,257-68 0,-115 43 0,153-95 0,-1 1 0,-141 79 0,-223 81 0,-28 10 0,-1 1 0,1 0 0,0 1 0,0 0 0,15-1 0,68-8 0,0-4 0,163-52 0,-18 4 0,328-47 0,-381 86 0,202-1 0,-361 27 0,609 2 0,-583 2 0,0 4 0,-1 1 0,0 4 0,-1 1 0,72 30 0,254 134 0,-240-107 0,205 135 0,-131-72 0,324 233 0,-91-56 0,-281-207 0,181 82 0,151 67 0,-417-205 0,-2 4 0,-2 2 0,71 67 0,195 209 0,-299-286 0,36 38 0,113 144 0,-180-204 0,-1 0 0,-1 2 0,12 31 0,15 30 0,79 162 0,-93-198 0,2-1 0,2 0 0,36 44 0,35 56 0,-85-123 0,-2 1 0,0 1 0,-2 0 0,9 33 0,1 25 0,-5 2 0,11 159 0,-23 179 0,-5-286 0,-1-88 0,-3 0 0,-1 0 0,-3 0 0,-2-1 0,-2 0 0,-3-1 0,-1-1 0,-28 52 0,22-48 0,10-20 0,-2 0 0,-1-1 0,-1-1 0,-2 0 0,-29 35 0,-12 3 0,-3-3 0,-3-3 0,-82 60 0,38-52 0,-4-6 0,-177 75 0,182-90 0,-42 16 0,-2-6 0,-178 42 0,260-81 0,45-11 0,-1-2 0,0 0 0,-1-2 0,-47 3 0,31-7 0,1 1 0,-60 11 0,19 5 0,0 4 0,-107 43 0,107-31 0,-242 102 0,293-122 0,-1-1 0,0-2 0,-67 12 0,-111 4 0,94-14 0,19-1 0,0 5 0,2 4 0,-99 35 0,-136 69 0,-125 43 0,336-136 0,-1-6 0,-197 18 0,158-24 0,-534 81 0,586-88 0,0-5 0,-164-8 0,100-3 0,-1425 3 0,1364-20 0,81 3 0,-64 10 0,-74-7 0,259 9 0,1-2 0,-45-15 0,-3-2 0,-172-41 0,-311-72 0,502 125 0,-60-13 0,81 16 0,-58-7 0,61 12 0,0-2 0,-42-13 0,-175-56 0,218 65-170,1-1-1,0-2 0,1-1 1,0-2-1,2-1 0,0-1 1,-37-29-1,32 20-6655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19:18:57.157"/>
    </inkml:context>
    <inkml:brush xml:id="br0">
      <inkml:brushProperty name="width" value="0.05" units="cm"/>
      <inkml:brushProperty name="height" value="0.05" units="cm"/>
      <inkml:brushProperty name="color" value="#E71224"/>
    </inkml:brush>
  </inkml:definitions>
  <inkml:trace contextRef="#ctx0" brushRef="#br0">1652 2450 24575,'-137'2'0,"-142"-4"0,256-1 0,1-1 0,0-1 0,0-1 0,-37-16 0,34 13 0,-67-23 0,1-5 0,-141-78 0,124 59 0,80 43 0,1-1 0,0-1 0,1-1 0,-26-22 0,23 14 0,-138-112 0,156 128 0,0-1 0,0-1 0,1 0 0,0 0 0,1-1 0,0 0 0,1 0 0,0-1 0,-9-18 0,6 4 0,1-1 0,1-1 0,-9-44 0,5 0 0,4 0 0,3-1 0,3 0 0,8-95 0,-4 156 0,1 0 0,0 0 0,0 0 0,1 0 0,1 0 0,0 0 0,0 1 0,2 0 0,-1 0 0,1 0 0,1 1 0,0 0 0,0 0 0,1 0 0,14-13 0,3 2 0,0 1 0,1 2 0,1 0 0,54-26 0,-8 6 0,-39 18 0,1 3 0,0 0 0,44-13 0,105-35 0,-123 41 0,0 2 0,72-15 0,475-87 0,-125 55 0,-302 47 0,-32 4 0,123-17 0,175-30 0,-259 40 0,-85 12 0,76-12 0,-97 12 0,134-4 0,86 19 0,-130 0 0,277-13 0,-8-1 0,55-12 0,-351 3 0,-94 11 0,69-3 0,-37 10 0,395-34 0,-46 1 0,0 36 0,-167 3 0,-181-3 0,0-2 0,1 3 0,-1 4 0,127 24 0,-106-2 0,133 53 0,-216-71 0,-1 2 0,0 0 0,-1 1 0,35 28 0,68 72 0,-80-70 0,66 50 0,-12-13 0,24 16 0,-26-27 0,129 121 0,-173-141 0,51 43 0,-92-84 0,-1 1 0,-1 0 0,1 0 0,-1 1 0,-1 1 0,1-1 0,-2 1 0,1 0 0,-1 1 0,-1-1 0,0 1 0,-1 0 0,0 1 0,5 20 0,-3 5 0,-2 0 0,-2 0 0,-2 53 0,-1-82 0,1 10 0,-2 0 0,0 0 0,-1 1 0,-1-1 0,0-1 0,-1 1 0,-2-1 0,1 0 0,-2 0 0,-12 20 0,5-14 0,-2-1 0,0 0 0,-1-2 0,-1 0 0,-1-1 0,-28 21 0,2-6 0,-1-2 0,-2-3 0,-55 25 0,-161 58 0,62-29 0,178-72 0,-1-1 0,0-2 0,0 0 0,0-2 0,-1-1 0,-31 2 0,-15 0 0,-97 8 0,-196 43 0,320-50 0,-1-3 0,1-2 0,-94-6 0,44 0 0,-2483 2 0,2524 4 0,0 2 0,-81 18 0,-36 5 0,-250 32 0,217-29 0,-95 21 0,27 25 0,216-62 0,-2-2 0,0-3 0,-95 5 0,-185-15 0,151-3 0,143 3 0,0-2 0,0-3 0,0-1 0,1-2 0,-53-17 0,38 10 0,1 3 0,-1 2 0,-101-4 0,-28-8 0,166 18-165,0-1-1,1-2 0,-1 0 1,1-1-1,-34-19 0,47 23-205,-19-9-6455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19:18:46.136"/>
    </inkml:context>
    <inkml:brush xml:id="br0">
      <inkml:brushProperty name="width" value="0.05" units="cm"/>
      <inkml:brushProperty name="height" value="0.05" units="cm"/>
      <inkml:brushProperty name="color" value="#E71224"/>
    </inkml:brush>
  </inkml:definitions>
  <inkml:trace contextRef="#ctx0" brushRef="#br0">404 5859 24575,'-5'0'0,"-1"-1"0,1 0 0,-1-1 0,1 1 0,0-1 0,0 0 0,0-1 0,0 1 0,0-1 0,0 0 0,-4-3 0,-1-2 0,-1-1 0,1 0 0,-13-14 0,4-5 0,1-1 0,1 0 0,1-2 0,2 1 0,-17-55 0,13 36 0,-66-210 0,63 168 0,3-1 0,-9-180 0,26-192 0,5 204 0,-5 144 0,3-133 0,-1 232 0,2-1 0,0 0 0,1 1 0,0 0 0,2 0 0,8-20 0,55-95 0,-21 44 0,371-744 0,-357 714 0,5 2 0,103-136 0,-157 236 0,151-186 0,-135 172 0,1 0 0,2 2 0,0 1 0,45-27 0,-33 27 0,6-6 0,2 2 0,1 3 0,67-25 0,-14 10 0,134-75 0,72-30 0,-269 129 0,72-43 0,-75 38 0,82-35 0,388-173 0,-265 113 0,-58 18 0,-38 19 0,-129 74 0,1 1 0,0 1 0,0 0 0,1 2 0,31-3 0,27-6 0,55-19 0,244-91 0,-350 114 0,1 1 0,-1 0 0,2 3 0,43-4 0,-33 5 0,66-16 0,73-35 0,-95 26 0,134-26 0,-83 35 0,234-6 0,-300 25 0,540 4 0,-576 0 0,-1 1 0,0 1 0,-1 2 0,0 1 0,46 19 0,148 76 0,-193-86 0,27 15 0,-3 2 0,59 46 0,99 93 0,-140-111 0,46 45 0,-4 4 0,-6 6 0,-5 4 0,112 167 0,222 393 0,-201-299 0,-100-163 0,185 414 0,-293-562 0,-3 1 0,-3 1 0,-3 1 0,21 137 0,4 76 0,-20-177 0,-15-70 0,10 70 0,-11 55 0,-12 181 0,-2-150 0,4 16 0,-3 182 0,-26-122 0,23-247 0,-1 0 0,-15 37 0,13-41 0,1 1 0,1-1 0,-6 41 0,-14 135 0,5-52 0,13-102 0,-2-1 0,-1 0 0,-2 0 0,-2-2 0,-30 58 0,19-42 0,19-38 0,-2-1 0,0 1 0,-1-2 0,0 1 0,-2-2 0,0 1 0,0-2 0,-2 0 0,-21 19 0,-7 3 0,31-25 0,-1-1 0,0 0 0,0-1 0,-1 0 0,0 0 0,0-2 0,-1 0 0,0 0 0,-23 6 0,-29 3 0,-216 41 0,135-37 0,49-5 0,-126 3 0,21-21 0,-147 5 0,309 2 0,0 3 0,-61 16 0,60-11 0,-1-3 0,-45 4 0,-131-10 0,34-3 0,160 3 0,0 1 0,1 1 0,0 1 0,-27 11 0,-22 5 0,-135 34 0,111-30 0,51-13 0,-1-1 0,-1-3 0,-57 5 0,-67-4 0,-188 4 0,101-12 0,-206-5 0,313-8 0,-63-2 0,-1042 14 0,1206-5 0,-1-1 0,0-3 0,1-2 0,-89-30 0,23 6 0,-237-74 0,238 69 0,68 24 0,1-2 0,-66-33 0,8-15 0,3-5 0,-146-131 0,210 169 0,-13-9 0,-70-63 0,105 88 0,1 0 0,1-1 0,0-1 0,-23-38 0,25 35 0,0 0 0,-2 1 0,-1 1 0,0 0 0,-1 1 0,-20-17 0,0 5 0,-1 2 0,-46-28 0,-156-107 0,201 134-95,-86-75-1175,110 91-5556</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19:18:51.162"/>
    </inkml:context>
    <inkml:brush xml:id="br0">
      <inkml:brushProperty name="width" value="0.05" units="cm"/>
      <inkml:brushProperty name="height" value="0.05" units="cm"/>
      <inkml:brushProperty name="color" value="#E71224"/>
    </inkml:brush>
  </inkml:definitions>
  <inkml:trace contextRef="#ctx0" brushRef="#br0">25 6822 24575,'-9'-112'0,"-1"16"0,4-83 0,8 0 0,8 1 0,49-271 0,98-134 0,-68 282 0,-45 107 0,26-261 0,-62 391 0,-2 6 0,2-1 0,22-74 0,49-103 0,134-278 0,165-199 0,-182 327 0,-16 30 0,-159 320 0,2 1 0,1 1 0,2 1 0,1 2 0,2 1 0,0 1 0,2 1 0,1 1 0,38-22 0,20-13 0,-44 29 0,2 2 0,1 1 0,64-27 0,257-68 0,-115 43 0,153-95 0,-1 1 0,-141 79 0,-223 81 0,-28 10 0,-1 1 0,1 0 0,0 1 0,0 0 0,15-1 0,68-8 0,0-4 0,163-52 0,-18 4 0,328-47 0,-381 86 0,202-1 0,-361 27 0,609 2 0,-583 2 0,0 4 0,-1 1 0,0 4 0,-1 1 0,72 30 0,254 134 0,-240-107 0,205 135 0,-131-72 0,324 233 0,-91-56 0,-281-207 0,181 82 0,151 67 0,-417-205 0,-2 4 0,-2 2 0,71 67 0,195 209 0,-299-286 0,36 38 0,113 144 0,-180-204 0,-1 0 0,-1 2 0,12 31 0,15 30 0,79 162 0,-93-198 0,2-1 0,2 0 0,36 44 0,35 56 0,-85-123 0,-2 1 0,0 1 0,-2 0 0,9 33 0,1 25 0,-5 2 0,11 159 0,-23 179 0,-5-286 0,-1-88 0,-3 0 0,-1 0 0,-3 0 0,-2-1 0,-2 0 0,-3-1 0,-1-1 0,-28 52 0,22-48 0,10-20 0,-2 0 0,-1-1 0,-1-1 0,-2 0 0,-29 35 0,-12 3 0,-3-3 0,-3-3 0,-82 60 0,38-52 0,-4-6 0,-177 75 0,182-90 0,-42 16 0,-2-6 0,-178 42 0,260-81 0,45-11 0,-1-2 0,0 0 0,-1-2 0,-47 3 0,31-7 0,1 1 0,-60 11 0,19 5 0,0 4 0,-107 43 0,107-31 0,-242 102 0,293-122 0,-1-1 0,0-2 0,-67 12 0,-111 4 0,94-14 0,19-1 0,0 5 0,2 4 0,-99 35 0,-136 69 0,-125 43 0,336-136 0,-1-6 0,-197 18 0,158-24 0,-534 81 0,586-88 0,0-5 0,-164-8 0,100-3 0,-1425 3 0,1364-20 0,81 3 0,-64 10 0,-74-7 0,259 9 0,1-2 0,-45-15 0,-3-2 0,-172-41 0,-311-72 0,502 125 0,-60-13 0,81 16 0,-58-7 0,61 12 0,0-2 0,-42-13 0,-175-56 0,218 65-170,1-1-1,0-2 0,1-1 1,0-2-1,2-1 0,0-1 1,-37-29-1,32 20-6655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19:18:57.157"/>
    </inkml:context>
    <inkml:brush xml:id="br0">
      <inkml:brushProperty name="width" value="0.05" units="cm"/>
      <inkml:brushProperty name="height" value="0.05" units="cm"/>
      <inkml:brushProperty name="color" value="#E71224"/>
    </inkml:brush>
  </inkml:definitions>
  <inkml:trace contextRef="#ctx0" brushRef="#br0">1652 2450 24575,'-137'2'0,"-142"-4"0,256-1 0,1-1 0,0-1 0,0-1 0,-37-16 0,34 13 0,-67-23 0,1-5 0,-141-78 0,124 59 0,80 43 0,1-1 0,0-1 0,1-1 0,-26-22 0,23 14 0,-138-112 0,156 128 0,0-1 0,0-1 0,1 0 0,0 0 0,1-1 0,0 0 0,1 0 0,0-1 0,-9-18 0,6 4 0,1-1 0,1-1 0,-9-44 0,5 0 0,4 0 0,3-1 0,3 0 0,8-95 0,-4 156 0,1 0 0,0 0 0,0 0 0,1 0 0,1 0 0,0 0 0,0 1 0,2 0 0,-1 0 0,1 0 0,1 1 0,0 0 0,0 0 0,1 0 0,14-13 0,3 2 0,0 1 0,1 2 0,1 0 0,54-26 0,-8 6 0,-39 18 0,1 3 0,0 0 0,44-13 0,105-35 0,-123 41 0,0 2 0,72-15 0,475-87 0,-125 55 0,-302 47 0,-32 4 0,123-17 0,175-30 0,-259 40 0,-85 12 0,76-12 0,-97 12 0,134-4 0,86 19 0,-130 0 0,277-13 0,-8-1 0,55-12 0,-351 3 0,-94 11 0,69-3 0,-37 10 0,395-34 0,-46 1 0,0 36 0,-167 3 0,-181-3 0,0-2 0,1 3 0,-1 4 0,127 24 0,-106-2 0,133 53 0,-216-71 0,-1 2 0,0 0 0,-1 1 0,35 28 0,68 72 0,-80-70 0,66 50 0,-12-13 0,24 16 0,-26-27 0,129 121 0,-173-141 0,51 43 0,-92-84 0,-1 1 0,-1 0 0,1 0 0,-1 1 0,-1 1 0,1-1 0,-2 1 0,1 0 0,-1 1 0,-1-1 0,0 1 0,-1 0 0,0 1 0,5 20 0,-3 5 0,-2 0 0,-2 0 0,-2 53 0,-1-82 0,1 10 0,-2 0 0,0 0 0,-1 1 0,-1-1 0,0-1 0,-1 1 0,-2-1 0,1 0 0,-2 0 0,-12 20 0,5-14 0,-2-1 0,0 0 0,-1-2 0,-1 0 0,-1-1 0,-28 21 0,2-6 0,-1-2 0,-2-3 0,-55 25 0,-161 58 0,62-29 0,178-72 0,-1-1 0,0-2 0,0 0 0,0-2 0,-1-1 0,-31 2 0,-15 0 0,-97 8 0,-196 43 0,320-50 0,-1-3 0,1-2 0,-94-6 0,44 0 0,-2483 2 0,2524 4 0,0 2 0,-81 18 0,-36 5 0,-250 32 0,217-29 0,-95 21 0,27 25 0,216-62 0,-2-2 0,0-3 0,-95 5 0,-185-15 0,151-3 0,143 3 0,0-2 0,0-3 0,0-1 0,1-2 0,-53-17 0,38 10 0,1 3 0,-1 2 0,-101-4 0,-28-8 0,166 18-165,0-1-1,1-2 0,-1 0 1,1-1-1,-34-19 0,47 23-205,-19-9-6455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7:08:16.538"/>
    </inkml:context>
    <inkml:brush xml:id="br0">
      <inkml:brushProperty name="width" value="0.05" units="cm"/>
      <inkml:brushProperty name="height" value="0.05" units="cm"/>
      <inkml:brushProperty name="color" value="#E71224"/>
    </inkml:brush>
  </inkml:definitions>
  <inkml:trace contextRef="#ctx0" brushRef="#br0">284 283 24575,'26'-2'0,"0"-1"0,-1-2 0,1-1 0,-1 0 0,38-17 0,18-3 0,133-50 0,-10 3 0,-171 63 0,10-3 0,0 1 0,1 2 0,78-7 0,246 30 0,-256-5 0,235 20 0,-308-22 0,-1 1 0,0 3 0,-1 1 0,68 29 0,-26-9 0,140 45 0,-199-69 0,0 1 0,-1 0 0,0 2 0,-1 1 0,0 0 0,-1 1 0,26 23 0,-2 3 0,58 70 0,-79-84 0,-1 0 0,-1 1 0,-2 1 0,0 1 0,-2 0 0,-1 1 0,-1 0 0,-1 1 0,-2 0 0,-1 1 0,-1 0 0,-2 0 0,-1 0 0,1 40 0,-7 649 0,2-683 0,2 1 0,2-1 0,2 0 0,11 40 0,-2-33 0,25 52 0,5 11 0,-26-50 0,-3 0 0,-3 2 0,11 95 0,-12 179 0,-13 650 0,29-662 0,-14-206 0,16 113 0,-8-72 0,3 217 0,-27 1211 0,0-1509 0,-22 134 0,-34 72 0,47-232 0,-21 117 0,-20 80 0,31-168 0,-30 97 0,41-147 0,-1-1 0,-2 1 0,-1-2 0,-22 32 0,23-39 0,-1-2 0,0 1 0,-1-2 0,-1 0 0,-1-1 0,0-1 0,0 0 0,-1-1 0,-1-1 0,0-1 0,-1-1 0,-30 11 0,-35 11 0,-93 21 0,129-41 0,0-2 0,-1-3 0,-76 1 0,7-7 0,-184-8 0,263 2 0,0-2 0,-68-23 0,77 20 0,-1 1 0,0 2 0,0 1 0,-1 2 0,-39-2 0,-77 11 0,-117-5 0,250-2 0,0-2 0,0 1 0,0-2 0,1 0 0,-1-1 0,2 0 0,-1-1 0,-24-18 0,-27-14 0,-173-88 0,230 122 0,0-1 0,1 0 0,0 0 0,0 0 0,1-1 0,0 0 0,0-1 0,0 0 0,1 0 0,1 0 0,-5-10 0,-8-21 0,-19-60 0,15 38 0,-8-17 0,2-2 0,5-1 0,3-1 0,4 0 0,-8-112 0,13 87 0,-39-170 0,23 145 0,-5-15 0,-25-180 0,47-230 0,13 327 0,-1-165 0,-5-417 0,-8 593 0,-2-100 0,14-446 0,-26 467 0,13 194 0,0-109 0,-4-449 0,-8 352 0,17-106 0,9 243 0,-2 167 0,0 0 0,0-1 0,1 1 0,0-1 0,0 1 0,1 0 0,0 0 0,0 0 0,6-13 0,-5 15 0,1 0 0,-1 1 0,1-1 0,0 1 0,0 0 0,1 0 0,-1 1 0,1-1 0,0 1 0,0 0 0,0 0 0,0 1 0,6-3 0,82-32-1365,-72 27-5461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7:08:21.586"/>
    </inkml:context>
    <inkml:brush xml:id="br0">
      <inkml:brushProperty name="width" value="0.05" units="cm"/>
      <inkml:brushProperty name="height" value="0.05" units="cm"/>
      <inkml:brushProperty name="color" value="#E71224"/>
    </inkml:brush>
  </inkml:definitions>
  <inkml:trace contextRef="#ctx0" brushRef="#br0">967 1585 24575,'0'-28'0,"13"-331"0,-8 312 0,2 1 0,3 1 0,1 0 0,2 0 0,33-73 0,-16 58 0,2 2 0,3 1 0,2 2 0,50-57 0,-63 87 0,1 0 0,2 2 0,0 1 0,42-26 0,127-63 0,-195 110 0,91-42 0,142-46 0,-197 76 0,233-79 0,-240 86 0,0 1 0,1 1 0,0 2 0,0 1 0,52 6 0,1-2 0,51-5 0,-55-1 0,105 11 0,-135 2 0,-1 2 0,-1 2 0,0 2 0,-1 2 0,72 40 0,-44-15 0,-2 2 0,-2 4 0,87 77 0,177 195 0,-207-192 0,86 110 0,-97-102 0,-75-86 0,-2 1 0,-2 2 0,32 64 0,71 185 0,24 229 0,-39-104 0,-43-162 0,-13 3 0,59 456 0,-92-221 0,-39 4 0,-1-182 0,-27 361 0,11-577 0,-6-1 0,-50 138 0,52-176 0,15-39 0,1-1 0,-3 38 0,6-39 0,-1-1 0,-13 49 0,-55 149 0,-34 95 0,76-232 0,19-49 0,-2-2 0,-34 67 0,36-87 0,-1 0 0,-1-1 0,-1 0 0,-1-2 0,0 1 0,-1-2 0,0 0 0,-26 15 0,1-3 0,-1-3 0,-82 34 0,-2-14 0,83-30 0,0 1 0,1 3 0,-44 24 0,61-29 0,-1-1 0,0-1 0,-1-2 0,-35 8 0,-37 13 0,-103 32 0,21-8 0,-151 53 0,158-57 0,99-31 0,37-10 0,-1-2 0,1-1 0,-45 0 0,-125-7 0,86-2 0,21 3 0,-227-11 0,289 6 0,0-1 0,1-2 0,-1-2 0,1-2 0,1-2 0,-44-21 0,28 4 0,2-2 0,0-3 0,3-1 0,-87-87 0,20 26 0,77 67 0,1-2 0,-57-62 0,33 17 0,3-3 0,3-2 0,5-3 0,-59-131 0,49 77 0,-121-294 0,130 294 0,-38-168 0,-10-58 0,7 30 0,70 234 0,-14-136 0,-6-39 0,6 53 0,-8-391 0,47-734 0,-2 1306 0,2 0 0,2 0 0,2 1 0,2 0 0,2 0 0,1 1 0,3 0 0,33-71 0,49-106 0,-88 202 0,17-35 0,2 1 0,35-48 0,87-84 0,3-29 18,-22 28 16,-101 146-507,2 2 1,65-57 0,-74 73-6354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7:08:26.199"/>
    </inkml:context>
    <inkml:brush xml:id="br0">
      <inkml:brushProperty name="width" value="0.05" units="cm"/>
      <inkml:brushProperty name="height" value="0.05" units="cm"/>
      <inkml:brushProperty name="color" value="#E71224"/>
    </inkml:brush>
  </inkml:definitions>
  <inkml:trace contextRef="#ctx0" brushRef="#br0">898 135 24575,'274'-10'0,"-218"3"0,0-1 0,99-30 0,-106 26 0,1 2 0,0 3 0,0 2 0,1 2 0,64 4 0,-49 0 0,0-3 0,74-11 0,-120 9 0,22-3 0,52-3 0,-78 9 0,-1 2 0,1 0 0,-1 0 0,1 2 0,-1 0 0,28 9 0,53 28 0,-2 5 0,125 80 0,-143-79 0,-64-39 0,243 152 0,-216-130 0,-1 0 0,-2 3 0,-1 1 0,37 45 0,-36-30 0,-1 2 0,45 88 0,39 118 0,-10-19 0,149 313 0,-237-499 0,-2 1 0,22 106 0,2 113 0,-39-246 0,10 137 0,-8 232 0,-1 11 0,53 348 0,-23-507 0,-19-153 0,7 178 0,-21-22 0,-6 246 0,-5-396 0,-6-1 0,-52 191 0,59-259 0,-92 278 0,86-266 0,2 0 0,2 0 0,2 1 0,2 0 0,-2 49 0,7 80 0,3-123 0,-1 0 0,-3 0 0,-3-1 0,-1 1 0,-15 58 0,8-57 0,3 2 0,-5 64 0,9-63 0,-2 0 0,-14 53 0,14-79 0,-1 0 0,-23 49 0,26-66 0,0-1 0,0 0 0,-1 0 0,0 0 0,0-1 0,-1 0 0,0 0 0,-1-1 0,0 0 0,-13 8 0,-6 3 0,2 2 0,-32 30 0,36-30 0,0-1 0,-2 0 0,-40 23 0,22-20 0,-48 27 0,-167 65 0,234-107 0,0-1 0,0-2 0,-1 0 0,-38 1 0,-102-9 0,55 0 0,43 3 0,-199 8 0,231-4 0,0 2 0,0 2 0,1 1 0,0 1 0,-56 25 0,57-21 0,-1-1 0,-1-1 0,0-2 0,0-2 0,-67 7 0,-179-9 0,216-6 0,54 1 0,-1-1 0,1-1 0,0 0 0,0 0 0,0 0 0,0-2 0,0 1 0,0-1 0,1-1 0,0 1 0,0-2 0,0 1 0,1-1 0,0 0 0,0-1 0,-14-14 0,-3-9 0,2 0 0,1-2 0,-24-44 0,-7-9 0,-17-29 0,-102-226 0,139 253 0,3-1 0,-30-152 0,-17-58 0,-27-45 0,5 16 0,20 118 0,-3-13 0,17 42 0,-23-84 0,72 201 0,-51-217 0,54 205 0,-9-137 0,19 113 0,-29-187 0,16 193 0,-5-163 0,21-97 0,3 166 0,-3-1829 0,2 1973 0,1 1 0,2-1 0,14-52 0,43-122 0,-6 26 0,-47 158 0,1 0 0,2 1 0,1 1 0,1 0 0,2 0 0,24-33 0,-23 35 0,-14 22 0,1 1 0,-1-1 0,1 1 0,1 0 0,-1 0 0,1 0 0,0 1 0,0 0 0,1 0 0,-1 0 0,1 0 0,0 1 0,0 0 0,14-6 0,513-192 0,-450 172-1365,-18 8-5461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7:08:30.754"/>
    </inkml:context>
    <inkml:brush xml:id="br0">
      <inkml:brushProperty name="width" value="0.05" units="cm"/>
      <inkml:brushProperty name="height" value="0.05" units="cm"/>
      <inkml:brushProperty name="color" value="#E71224"/>
    </inkml:brush>
  </inkml:definitions>
  <inkml:trace contextRef="#ctx0" brushRef="#br0">1746 1957 24575,'-64'-3'0,"0"-2"0,0-2 0,-114-30 0,89 19 0,58 12 0,-1 0 0,1-2 0,-48-19 0,57 15 0,1 0 0,-35-27 0,34 22 0,-47-26 0,-205-80 0,87 42 0,162 70 0,0-1 0,1-2 0,1 0 0,0-1 0,1-1 0,0-2 0,2 0 0,0-1 0,1-1 0,0 0 0,2-2 0,1 0 0,-26-46 0,10 7 0,-45-99 0,69 139 0,1 0 0,1-1 0,1 0 0,1 0 0,1-1 0,0-23 0,9-285 0,-4 309 0,1 1 0,0 0 0,2 0 0,1 0 0,0 1 0,2 0 0,0 0 0,1 1 0,22-35 0,-22 42 0,0 0 0,0 1 0,1 0 0,1 1 0,0 0 0,0 0 0,1 1 0,0 1 0,0 0 0,1 0 0,0 2 0,1-1 0,-1 2 0,1 0 0,16-4 0,46-6 0,1 3 0,105-3 0,160 15 0,-157 3 0,191-2 0,526-3 0,-340-46 0,-406 29 0,-37 11 0,142 9 0,-101 2 0,2997-2 0,-3141 0 0,-1 1 0,0 0 0,0 1 0,0 1 0,17 7 0,14 3 0,186 45 0,-139-33 0,0 3 0,156 75 0,-160-57 0,-2 3 0,134 105 0,-207-143 0,-1 1 0,0 1 0,-1 0 0,-1 0 0,0 1 0,17 32 0,25 34 0,-44-69 0,-1 1 0,0 0 0,0 0 0,-1 1 0,-1 0 0,0 0 0,-1 1 0,3 14 0,0 11 0,5 72 0,-2 10 0,5 111 0,-15-169 0,-4-1 0,-1 0 0,-15 68 0,14-110 0,-1-1 0,0 1 0,-2-1 0,0-1 0,-1 0 0,-1 0 0,-1 0 0,-1-2 0,0 1 0,-1-2 0,-1 1 0,0-2 0,-20 16 0,12-14 0,0-1 0,-2-1 0,0-1 0,0-1 0,-2-1 0,1-1 0,-1-2 0,-51 12 0,-16-3 0,-121 7 0,53-8 0,-427 82 0,471-78 0,-223 54 0,9-2 0,233-57 0,-142 7 0,108-23 0,79-1 0,0 1 0,1 3 0,-55 10 0,-35 16 0,-1-7 0,-203 5 0,-392-27 0,262-2 0,449-1 0,0-1 0,0-2 0,1 0 0,0-2 0,0-1 0,0-1 0,-24-14 0,-15-4 0,-406-128 0,427 140 0,0-2 0,1-2 0,-57-35 0,-11-5 0,73 41 0,25 10 0,-1 2 0,0 0 0,-1 1 0,1 0 0,-1 1 0,0 1 0,-1 0 0,1 1 0,-25-1 0,-81 6-1365,98-2-5461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7:08:35.285"/>
    </inkml:context>
    <inkml:brush xml:id="br0">
      <inkml:brushProperty name="width" value="0.05" units="cm"/>
      <inkml:brushProperty name="height" value="0.05" units="cm"/>
      <inkml:brushProperty name="color" value="#E71224"/>
    </inkml:brush>
  </inkml:definitions>
  <inkml:trace contextRef="#ctx0" brushRef="#br0">1155 2148 24575,'-1'-1'0,"-1"-1"0,1 0 0,-1 0 0,1 0 0,-1 1 0,1-1 0,-1 0 0,0 1 0,0 0 0,0-1 0,0 1 0,0 0 0,0 0 0,0 0 0,-3 0 0,-2-3 0,-91-45 0,-1 5 0,-156-47 0,199 72 0,2-3 0,0-2 0,2-2 0,1-3 0,1-2 0,1-2 0,-49-44 0,82 64 0,2-1 0,-1 0 0,2-1 0,-1 0 0,2-1 0,0 0 0,2-1 0,-1-1 0,2 0 0,0 0 0,2 0 0,0-1 0,0-1 0,2 1 0,1-1 0,-4-33 0,-1-44 0,-2-16 0,4-1 0,9-134 0,0 238 0,1-1 0,-1 0 0,2 1 0,-1 0 0,2 0 0,-1 0 0,1 0 0,1 1 0,0-1 0,0 2 0,0-1 0,13-12 0,9-7 0,2 0 0,32-22 0,-38 32 0,1 2 0,1 1 0,1 1 0,0 1 0,31-10 0,150-39 0,-124 39 0,-5 0 0,76-22 0,235-37 0,71-10 0,-143 22 0,-203 52 0,180-4 0,119 25 0,-182 1 0,1413-3 0,-1360 23 0,-12 1 0,-42-24 0,287 10 0,-27 37 0,-221-21 0,-205-21 0,16 5 0,0 4 0,79 26 0,-37-9 0,21 15 0,-96-30 0,66 16 0,-11-16 0,0-6 0,141-1 0,-134-7 0,-91-1 0,0 1 0,0 1 0,0 0 0,-1 1 0,35 16 0,39 10 0,6-10 0,-42-10 0,0 3 0,60 23 0,-79-22 0,0 2 0,-2 2 0,54 37 0,-84-53 0,-1 0 0,0 1 0,0-1 0,0 1 0,-1 0 0,1 0 0,-1 0 0,0 0 0,0 1 0,-1-1 0,1 1 0,-1 0 0,0 0 0,0 0 0,0 0 0,-1 0 0,0 0 0,0 0 0,0 6 0,3 5 0,3 7 0,0-1 0,2 0 0,21 38 0,-16-33 0,19 49 0,-4 33 0,-4 1 0,13 135 0,-34-216 0,-3-25 0,0 1 0,-1 0 0,1 0 0,-1 1 0,0-1 0,0 0 0,0 0 0,-1 0 0,1 0 0,-2 0 0,1 0 0,0-1 0,-1 1 0,0 0 0,0 0 0,0-1 0,0 1 0,-1-1 0,0 0 0,0 0 0,0 0 0,0 0 0,-1-1 0,0 1 0,1-1 0,-1 0 0,-1 0 0,-7 5 0,-27 11 0,-1-1 0,-1-2 0,0-2 0,-83 17 0,63-16 0,-403 72 0,311-75 0,89-9 0,1 3 0,-94 22 0,-52 30 0,-172 41 0,225-56 0,100-25 0,-72 12 0,-78 0 0,-310 5 0,327-33 0,-461 14 0,501-5 0,17 1 0,-213-10 0,275-12 0,1-2 0,-71-23 0,-22-4 0,-593-80 0,278 82 0,-192 10 0,462 25 0,-187 5 0,380-2 0,0 2 0,0 0 0,0 0 0,-19 9 0,18-7 0,-1 0 0,1-1 0,-21 3 0,-3-4 0,-51-4 0,53-1 0,-69 6 0,89 0 39,1 0 0,-28 10-1,28-8-531,0-1-1,-32 6 0,27-9-6332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7:08:16.538"/>
    </inkml:context>
    <inkml:brush xml:id="br0">
      <inkml:brushProperty name="width" value="0.05" units="cm"/>
      <inkml:brushProperty name="height" value="0.05" units="cm"/>
      <inkml:brushProperty name="color" value="#E71224"/>
    </inkml:brush>
  </inkml:definitions>
  <inkml:trace contextRef="#ctx0" brushRef="#br0">284 283 24575,'26'-2'0,"0"-1"0,-1-2 0,1-1 0,-1 0 0,38-17 0,18-3 0,133-50 0,-10 3 0,-171 63 0,10-3 0,0 1 0,1 2 0,78-7 0,246 30 0,-256-5 0,235 20 0,-308-22 0,-1 1 0,0 3 0,-1 1 0,68 29 0,-26-9 0,140 45 0,-199-69 0,0 1 0,-1 0 0,0 2 0,-1 1 0,0 0 0,-1 1 0,26 23 0,-2 3 0,58 70 0,-79-84 0,-1 0 0,-1 1 0,-2 1 0,0 1 0,-2 0 0,-1 1 0,-1 0 0,-1 1 0,-2 0 0,-1 1 0,-1 0 0,-2 0 0,-1 0 0,1 40 0,-7 649 0,2-683 0,2 1 0,2-1 0,2 0 0,11 40 0,-2-33 0,25 52 0,5 11 0,-26-50 0,-3 0 0,-3 2 0,11 95 0,-12 179 0,-13 650 0,29-662 0,-14-206 0,16 113 0,-8-72 0,3 217 0,-27 1211 0,0-1509 0,-22 134 0,-34 72 0,47-232 0,-21 117 0,-20 80 0,31-168 0,-30 97 0,41-147 0,-1-1 0,-2 1 0,-1-2 0,-22 32 0,23-39 0,-1-2 0,0 1 0,-1-2 0,-1 0 0,-1-1 0,0-1 0,0 0 0,-1-1 0,-1-1 0,0-1 0,-1-1 0,-30 11 0,-35 11 0,-93 21 0,129-41 0,0-2 0,-1-3 0,-76 1 0,7-7 0,-184-8 0,263 2 0,0-2 0,-68-23 0,77 20 0,-1 1 0,0 2 0,0 1 0,-1 2 0,-39-2 0,-77 11 0,-117-5 0,250-2 0,0-2 0,0 1 0,0-2 0,1 0 0,-1-1 0,2 0 0,-1-1 0,-24-18 0,-27-14 0,-173-88 0,230 122 0,0-1 0,1 0 0,0 0 0,0 0 0,1-1 0,0 0 0,0-1 0,0 0 0,1 0 0,1 0 0,-5-10 0,-8-21 0,-19-60 0,15 38 0,-8-17 0,2-2 0,5-1 0,3-1 0,4 0 0,-8-112 0,13 87 0,-39-170 0,23 145 0,-5-15 0,-25-180 0,47-230 0,13 327 0,-1-165 0,-5-417 0,-8 593 0,-2-100 0,14-446 0,-26 467 0,13 194 0,0-109 0,-4-449 0,-8 352 0,17-106 0,9 243 0,-2 167 0,0 0 0,0-1 0,1 1 0,0-1 0,0 1 0,1 0 0,0 0 0,0 0 0,6-13 0,-5 15 0,1 0 0,-1 1 0,1-1 0,0 1 0,0 0 0,1 0 0,-1 1 0,1-1 0,0 1 0,0 0 0,0 0 0,0 1 0,6-3 0,82-32-1365,-72 27-5461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7:08:21.586"/>
    </inkml:context>
    <inkml:brush xml:id="br0">
      <inkml:brushProperty name="width" value="0.05" units="cm"/>
      <inkml:brushProperty name="height" value="0.05" units="cm"/>
      <inkml:brushProperty name="color" value="#E71224"/>
    </inkml:brush>
  </inkml:definitions>
  <inkml:trace contextRef="#ctx0" brushRef="#br0">967 1585 24575,'0'-28'0,"13"-331"0,-8 312 0,2 1 0,3 1 0,1 0 0,2 0 0,33-73 0,-16 58 0,2 2 0,3 1 0,2 2 0,50-57 0,-63 87 0,1 0 0,2 2 0,0 1 0,42-26 0,127-63 0,-195 110 0,91-42 0,142-46 0,-197 76 0,233-79 0,-240 86 0,0 1 0,1 1 0,0 2 0,0 1 0,52 6 0,1-2 0,51-5 0,-55-1 0,105 11 0,-135 2 0,-1 2 0,-1 2 0,0 2 0,-1 2 0,72 40 0,-44-15 0,-2 2 0,-2 4 0,87 77 0,177 195 0,-207-192 0,86 110 0,-97-102 0,-75-86 0,-2 1 0,-2 2 0,32 64 0,71 185 0,24 229 0,-39-104 0,-43-162 0,-13 3 0,59 456 0,-92-221 0,-39 4 0,-1-182 0,-27 361 0,11-577 0,-6-1 0,-50 138 0,52-176 0,15-39 0,1-1 0,-3 38 0,6-39 0,-1-1 0,-13 49 0,-55 149 0,-34 95 0,76-232 0,19-49 0,-2-2 0,-34 67 0,36-87 0,-1 0 0,-1-1 0,-1 0 0,-1-2 0,0 1 0,-1-2 0,0 0 0,-26 15 0,1-3 0,-1-3 0,-82 34 0,-2-14 0,83-30 0,0 1 0,1 3 0,-44 24 0,61-29 0,-1-1 0,0-1 0,-1-2 0,-35 8 0,-37 13 0,-103 32 0,21-8 0,-151 53 0,158-57 0,99-31 0,37-10 0,-1-2 0,1-1 0,-45 0 0,-125-7 0,86-2 0,21 3 0,-227-11 0,289 6 0,0-1 0,1-2 0,-1-2 0,1-2 0,1-2 0,-44-21 0,28 4 0,2-2 0,0-3 0,3-1 0,-87-87 0,20 26 0,77 67 0,1-2 0,-57-62 0,33 17 0,3-3 0,3-2 0,5-3 0,-59-131 0,49 77 0,-121-294 0,130 294 0,-38-168 0,-10-58 0,7 30 0,70 234 0,-14-136 0,-6-39 0,6 53 0,-8-391 0,47-734 0,-2 1306 0,2 0 0,2 0 0,2 1 0,2 0 0,2 0 0,1 1 0,3 0 0,33-71 0,49-106 0,-88 202 0,17-35 0,2 1 0,35-48 0,87-84 0,3-29 18,-22 28 16,-101 146-507,2 2 1,65-57 0,-74 73-6354</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7:08:26.199"/>
    </inkml:context>
    <inkml:brush xml:id="br0">
      <inkml:brushProperty name="width" value="0.05" units="cm"/>
      <inkml:brushProperty name="height" value="0.05" units="cm"/>
      <inkml:brushProperty name="color" value="#E71224"/>
    </inkml:brush>
  </inkml:definitions>
  <inkml:trace contextRef="#ctx0" brushRef="#br0">898 135 24575,'274'-10'0,"-218"3"0,0-1 0,99-30 0,-106 26 0,1 2 0,0 3 0,0 2 0,1 2 0,64 4 0,-49 0 0,0-3 0,74-11 0,-120 9 0,22-3 0,52-3 0,-78 9 0,-1 2 0,1 0 0,-1 0 0,1 2 0,-1 0 0,28 9 0,53 28 0,-2 5 0,125 80 0,-143-79 0,-64-39 0,243 152 0,-216-130 0,-1 0 0,-2 3 0,-1 1 0,37 45 0,-36-30 0,-1 2 0,45 88 0,39 118 0,-10-19 0,149 313 0,-237-499 0,-2 1 0,22 106 0,2 113 0,-39-246 0,10 137 0,-8 232 0,-1 11 0,53 348 0,-23-507 0,-19-153 0,7 178 0,-21-22 0,-6 246 0,-5-396 0,-6-1 0,-52 191 0,59-259 0,-92 278 0,86-266 0,2 0 0,2 0 0,2 1 0,2 0 0,-2 49 0,7 80 0,3-123 0,-1 0 0,-3 0 0,-3-1 0,-1 1 0,-15 58 0,8-57 0,3 2 0,-5 64 0,9-63 0,-2 0 0,-14 53 0,14-79 0,-1 0 0,-23 49 0,26-66 0,0-1 0,0 0 0,-1 0 0,0 0 0,0-1 0,-1 0 0,0 0 0,-1-1 0,0 0 0,-13 8 0,-6 3 0,2 2 0,-32 30 0,36-30 0,0-1 0,-2 0 0,-40 23 0,22-20 0,-48 27 0,-167 65 0,234-107 0,0-1 0,0-2 0,-1 0 0,-38 1 0,-102-9 0,55 0 0,43 3 0,-199 8 0,231-4 0,0 2 0,0 2 0,1 1 0,0 1 0,-56 25 0,57-21 0,-1-1 0,-1-1 0,0-2 0,0-2 0,-67 7 0,-179-9 0,216-6 0,54 1 0,-1-1 0,1-1 0,0 0 0,0 0 0,0 0 0,0-2 0,0 1 0,0-1 0,1-1 0,0 1 0,0-2 0,0 1 0,1-1 0,0 0 0,0-1 0,-14-14 0,-3-9 0,2 0 0,1-2 0,-24-44 0,-7-9 0,-17-29 0,-102-226 0,139 253 0,3-1 0,-30-152 0,-17-58 0,-27-45 0,5 16 0,20 118 0,-3-13 0,17 42 0,-23-84 0,72 201 0,-51-217 0,54 205 0,-9-137 0,19 113 0,-29-187 0,16 193 0,-5-163 0,21-97 0,3 166 0,-3-1829 0,2 1973 0,1 1 0,2-1 0,14-52 0,43-122 0,-6 26 0,-47 158 0,1 0 0,2 1 0,1 1 0,1 0 0,2 0 0,24-33 0,-23 35 0,-14 22 0,1 1 0,-1-1 0,1 1 0,1 0 0,-1 0 0,1 0 0,0 1 0,0 0 0,1 0 0,-1 0 0,1 0 0,0 1 0,0 0 0,14-6 0,513-192 0,-450 172-1365,-18 8-5461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7:08:30.754"/>
    </inkml:context>
    <inkml:brush xml:id="br0">
      <inkml:brushProperty name="width" value="0.05" units="cm"/>
      <inkml:brushProperty name="height" value="0.05" units="cm"/>
      <inkml:brushProperty name="color" value="#E71224"/>
    </inkml:brush>
  </inkml:definitions>
  <inkml:trace contextRef="#ctx0" brushRef="#br0">1746 1957 24575,'-64'-3'0,"0"-2"0,0-2 0,-114-30 0,89 19 0,58 12 0,-1 0 0,1-2 0,-48-19 0,57 15 0,1 0 0,-35-27 0,34 22 0,-47-26 0,-205-80 0,87 42 0,162 70 0,0-1 0,1-2 0,1 0 0,0-1 0,1-1 0,0-2 0,2 0 0,0-1 0,1-1 0,0 0 0,2-2 0,1 0 0,-26-46 0,10 7 0,-45-99 0,69 139 0,1 0 0,1-1 0,1 0 0,1 0 0,1-1 0,0-23 0,9-285 0,-4 309 0,1 1 0,0 0 0,2 0 0,1 0 0,0 1 0,2 0 0,0 0 0,1 1 0,22-35 0,-22 42 0,0 0 0,0 1 0,1 0 0,1 1 0,0 0 0,0 0 0,1 1 0,0 1 0,0 0 0,1 0 0,0 2 0,1-1 0,-1 2 0,1 0 0,16-4 0,46-6 0,1 3 0,105-3 0,160 15 0,-157 3 0,191-2 0,526-3 0,-340-46 0,-406 29 0,-37 11 0,142 9 0,-101 2 0,2997-2 0,-3141 0 0,-1 1 0,0 0 0,0 1 0,0 1 0,17 7 0,14 3 0,186 45 0,-139-33 0,0 3 0,156 75 0,-160-57 0,-2 3 0,134 105 0,-207-143 0,-1 1 0,0 1 0,-1 0 0,-1 0 0,0 1 0,17 32 0,25 34 0,-44-69 0,-1 1 0,0 0 0,0 0 0,-1 1 0,-1 0 0,0 0 0,-1 1 0,3 14 0,0 11 0,5 72 0,-2 10 0,5 111 0,-15-169 0,-4-1 0,-1 0 0,-15 68 0,14-110 0,-1-1 0,0 1 0,-2-1 0,0-1 0,-1 0 0,-1 0 0,-1 0 0,-1-2 0,0 1 0,-1-2 0,-1 1 0,0-2 0,-20 16 0,12-14 0,0-1 0,-2-1 0,0-1 0,0-1 0,-2-1 0,1-1 0,-1-2 0,-51 12 0,-16-3 0,-121 7 0,53-8 0,-427 82 0,471-78 0,-223 54 0,9-2 0,233-57 0,-142 7 0,108-23 0,79-1 0,0 1 0,1 3 0,-55 10 0,-35 16 0,-1-7 0,-203 5 0,-392-27 0,262-2 0,449-1 0,0-1 0,0-2 0,1 0 0,0-2 0,0-1 0,0-1 0,-24-14 0,-15-4 0,-406-128 0,427 140 0,0-2 0,1-2 0,-57-35 0,-11-5 0,73 41 0,25 10 0,-1 2 0,0 0 0,-1 1 0,1 0 0,-1 1 0,0 1 0,-1 0 0,1 1 0,-25-1 0,-81 6-1365,98-2-5461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7:08:35.285"/>
    </inkml:context>
    <inkml:brush xml:id="br0">
      <inkml:brushProperty name="width" value="0.05" units="cm"/>
      <inkml:brushProperty name="height" value="0.05" units="cm"/>
      <inkml:brushProperty name="color" value="#E71224"/>
    </inkml:brush>
  </inkml:definitions>
  <inkml:trace contextRef="#ctx0" brushRef="#br0">1155 2148 24575,'-1'-1'0,"-1"-1"0,1 0 0,-1 0 0,1 0 0,-1 1 0,1-1 0,-1 0 0,0 1 0,0 0 0,0-1 0,0 1 0,0 0 0,0 0 0,0 0 0,-3 0 0,-2-3 0,-91-45 0,-1 5 0,-156-47 0,199 72 0,2-3 0,0-2 0,2-2 0,1-3 0,1-2 0,1-2 0,-49-44 0,82 64 0,2-1 0,-1 0 0,2-1 0,-1 0 0,2-1 0,0 0 0,2-1 0,-1-1 0,2 0 0,0 0 0,2 0 0,0-1 0,0-1 0,2 1 0,1-1 0,-4-33 0,-1-44 0,-2-16 0,4-1 0,9-134 0,0 238 0,1-1 0,-1 0 0,2 1 0,-1 0 0,2 0 0,-1 0 0,1 0 0,1 1 0,0-1 0,0 2 0,0-1 0,13-12 0,9-7 0,2 0 0,32-22 0,-38 32 0,1 2 0,1 1 0,1 1 0,0 1 0,31-10 0,150-39 0,-124 39 0,-5 0 0,76-22 0,235-37 0,71-10 0,-143 22 0,-203 52 0,180-4 0,119 25 0,-182 1 0,1413-3 0,-1360 23 0,-12 1 0,-42-24 0,287 10 0,-27 37 0,-221-21 0,-205-21 0,16 5 0,0 4 0,79 26 0,-37-9 0,21 15 0,-96-30 0,66 16 0,-11-16 0,0-6 0,141-1 0,-134-7 0,-91-1 0,0 1 0,0 1 0,0 0 0,-1 1 0,35 16 0,39 10 0,6-10 0,-42-10 0,0 3 0,60 23 0,-79-22 0,0 2 0,-2 2 0,54 37 0,-84-53 0,-1 0 0,0 1 0,0-1 0,0 1 0,-1 0 0,1 0 0,-1 0 0,0 0 0,0 1 0,-1-1 0,1 1 0,-1 0 0,0 0 0,0 0 0,0 0 0,-1 0 0,0 0 0,0 0 0,0 6 0,3 5 0,3 7 0,0-1 0,2 0 0,21 38 0,-16-33 0,19 49 0,-4 33 0,-4 1 0,13 135 0,-34-216 0,-3-25 0,0 1 0,-1 0 0,1 0 0,-1 1 0,0-1 0,0 0 0,0 0 0,-1 0 0,1 0 0,-2 0 0,1 0 0,0-1 0,-1 1 0,0 0 0,0 0 0,0-1 0,0 1 0,-1-1 0,0 0 0,0 0 0,0 0 0,0 0 0,-1-1 0,0 1 0,1-1 0,-1 0 0,-1 0 0,-7 5 0,-27 11 0,-1-1 0,-1-2 0,0-2 0,-83 17 0,63-16 0,-403 72 0,311-75 0,89-9 0,1 3 0,-94 22 0,-52 30 0,-172 41 0,225-56 0,100-25 0,-72 12 0,-78 0 0,-310 5 0,327-33 0,-461 14 0,501-5 0,17 1 0,-213-10 0,275-12 0,1-2 0,-71-23 0,-22-4 0,-593-80 0,278 82 0,-192 10 0,462 25 0,-187 5 0,380-2 0,0 2 0,0 0 0,0 0 0,-19 9 0,18-7 0,-1 0 0,1-1 0,-21 3 0,-3-4 0,-51-4 0,53-1 0,-69 6 0,89 0 39,1 0 0,-28 10-1,28-8-531,0-1-1,-32 6 0,27-9-6332</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20:29:21.115"/>
    </inkml:context>
    <inkml:brush xml:id="br0">
      <inkml:brushProperty name="width" value="0.05" units="cm"/>
      <inkml:brushProperty name="height" value="0.05" units="cm"/>
      <inkml:brushProperty name="color" value="#E71224"/>
    </inkml:brush>
  </inkml:definitions>
  <inkml:trace contextRef="#ctx0" brushRef="#br0">102 7630 24575,'-1'-60'0,"-3"0"0,-22-117 0,17 121 0,-3-106 0,10 110 0,-2-1 0,-17-83 0,12 83 0,2 0 0,3-1 0,2 1 0,6-66 0,-1 2 0,1 52 0,3 2 0,3-1 0,34-116 0,7-38 0,-6-92 0,-26 169 0,-13 94 0,52-323 0,-19 139 0,40-177 0,48-20 0,-120 406 0,19-66 0,18-56 0,71-160 0,-115 304 0,57-127 0,113-182 0,-102 201 0,101-221 0,-137 263 0,48-73 0,24-46 0,-54 85 0,5 2 0,105-142 0,168-154 0,-84 165 0,-16 18 0,-199 175 0,0 0 0,-3-2 0,23-42 0,-24 37 0,3 1 0,40-49 0,-51 74 0,0 1 0,1 0 0,0 1 0,1 1 0,42-23 0,113-41 0,-108 50 0,77-34 0,172-70 0,-288 124 0,1 2 0,0 2 0,0 0 0,0 2 0,0 0 0,1 3 0,36 3 0,25 0 0,-1-5 0,-31-1 0,0 3 0,113 16 0,-147-10 0,0 1 0,-1 1 0,0 1 0,32 20 0,15 6 0,1-4 0,-2 3 0,85 58 0,-137-81 0,0 2 0,-1-1 0,0 2 0,-1 0 0,0 1 0,-2 0 0,0 1 0,-1 1 0,0 0 0,-2 1 0,0 0 0,15 40 0,-12-8 0,4 6 0,-2 2 0,-3 0 0,5 77 0,-15 395 0,-5-252 0,2-244 0,-1-1 0,-3 0 0,0-1 0,-12 40 0,-51 127 0,39-124 0,-24 104 0,32-105 0,-3-1 0,-3-2 0,-50 94 0,39-87 0,2 3 0,-28 99 0,-59 187 0,0-1 0,96-288 0,-2-1 0,-41 76 0,2-3 0,-69 154 0,-11 25 0,-12-5 0,100-215 0,-66 173 0,-98 271 0,200-497 0,-60 126 0,-21 50 0,76-165 0,-3-1 0,-62 94 0,-98 112 0,-46 73 0,35-9 0,176-296 0,-2-2 0,-2-1 0,-1-1 0,-2-2 0,-68 55 0,78-72 0,-1-1 0,-1-1 0,0-1 0,-1-1 0,-1-2 0,-33 11 0,-180 42 0,204-57 0,-29 5 0,-1-3 0,-93 2 0,-139-13 0,110-2 0,183 3 0,-32 0 0,0-1 0,-62-10 0,87 8 0,0 0 0,0-1 0,0-1 0,1 0 0,-1 0 0,1-1 0,1-1 0,-1 0 0,1-1 0,0 0 0,-11-11 0,-6-10 0,0-1 0,2-1 0,1-1 0,-23-42 0,10 8 0,-35-91 0,64 137-116,-3-6-196,1 0-1,2-1 1,-11-47 0,17 54-6514</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20:29:25.696"/>
    </inkml:context>
    <inkml:brush xml:id="br0">
      <inkml:brushProperty name="width" value="0.05" units="cm"/>
      <inkml:brushProperty name="height" value="0.05" units="cm"/>
      <inkml:brushProperty name="color" value="#E71224"/>
    </inkml:brush>
  </inkml:definitions>
  <inkml:trace contextRef="#ctx0" brushRef="#br0">638 8167 24575,'-1'-9'0,"-1"-1"0,0 1 0,0-1 0,-1 1 0,0 0 0,-1 0 0,0 0 0,0 1 0,-1-1 0,-9-11 0,-3-9 0,-255-534 0,223 434 0,6-2 0,-42-212 0,63 222 0,-12-191 0,-1-12 0,19 219 0,-4-143 0,20-2918 0,2 1389 0,-2 1316 0,0 445 0,1-1 0,1 1 0,0-1 0,6-20 0,-7 30 0,1 1 0,1 0 0,-1 0 0,1 0 0,0 0 0,0 0 0,1 1 0,-1-1 0,1 1 0,1 0 0,-1 0 0,1 0 0,9-7 0,11-4 0,1 2 0,1 1 0,0 0 0,57-16 0,119-20 0,-149 39 0,0 3 0,1 3 0,0 1 0,-1 3 0,1 3 0,63 10 0,-52-1 0,-1 3 0,0 2 0,-2 3 0,102 48 0,65 65 0,-211-121 0,40 31 0,-2 2 0,-2 3 0,74 84 0,-41-41 0,-42-41 0,-3 3 0,-2 1 0,-2 2 0,-3 2 0,35 75 0,-40-74 0,10 16 0,-3 3 0,45 133 0,68 373 0,-86-192 0,-49-280 0,3 157 0,-21 116 0,-2-131 0,4 3227 0,-31-3114 0,21-293 0,-26 121 0,21-129 0,3 1 0,-3 73 0,13-114 0,-1 1 0,-1-1 0,-1 0 0,-1 0 0,-2 0 0,-16 39 0,-33 103 0,41-115 0,-2 0 0,-2-1 0,-31 58 0,44-98 0,0 1 0,-1-1 0,0 0 0,-1-1 0,0 1 0,0-2 0,-2 0 0,1 0 0,-1 0 0,0-2 0,-1 1 0,0-2 0,-1 1 0,1-2 0,-1 1 0,-1-2 0,-15 5 0,-12 2 0,-1-3 0,-1-1 0,-83 4 0,-136-13 0,104-3 0,137 4 0,0-1 0,0-1 0,1-1 0,-1-1 0,1-1 0,0-1 0,0 0 0,0-2 0,1 0 0,0-1 0,1-1 0,-20-14 0,-85-45 0,86 50 0,1-1 0,0-2 0,-55-44 0,68 43-84,1-2 0,2 1 0,-31-48 0,29 40-945,11 17-5797</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20:29:31.592"/>
    </inkml:context>
    <inkml:brush xml:id="br0">
      <inkml:brushProperty name="width" value="0.05" units="cm"/>
      <inkml:brushProperty name="height" value="0.05" units="cm"/>
      <inkml:brushProperty name="color" value="#E71224"/>
    </inkml:brush>
  </inkml:definitions>
  <inkml:trace contextRef="#ctx0" brushRef="#br0">1 7695 24575,'0'-1865'0,"45"1342"0,-40 486 0,6-49 0,0-18 0,6 0 0,37-127 0,-35 169 0,119-424 0,-106 337 0,7 2 0,64-159 0,84-119 0,-107 248 0,315-722 0,-348 810 0,3 3 0,73-96 0,24-40 0,-88 135 0,3 2 0,81-84 0,-77 92 0,-27 38 0,1 1 0,2 2 0,89-59 0,-19 15 0,29-22 0,-57 43 0,111-101 0,-151 117 0,-11 8 0,3 1 0,0 2 0,2 2 0,1 1 0,58-32 0,-54 41 0,0 2 0,1 1 0,67-15 0,201-70 0,-277 89 0,-24 9 0,-1 0 0,1 1 0,0 0 0,0 0 0,0 1 0,0 1 0,0 0 0,1 1 0,-1 0 0,0 1 0,0 0 0,0 0 0,1 1 0,-2 1 0,1 0 0,0 0 0,0 1 0,-1 1 0,0-1 0,0 2 0,0-1 0,-1 2 0,17 13 0,412 377 0,-426-385 0,-1 2 0,-1 0 0,0 0 0,-1 1 0,0 0 0,-2 0 0,1 1 0,5 21 0,35 140 0,-40-140 0,11 44 0,-3 1 0,-3 1 0,2 120 0,-14 256 0,-5 305 0,-1-677 0,-4-1 0,-31 130 0,-65 167 0,68-257 0,-155 389 0,148-408 0,-45 77 0,49-108 0,18-26 0,2 1 0,-14 59 0,-11 31 0,-43 100 0,-63 152 0,19-52 0,87-189 0,-131 399 0,130-389 0,35-116 0,-1-1 0,-32 72 0,-55 100 0,-167 325 0,80-249 0,-115 157 0,290-436 0,-1 0 0,-1-1 0,0 0 0,0 0 0,-30 19 0,-85 43 0,-7 4 0,101-56 0,-2-2 0,0-1 0,-1-2 0,-50 17 0,-160 38 0,220-66 0,-26 7 0,21-4 0,-1-1 0,0-2 0,0-1 0,-58 1 0,-9-6 0,-108-5 0,191 2 0,0-1 0,1-1 0,0 0 0,0-1 0,0-1 0,0 0 0,1-1 0,0-1 0,1 0 0,-1-1 0,2-1 0,-1 0 0,1-1 0,1 0 0,0-1 0,1 0 0,0-1 0,1-1 0,0 1 0,1-1 0,1-1 0,-8-17 0,13 26 0,-123-244 0,5 63 0,3 6 0,114 173-195,0 1 0,1 0 0,0-1 0,0 0 0,1 0 0,-2-12 0,1 1-6631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20:29:37.137"/>
    </inkml:context>
    <inkml:brush xml:id="br0">
      <inkml:brushProperty name="width" value="0.05" units="cm"/>
      <inkml:brushProperty name="height" value="0.05" units="cm"/>
      <inkml:brushProperty name="color" value="#E71224"/>
    </inkml:brush>
  </inkml:definitions>
  <inkml:trace contextRef="#ctx0" brushRef="#br0">3812 8218 24575,'-12'-5'0,"1"0"0,-1 0 0,1-1 0,-20-14 0,4 4 0,-93-56 0,4-5 0,4-4 0,2-6 0,-146-151 0,213 197 0,-69-51 0,-23-21 0,-37-43 0,-13-12 0,-172-217 0,-79-125 0,349 409 0,4-3 0,5-4 0,-105-192 0,121 192 0,-105-208 0,127 235 0,-66-99 0,4 9 0,65 103 0,3-1 0,-35-107 0,27 34 0,16 46 0,-9-23 0,17 66 0,3-1 0,3 0 0,2-1 0,2 0 0,-1-62 0,8 32 0,1 42 0,-2 1 0,-9-55 0,-51-288 0,50 280 0,7 45 0,-27-115 0,23 136 0,-7-70 0,0-3 0,-39-237 0,26 97 0,25 196 0,-8-56 0,-5-90 0,5 41 0,0-9 0,-5-146 0,11 215 0,5-101 0,3 82 0,-1 109 0,0 0 0,1 1 0,1 0 0,-1-1 0,1 1 0,1 0 0,0 0 0,1 1 0,-1-1 0,2 1 0,-1 0 0,2 1 0,-1-1 0,1 1 0,0 0 0,0 1 0,1-1 0,11-7 0,2 0 0,0 0 0,2 1 0,-1 1 0,1 0 0,1 2 0,33-10 0,-21 11 0,0 2 0,1 1 0,-1 2 0,61-1 0,147 19 0,-214-9 0,0 2 0,-1 0 0,1 2 0,-2 2 0,53 23 0,124 86 0,-170-97 0,187 106 0,77 49 0,-162-82 0,233 212 0,-216-176 0,-10-10 0,384 405 0,-411-407 0,-57-53 0,65 95 0,-3-4 0,-41-63 0,-5-7 0,-3 3 0,93 150 0,31 81 0,-95-161 0,112 145 0,-40-63 0,42 69 0,22 34 0,86 147 0,-242-357 0,112 251 0,-155-282 0,-4 2 0,27 142 0,-51-200 0,45 154 0,-34-135 0,-3 2 0,-3 0 0,13 132 0,-26 458 0,-6-333 0,4-274 0,1-25 0,-2 1 0,-1-1 0,-1 1 0,-1-1 0,-12 45 0,12-62 0,0 0 0,0 0 0,-1 0 0,0-1 0,-1 1 0,0-1 0,0-1 0,-1 1 0,0-1 0,-1 1 0,1-2 0,-2 1 0,1-1 0,-1 0 0,-12 8 0,-64 35 0,-1-4 0,-159 62 0,164-75 0,-102 44 0,-360 149 0,505-214 0,-1-2 0,0-1 0,-1-2 0,1-2 0,-1-1 0,0-2 0,-1-2 0,1-1 0,0-2 0,-40-9 0,47 5 0,0-2 0,-41-16 0,-8-3 0,39 17-102,30 9-3,0-1 0,0 0 0,1 0-1,0-1 1,-1-1 0,1 0-1,1 0 1,-1-1 0,1-1 0,0 1-1,-11-11 1,3-4-6721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20:29:42.075"/>
    </inkml:context>
    <inkml:brush xml:id="br0">
      <inkml:brushProperty name="width" value="0.05" units="cm"/>
      <inkml:brushProperty name="height" value="0.05" units="cm"/>
      <inkml:brushProperty name="color" value="#E71224"/>
    </inkml:brush>
  </inkml:definitions>
  <inkml:trace contextRef="#ctx0" brushRef="#br0">3131 8686 24575,'-54'-56'0,"-372"-398"0,41-32 0,322 385 0,-80-180 0,71 134 0,-232-525 0,163 349 0,-171-389 0,-48-134 0,156 363 0,-12-17 0,-16-101 0,189 480 0,5-1 0,-27-162 0,55 235 0,0 4 0,-7-34 0,2 0 0,-6-124 0,24-521 0,-2 695 0,2-1 0,1 1 0,1 0 0,1 0 0,2 0 0,19-48 0,90-157 0,-87 183 0,2 1 0,2 1 0,2 2 0,3 2 0,46-43 0,-64 70 0,39-24 0,17-14 0,-58 40 0,0 2 0,0 0 0,1 2 0,1 0 0,0 1 0,1 1 0,0 1 0,27-8 0,-6 2 0,55-29 0,21-8 0,-37 25 0,1 3 0,170-23 0,-113 26 0,140-15 0,-231 33 0,0 2 0,0 2 0,82 12 0,-105-7 0,1 1 0,-1 1 0,-1 1 0,0 1 0,0 2 0,-1 0 0,0 2 0,-1 1 0,38 31 0,-24-14 0,-2 2 0,-2 1 0,-1 2 0,46 67 0,-54-65 0,-3 0 0,0 1 0,28 83 0,24 136 0,-35-112 0,1-6 0,31 211 0,-45-177 0,8-1 0,66 209 0,62 150 0,-19-53 0,-76-254 0,21 65 0,-60-209 0,-4 1 0,20 147 0,-31-161 0,4-1 0,47 130 0,-18-62 0,162 558 0,-195-647 0,-2 1 0,-2 0 0,3 75 0,-13 150 0,-2-116 0,3 778 0,3-899 0,9 52 0,-5-52 0,0 49 0,-5-65 0,0 0 0,1-1 0,1 1 0,1-1 0,8 24 0,-4-13 0,-1 1 0,-2-1 0,3 58 0,-10 99 0,0-73 0,2-58 0,-15 380 0,10-377 0,4-31 0,-1 0 0,-1 0 0,-1 0 0,-2 0 0,-1 0 0,-1-1 0,-18 40 0,21-60 0,0 0 0,0 0 0,0 0 0,-1 0 0,-1-1 0,1 0 0,-1-1 0,-9 7 0,-62 35 0,71-44 0,-50 28 0,-1-4 0,-67 23 0,98-41 0,0-2 0,0 0 0,-1-2 0,0-1 0,1-1 0,-1-2 0,-39-2 0,60 0 0,0 1 0,1-2 0,-1 1 0,1-1 0,-1 0 0,1 0 0,0-1 0,0 0 0,0 0 0,0 0 0,0-1 0,-5-5 0,-1-2 0,1 0 0,0-1 0,-16-25 0,14 22-1365,1 3-5461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20:29:48.123"/>
    </inkml:context>
    <inkml:brush xml:id="br0">
      <inkml:brushProperty name="width" value="0.05" units="cm"/>
      <inkml:brushProperty name="height" value="0.05" units="cm"/>
      <inkml:brushProperty name="color" value="#E71224"/>
    </inkml:brush>
  </inkml:definitions>
  <inkml:trace contextRef="#ctx0" brushRef="#br0">23 1250 24575,'-2'-4'0,"-1"1"0,1-1 0,0 0 0,0 0 0,0 0 0,0 0 0,0 0 0,1 0 0,0 0 0,0 0 0,0-1 0,0 1 0,1 0 0,0-1 0,0 1 0,0 0 0,0-1 0,1-4 0,1-1 0,0-1 0,0 1 0,1 0 0,0 0 0,1 0 0,6-13 0,-1 7 0,2-1 0,0 2 0,1 0 0,0 0 0,1 1 0,1 0 0,0 2 0,1-1 0,1 2 0,-1 0 0,2 1 0,-1 0 0,27-10 0,21-4 0,0 2 0,102-20 0,14-4 0,621-193 0,-738 221 0,553-151 0,146 40 0,-607 109 0,131-25 0,42-5 0,-295 46 0,336-28 0,-58 8 0,47 0 0,30 22 0,203 6 0,-539 1 0,66 14 0,-68-10 0,83 6 0,-111-13 0,1 0 0,-1 2 0,0 0 0,36 13 0,86 40 0,-105-40 0,165 77 0,-176-78 0,-1 1 0,0 1 0,-1 1 0,45 45 0,-60-52 0,-1 1 0,-1 1 0,0 0 0,-1 0 0,0 1 0,-1 0 0,-1 0 0,0 0 0,-1 1 0,0 0 0,-2 0 0,0 0 0,-1 1 0,1 22 0,-3 0 0,-1 1 0,-2 0 0,-1-1 0,-19 72 0,8-61 0,-29 61 0,22-58 0,7-16 0,-2 0 0,-1-1 0,-2-2 0,-1 0 0,-2-1 0,-1-1 0,-2-1 0,-1-1 0,-1-1 0,-52 39 0,-14 0 0,-3-4 0,-199 98 0,208-127 0,-1-3 0,-129 27 0,140-40 0,7-1 0,-2-4 0,-124 9 0,-72-3 0,-123 3 0,331-19 0,-1 2 0,-82 19 0,80-12 0,-1-3 0,-70 2 0,-542-11 0,307-3 0,344 0 0,0-1 0,1-1 0,0-2 0,-1 0 0,2-2 0,-25-10 0,21 7 0,-1 2 0,0 0 0,0 2 0,-30-3 0,-350 5 0,213 9 0,131-7 0,-102-18 0,-42-3 0,7 22 0,95 4 0,0-5 0,0-4 0,-117-24 0,103 6 0,50 13 0,-121-40 0,125 27 0,0-3 0,-76-45 0,133 67 8,1-1-1,-1 0 1,1-1-1,1 1 1,0-2-1,0 1 1,0-1-1,1-1 1,0 1-1,1-1 1,0 0-1,1 0 1,0-1-1,1 0 1,-5-14-1,3-2-255,0 0 1,2 0-1,1 0 1,1-1-1,2-35 1,0 43-6579</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20:29:51.714"/>
    </inkml:context>
    <inkml:brush xml:id="br0">
      <inkml:brushProperty name="width" value="0.05" units="cm"/>
      <inkml:brushProperty name="height" value="0.05" units="cm"/>
      <inkml:brushProperty name="color" value="#E71224"/>
    </inkml:brush>
  </inkml:definitions>
  <inkml:trace contextRef="#ctx0" brushRef="#br0">0 1060 24575,'18'0'0,"0"-2"0,0 1 0,0-2 0,-1-1 0,1 0 0,-1-1 0,0 0 0,0-2 0,-1 0 0,0-1 0,18-11 0,468-243 0,-408 222 0,2 3 0,1 5 0,158-31 0,343-17 0,-13 3 0,-149 12 0,-51 8 0,140-20 0,-416 66 0,125-19 0,114-18 0,-35 7 0,-96 8 0,1 10 0,244 4 0,-179 31 0,-231-6 0,1 2 0,-1 3 0,66 22 0,139 72 0,-32-11 0,-161-71 0,0 3 0,-1 3 0,-2 2 0,91 63 0,-53-13 0,32 23 0,-122-96 0,0 0 0,-1 1 0,1 0 0,-2 0 0,1 1 0,-1-1 0,-1 2 0,0-1 0,0 1 0,-1 0 0,7 21 0,-2 1 0,-1 0 0,8 65 0,-16-94 0,-1 0 0,0 0 0,0 0 0,0 1 0,0-1 0,-1 0 0,0 0 0,0 0 0,0 0 0,0 0 0,-1-1 0,1 1 0,-1 0 0,0 0 0,0-1 0,0 1 0,-1-1 0,1 0 0,-1 0 0,0 0 0,-4 4 0,-6 3 0,-1 0 0,0-1 0,0-1 0,-19 8 0,30-14 0,-312 137 0,66-32 0,-81 36 0,248-113 0,-2-4 0,-96 18 0,1-8 0,-168 27 0,158-41 0,-66 10 0,117-9 0,-31 7 0,-321 14 0,419-40 0,0 3 0,-109 25 0,-10 1 0,-434 10 0,-3-44 0,252-2 0,270 3 0,-161-22 0,166 5 0,1-4 0,1-4 0,-144-58 0,115 31 0,-211-92 0,292 124 0,-68-19 0,75 27 0,0-1 0,1-2 0,-39-21 0,-11-5 0,67 33 0,0-1 0,1-1 0,-32-20 0,16 4-111,-113-86-1143,129 94-5572</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20:29:21.115"/>
    </inkml:context>
    <inkml:brush xml:id="br0">
      <inkml:brushProperty name="width" value="0.05" units="cm"/>
      <inkml:brushProperty name="height" value="0.05" units="cm"/>
      <inkml:brushProperty name="color" value="#E71224"/>
    </inkml:brush>
  </inkml:definitions>
  <inkml:trace contextRef="#ctx0" brushRef="#br0">102 7630 24575,'-1'-60'0,"-3"0"0,-22-117 0,17 121 0,-3-106 0,10 110 0,-2-1 0,-17-83 0,12 83 0,2 0 0,3-1 0,2 1 0,6-66 0,-1 2 0,1 52 0,3 2 0,3-1 0,34-116 0,7-38 0,-6-92 0,-26 169 0,-13 94 0,52-323 0,-19 139 0,40-177 0,48-20 0,-120 406 0,19-66 0,18-56 0,71-160 0,-115 304 0,57-127 0,113-182 0,-102 201 0,101-221 0,-137 263 0,48-73 0,24-46 0,-54 85 0,5 2 0,105-142 0,168-154 0,-84 165 0,-16 18 0,-199 175 0,0 0 0,-3-2 0,23-42 0,-24 37 0,3 1 0,40-49 0,-51 74 0,0 1 0,1 0 0,0 1 0,1 1 0,42-23 0,113-41 0,-108 50 0,77-34 0,172-70 0,-288 124 0,1 2 0,0 2 0,0 0 0,0 2 0,0 0 0,1 3 0,36 3 0,25 0 0,-1-5 0,-31-1 0,0 3 0,113 16 0,-147-10 0,0 1 0,-1 1 0,0 1 0,32 20 0,15 6 0,1-4 0,-2 3 0,85 58 0,-137-81 0,0 2 0,-1-1 0,0 2 0,-1 0 0,0 1 0,-2 0 0,0 1 0,-1 1 0,0 0 0,-2 1 0,0 0 0,15 40 0,-12-8 0,4 6 0,-2 2 0,-3 0 0,5 77 0,-15 395 0,-5-252 0,2-244 0,-1-1 0,-3 0 0,0-1 0,-12 40 0,-51 127 0,39-124 0,-24 104 0,32-105 0,-3-1 0,-3-2 0,-50 94 0,39-87 0,2 3 0,-28 99 0,-59 187 0,0-1 0,96-288 0,-2-1 0,-41 76 0,2-3 0,-69 154 0,-11 25 0,-12-5 0,100-215 0,-66 173 0,-98 271 0,200-497 0,-60 126 0,-21 50 0,76-165 0,-3-1 0,-62 94 0,-98 112 0,-46 73 0,35-9 0,176-296 0,-2-2 0,-2-1 0,-1-1 0,-2-2 0,-68 55 0,78-72 0,-1-1 0,-1-1 0,0-1 0,-1-1 0,-1-2 0,-33 11 0,-180 42 0,204-57 0,-29 5 0,-1-3 0,-93 2 0,-139-13 0,110-2 0,183 3 0,-32 0 0,0-1 0,-62-10 0,87 8 0,0 0 0,0-1 0,0-1 0,1 0 0,-1 0 0,1-1 0,1-1 0,-1 0 0,1-1 0,0 0 0,-11-11 0,-6-10 0,0-1 0,2-1 0,1-1 0,-23-42 0,10 8 0,-35-91 0,64 137-116,-3-6-196,1 0-1,2-1 1,-11-47 0,17 54-6514</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20:29:25.696"/>
    </inkml:context>
    <inkml:brush xml:id="br0">
      <inkml:brushProperty name="width" value="0.05" units="cm"/>
      <inkml:brushProperty name="height" value="0.05" units="cm"/>
      <inkml:brushProperty name="color" value="#E71224"/>
    </inkml:brush>
  </inkml:definitions>
  <inkml:trace contextRef="#ctx0" brushRef="#br0">638 8167 24575,'-1'-9'0,"-1"-1"0,0 1 0,0-1 0,-1 1 0,0 0 0,-1 0 0,0 0 0,0 1 0,-1-1 0,-9-11 0,-3-9 0,-255-534 0,223 434 0,6-2 0,-42-212 0,63 222 0,-12-191 0,-1-12 0,19 219 0,-4-143 0,20-2918 0,2 1389 0,-2 1316 0,0 445 0,1-1 0,1 1 0,0-1 0,6-20 0,-7 30 0,1 1 0,1 0 0,-1 0 0,1 0 0,0 0 0,0 0 0,1 1 0,-1-1 0,1 1 0,1 0 0,-1 0 0,1 0 0,9-7 0,11-4 0,1 2 0,1 1 0,0 0 0,57-16 0,119-20 0,-149 39 0,0 3 0,1 3 0,0 1 0,-1 3 0,1 3 0,63 10 0,-52-1 0,-1 3 0,0 2 0,-2 3 0,102 48 0,65 65 0,-211-121 0,40 31 0,-2 2 0,-2 3 0,74 84 0,-41-41 0,-42-41 0,-3 3 0,-2 1 0,-2 2 0,-3 2 0,35 75 0,-40-74 0,10 16 0,-3 3 0,45 133 0,68 373 0,-86-192 0,-49-280 0,3 157 0,-21 116 0,-2-131 0,4 3227 0,-31-3114 0,21-293 0,-26 121 0,21-129 0,3 1 0,-3 73 0,13-114 0,-1 1 0,-1-1 0,-1 0 0,-1 0 0,-2 0 0,-16 39 0,-33 103 0,41-115 0,-2 0 0,-2-1 0,-31 58 0,44-98 0,0 1 0,-1-1 0,0 0 0,-1-1 0,0 1 0,0-2 0,-2 0 0,1 0 0,-1 0 0,0-2 0,-1 1 0,0-2 0,-1 1 0,1-2 0,-1 1 0,-1-2 0,-15 5 0,-12 2 0,-1-3 0,-1-1 0,-83 4 0,-136-13 0,104-3 0,137 4 0,0-1 0,0-1 0,1-1 0,-1-1 0,1-1 0,0-1 0,0 0 0,0-2 0,1 0 0,0-1 0,1-1 0,-20-14 0,-85-45 0,86 50 0,1-1 0,0-2 0,-55-44 0,68 43-84,1-2 0,2 1 0,-31-48 0,29 40-945,11 17-5797</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20:29:31.592"/>
    </inkml:context>
    <inkml:brush xml:id="br0">
      <inkml:brushProperty name="width" value="0.05" units="cm"/>
      <inkml:brushProperty name="height" value="0.05" units="cm"/>
      <inkml:brushProperty name="color" value="#E71224"/>
    </inkml:brush>
  </inkml:definitions>
  <inkml:trace contextRef="#ctx0" brushRef="#br0">1 7695 24575,'0'-1865'0,"45"1342"0,-40 486 0,6-49 0,0-18 0,6 0 0,37-127 0,-35 169 0,119-424 0,-106 337 0,7 2 0,64-159 0,84-119 0,-107 248 0,315-722 0,-348 810 0,3 3 0,73-96 0,24-40 0,-88 135 0,3 2 0,81-84 0,-77 92 0,-27 38 0,1 1 0,2 2 0,89-59 0,-19 15 0,29-22 0,-57 43 0,111-101 0,-151 117 0,-11 8 0,3 1 0,0 2 0,2 2 0,1 1 0,58-32 0,-54 41 0,0 2 0,1 1 0,67-15 0,201-70 0,-277 89 0,-24 9 0,-1 0 0,1 1 0,0 0 0,0 0 0,0 1 0,0 1 0,0 0 0,1 1 0,-1 0 0,0 1 0,0 0 0,0 0 0,1 1 0,-2 1 0,1 0 0,0 0 0,0 1 0,-1 1 0,0-1 0,0 2 0,0-1 0,-1 2 0,17 13 0,412 377 0,-426-385 0,-1 2 0,-1 0 0,0 0 0,-1 1 0,0 0 0,-2 0 0,1 1 0,5 21 0,35 140 0,-40-140 0,11 44 0,-3 1 0,-3 1 0,2 120 0,-14 256 0,-5 305 0,-1-677 0,-4-1 0,-31 130 0,-65 167 0,68-257 0,-155 389 0,148-408 0,-45 77 0,49-108 0,18-26 0,2 1 0,-14 59 0,-11 31 0,-43 100 0,-63 152 0,19-52 0,87-189 0,-131 399 0,130-389 0,35-116 0,-1-1 0,-32 72 0,-55 100 0,-167 325 0,80-249 0,-115 157 0,290-436 0,-1 0 0,-1-1 0,0 0 0,0 0 0,-30 19 0,-85 43 0,-7 4 0,101-56 0,-2-2 0,0-1 0,-1-2 0,-50 17 0,-160 38 0,220-66 0,-26 7 0,21-4 0,-1-1 0,0-2 0,0-1 0,-58 1 0,-9-6 0,-108-5 0,191 2 0,0-1 0,1-1 0,0 0 0,0-1 0,0-1 0,0 0 0,1-1 0,0-1 0,1 0 0,-1-1 0,2-1 0,-1 0 0,1-1 0,1 0 0,0-1 0,1 0 0,0-1 0,1-1 0,0 1 0,1-1 0,1-1 0,-8-17 0,13 26 0,-123-244 0,5 63 0,3 6 0,114 173-195,0 1 0,1 0 0,0-1 0,0 0 0,1 0 0,-2-12 0,1 1-6631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20:29:37.137"/>
    </inkml:context>
    <inkml:brush xml:id="br0">
      <inkml:brushProperty name="width" value="0.05" units="cm"/>
      <inkml:brushProperty name="height" value="0.05" units="cm"/>
      <inkml:brushProperty name="color" value="#E71224"/>
    </inkml:brush>
  </inkml:definitions>
  <inkml:trace contextRef="#ctx0" brushRef="#br0">3812 8218 24575,'-12'-5'0,"1"0"0,-1 0 0,1-1 0,-20-14 0,4 4 0,-93-56 0,4-5 0,4-4 0,2-6 0,-146-151 0,213 197 0,-69-51 0,-23-21 0,-37-43 0,-13-12 0,-172-217 0,-79-125 0,349 409 0,4-3 0,5-4 0,-105-192 0,121 192 0,-105-208 0,127 235 0,-66-99 0,4 9 0,65 103 0,3-1 0,-35-107 0,27 34 0,16 46 0,-9-23 0,17 66 0,3-1 0,3 0 0,2-1 0,2 0 0,-1-62 0,8 32 0,1 42 0,-2 1 0,-9-55 0,-51-288 0,50 280 0,7 45 0,-27-115 0,23 136 0,-7-70 0,0-3 0,-39-237 0,26 97 0,25 196 0,-8-56 0,-5-90 0,5 41 0,0-9 0,-5-146 0,11 215 0,5-101 0,3 82 0,-1 109 0,0 0 0,1 1 0,1 0 0,-1-1 0,1 1 0,1 0 0,0 0 0,1 1 0,-1-1 0,2 1 0,-1 0 0,2 1 0,-1-1 0,1 1 0,0 0 0,0 1 0,1-1 0,11-7 0,2 0 0,0 0 0,2 1 0,-1 1 0,1 0 0,1 2 0,33-10 0,-21 11 0,0 2 0,1 1 0,-1 2 0,61-1 0,147 19 0,-214-9 0,0 2 0,-1 0 0,1 2 0,-2 2 0,53 23 0,124 86 0,-170-97 0,187 106 0,77 49 0,-162-82 0,233 212 0,-216-176 0,-10-10 0,384 405 0,-411-407 0,-57-53 0,65 95 0,-3-4 0,-41-63 0,-5-7 0,-3 3 0,93 150 0,31 81 0,-95-161 0,112 145 0,-40-63 0,42 69 0,22 34 0,86 147 0,-242-357 0,112 251 0,-155-282 0,-4 2 0,27 142 0,-51-200 0,45 154 0,-34-135 0,-3 2 0,-3 0 0,13 132 0,-26 458 0,-6-333 0,4-274 0,1-25 0,-2 1 0,-1-1 0,-1 1 0,-1-1 0,-12 45 0,12-62 0,0 0 0,0 0 0,-1 0 0,0-1 0,-1 1 0,0-1 0,0-1 0,-1 1 0,0-1 0,-1 1 0,1-2 0,-2 1 0,1-1 0,-1 0 0,-12 8 0,-64 35 0,-1-4 0,-159 62 0,164-75 0,-102 44 0,-360 149 0,505-214 0,-1-2 0,0-1 0,-1-2 0,1-2 0,-1-1 0,0-2 0,-1-2 0,1-1 0,0-2 0,-40-9 0,47 5 0,0-2 0,-41-16 0,-8-3 0,39 17-102,30 9-3,0-1 0,0 0 0,1 0-1,0-1 1,-1-1 0,1 0-1,1 0 1,-1-1 0,1-1 0,0 1-1,-11-11 1,3-4-6721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20:29:42.075"/>
    </inkml:context>
    <inkml:brush xml:id="br0">
      <inkml:brushProperty name="width" value="0.05" units="cm"/>
      <inkml:brushProperty name="height" value="0.05" units="cm"/>
      <inkml:brushProperty name="color" value="#E71224"/>
    </inkml:brush>
  </inkml:definitions>
  <inkml:trace contextRef="#ctx0" brushRef="#br0">3131 8686 24575,'-54'-56'0,"-372"-398"0,41-32 0,322 385 0,-80-180 0,71 134 0,-232-525 0,163 349 0,-171-389 0,-48-134 0,156 363 0,-12-17 0,-16-101 0,189 480 0,5-1 0,-27-162 0,55 235 0,0 4 0,-7-34 0,2 0 0,-6-124 0,24-521 0,-2 695 0,2-1 0,1 1 0,1 0 0,1 0 0,2 0 0,19-48 0,90-157 0,-87 183 0,2 1 0,2 1 0,2 2 0,3 2 0,46-43 0,-64 70 0,39-24 0,17-14 0,-58 40 0,0 2 0,0 0 0,1 2 0,1 0 0,0 1 0,1 1 0,0 1 0,27-8 0,-6 2 0,55-29 0,21-8 0,-37 25 0,1 3 0,170-23 0,-113 26 0,140-15 0,-231 33 0,0 2 0,0 2 0,82 12 0,-105-7 0,1 1 0,-1 1 0,-1 1 0,0 1 0,0 2 0,-1 0 0,0 2 0,-1 1 0,38 31 0,-24-14 0,-2 2 0,-2 1 0,-1 2 0,46 67 0,-54-65 0,-3 0 0,0 1 0,28 83 0,24 136 0,-35-112 0,1-6 0,31 211 0,-45-177 0,8-1 0,66 209 0,62 150 0,-19-53 0,-76-254 0,21 65 0,-60-209 0,-4 1 0,20 147 0,-31-161 0,4-1 0,47 130 0,-18-62 0,162 558 0,-195-647 0,-2 1 0,-2 0 0,3 75 0,-13 150 0,-2-116 0,3 778 0,3-899 0,9 52 0,-5-52 0,0 49 0,-5-65 0,0 0 0,1-1 0,1 1 0,1-1 0,8 24 0,-4-13 0,-1 1 0,-2-1 0,3 58 0,-10 99 0,0-73 0,2-58 0,-15 380 0,10-377 0,4-31 0,-1 0 0,-1 0 0,-1 0 0,-2 0 0,-1 0 0,-1-1 0,-18 40 0,21-60 0,0 0 0,0 0 0,0 0 0,-1 0 0,-1-1 0,1 0 0,-1-1 0,-9 7 0,-62 35 0,71-44 0,-50 28 0,-1-4 0,-67 23 0,98-41 0,0-2 0,0 0 0,-1-2 0,0-1 0,1-1 0,-1-2 0,-39-2 0,60 0 0,0 1 0,1-2 0,-1 1 0,1-1 0,-1 0 0,1 0 0,0-1 0,0 0 0,0 0 0,0 0 0,0-1 0,-5-5 0,-1-2 0,1 0 0,0-1 0,-16-25 0,14 22-1365,1 3-5461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20:29:48.123"/>
    </inkml:context>
    <inkml:brush xml:id="br0">
      <inkml:brushProperty name="width" value="0.05" units="cm"/>
      <inkml:brushProperty name="height" value="0.05" units="cm"/>
      <inkml:brushProperty name="color" value="#E71224"/>
    </inkml:brush>
  </inkml:definitions>
  <inkml:trace contextRef="#ctx0" brushRef="#br0">23 1250 24575,'-2'-4'0,"-1"1"0,1-1 0,0 0 0,0 0 0,0 0 0,0 0 0,0 0 0,1 0 0,0 0 0,0 0 0,0-1 0,0 1 0,1 0 0,0-1 0,0 1 0,0 0 0,0-1 0,1-4 0,1-1 0,0-1 0,0 1 0,1 0 0,0 0 0,1 0 0,6-13 0,-1 7 0,2-1 0,0 2 0,1 0 0,0 0 0,1 1 0,1 0 0,0 2 0,1-1 0,1 2 0,-1 0 0,2 1 0,-1 0 0,27-10 0,21-4 0,0 2 0,102-20 0,14-4 0,621-193 0,-738 221 0,553-151 0,146 40 0,-607 109 0,131-25 0,42-5 0,-295 46 0,336-28 0,-58 8 0,47 0 0,30 22 0,203 6 0,-539 1 0,66 14 0,-68-10 0,83 6 0,-111-13 0,1 0 0,-1 2 0,0 0 0,36 13 0,86 40 0,-105-40 0,165 77 0,-176-78 0,-1 1 0,0 1 0,-1 1 0,45 45 0,-60-52 0,-1 1 0,-1 1 0,0 0 0,-1 0 0,0 1 0,-1 0 0,-1 0 0,0 0 0,-1 1 0,0 0 0,-2 0 0,0 0 0,-1 1 0,1 22 0,-3 0 0,-1 1 0,-2 0 0,-1-1 0,-19 72 0,8-61 0,-29 61 0,22-58 0,7-16 0,-2 0 0,-1-1 0,-2-2 0,-1 0 0,-2-1 0,-1-1 0,-2-1 0,-1-1 0,-1-1 0,-52 39 0,-14 0 0,-3-4 0,-199 98 0,208-127 0,-1-3 0,-129 27 0,140-40 0,7-1 0,-2-4 0,-124 9 0,-72-3 0,-123 3 0,331-19 0,-1 2 0,-82 19 0,80-12 0,-1-3 0,-70 2 0,-542-11 0,307-3 0,344 0 0,0-1 0,1-1 0,0-2 0,-1 0 0,2-2 0,-25-10 0,21 7 0,-1 2 0,0 0 0,0 2 0,-30-3 0,-350 5 0,213 9 0,131-7 0,-102-18 0,-42-3 0,7 22 0,95 4 0,0-5 0,0-4 0,-117-24 0,103 6 0,50 13 0,-121-40 0,125 27 0,0-3 0,-76-45 0,133 67 8,1-1-1,-1 0 1,1-1-1,1 1 1,0-2-1,0 1 1,0-1-1,1-1 1,0 1-1,1-1 1,0 0-1,1 0 1,0-1-1,1 0 1,-5-14-1,3-2-255,0 0 1,2 0-1,1 0 1,1-1-1,2-35 1,0 43-6579</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20:29:51.714"/>
    </inkml:context>
    <inkml:brush xml:id="br0">
      <inkml:brushProperty name="width" value="0.05" units="cm"/>
      <inkml:brushProperty name="height" value="0.05" units="cm"/>
      <inkml:brushProperty name="color" value="#E71224"/>
    </inkml:brush>
  </inkml:definitions>
  <inkml:trace contextRef="#ctx0" brushRef="#br0">0 1060 24575,'18'0'0,"0"-2"0,0 1 0,0-2 0,-1-1 0,1 0 0,-1-1 0,0 0 0,0-2 0,-1 0 0,0-1 0,18-11 0,468-243 0,-408 222 0,2 3 0,1 5 0,158-31 0,343-17 0,-13 3 0,-149 12 0,-51 8 0,140-20 0,-416 66 0,125-19 0,114-18 0,-35 7 0,-96 8 0,1 10 0,244 4 0,-179 31 0,-231-6 0,1 2 0,-1 3 0,66 22 0,139 72 0,-32-11 0,-161-71 0,0 3 0,-1 3 0,-2 2 0,91 63 0,-53-13 0,32 23 0,-122-96 0,0 0 0,-1 1 0,1 0 0,-2 0 0,1 1 0,-1-1 0,-1 2 0,0-1 0,0 1 0,-1 0 0,7 21 0,-2 1 0,-1 0 0,8 65 0,-16-94 0,-1 0 0,0 0 0,0 0 0,0 1 0,0-1 0,-1 0 0,0 0 0,0 0 0,0 0 0,0 0 0,-1-1 0,1 1 0,-1 0 0,0 0 0,0-1 0,0 1 0,-1-1 0,1 0 0,-1 0 0,0 0 0,-4 4 0,-6 3 0,-1 0 0,0-1 0,0-1 0,-19 8 0,30-14 0,-312 137 0,66-32 0,-81 36 0,248-113 0,-2-4 0,-96 18 0,1-8 0,-168 27 0,158-41 0,-66 10 0,117-9 0,-31 7 0,-321 14 0,419-40 0,0 3 0,-109 25 0,-10 1 0,-434 10 0,-3-44 0,252-2 0,270 3 0,-161-22 0,166 5 0,1-4 0,1-4 0,-144-58 0,115 31 0,-211-92 0,292 124 0,-68-19 0,75 27 0,0-1 0,1-2 0,-39-21 0,-11-5 0,67 33 0,0-1 0,1-1 0,-32-20 0,16 4-111,-113-86-1143,129 94-5572</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06:13:08.714"/>
    </inkml:context>
    <inkml:brush xml:id="br0">
      <inkml:brushProperty name="width" value="0.05" units="cm"/>
      <inkml:brushProperty name="height" value="0.05" units="cm"/>
      <inkml:brushProperty name="color" value="#E71224"/>
    </inkml:brush>
  </inkml:definitions>
  <inkml:trace contextRef="#ctx0" brushRef="#br0">2 6196 24575,'-1'-183'0,"3"-204"0,4 330 0,3 0 0,2 0 0,30-89 0,-27 100 0,73-264 0,-60 231 0,3 0 0,46-82 0,-4 7 0,18-100 0,-71 196 0,1 4 0,3 2 0,41-72 0,-64 123 0,38-80 0,-31 62 0,1 0 0,1 1 0,0 1 0,2-1 0,0 1 0,14-16 0,532-529 0,-250 279 0,-201 190 0,137-131 0,-191 175 0,3 3 0,85-56 0,3-2 0,-83 58 0,3 3 0,88-45 0,31-13 0,-97 56 0,125-87 0,-108 65 0,294-210 0,-284 187 0,111-82 0,-86 73 0,487-334 0,-126 140 0,-458 274 0,1 2 0,0 1 0,2 2 0,51-9 0,63-21 0,-113 31 0,1 2 0,78-8 0,-73 12 0,87-22 0,-40-1 0,-29 7 0,0 2 0,122-17 0,-142 32 0,1-1 0,50-15 0,-88 20 0,1 0 0,-1 1 0,1 0 0,-1 0 0,1 1 0,-1 1 0,1 0 0,-1 1 0,1 0 0,-1 1 0,12 4 0,21 8 0,58 30 0,-66-29 0,-17-6 0,-1 2 0,1 0 0,-2 1 0,32 29 0,-28-23 0,0-1 0,28 17 0,-16-15 0,3 1 0,43 34 0,-68-47 0,-1 2 0,0-1 0,-1 1 0,0 0 0,-1 1 0,0 0 0,0 0 0,6 15 0,-1 2 0,-2 1 0,-1 1 0,-1 0 0,-1 1 0,-2-1 0,-1 1 0,-1 1 0,-2-1 0,-2 48 0,0 64 0,-4 107 0,0-213 0,-2-1 0,-1 0 0,-2 0 0,-1 0 0,-18 38 0,-88 168 0,19-43 0,67-128 0,-5 13 0,-91 159 0,67-141 0,5 3 0,-54 148 0,40-88 0,-161 278 0,199-390 0,-228 332 0,144-227 0,-57 58 0,102-131 0,-73 118 0,12-13 0,-15 9-816,-69 105-4966,35-50 5596,42-42 6192,-45 120-5353,107-192-528,-13 15-125,-44 84 0,68-104 0,21-39 0,-5-2 0,-82 120 0,86-152 0,-4-2 0,-105 104 0,85-102 0,-304 253 0,160-151 0,-65 44 0,201-160 0,-1-3 0,-3-4 0,-1-4 0,-154 49 0,93-45 0,-237 63 0,316-94 0,-1-2 0,0-3 0,-1-3 0,-79-8 0,0 2 0,118 4 0,-31 1 0,0-2 0,0-3 0,1-2 0,-107-25 0,98 8 0,-84-43 0,131 58 0,1-2 0,0-1 0,0 0 0,-29-26 0,-30-21 0,62 49 0,0-1 0,1-1 0,0 0 0,1-1 0,0-1 0,0 1 0,2-2 0,-1 0 0,2 0 0,0 0 0,-8-18 0,-7-23 0,-32-107 0,19 49 0,29 85 0,1-2 0,1 1 0,1 0 0,-1-38 0,3 29 0,-1 0 0,-10-38 0,-3 5 0,4-2 0,-6-87 0,17 131 0,2 18 0,0 0 0,-1 0 0,0 0 0,-1 0 0,0 0 0,-1 0 0,0 0 0,-9-17 0,7 16 0,1 1 0,-1-1 0,2 0 0,0 1 0,0-2 0,1 1 0,0-18 0,4-94 0,0 56 0,1-75 0,-6-198 0,-6 292-1365,4 30-5461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06:13:16.752"/>
    </inkml:context>
    <inkml:brush xml:id="br0">
      <inkml:brushProperty name="width" value="0.05" units="cm"/>
      <inkml:brushProperty name="height" value="0.05" units="cm"/>
      <inkml:brushProperty name="color" value="#E71224"/>
    </inkml:brush>
  </inkml:definitions>
  <inkml:trace contextRef="#ctx0" brushRef="#br0">1087 2333 24575,'0'-3'0,"1"0"0,0 0 0,1 0 0,-1 1 0,0-1 0,1 0 0,0 1 0,-1-1 0,3-2 0,9-16 0,5-27 0,99-295 0,-97 268 0,-3-1 0,-3-1 0,-4 0 0,1-106 0,-12 136 0,2-1 0,2 1 0,2 0 0,15-63 0,-12 72 0,6-55 0,-11 57 0,3 0 0,10-35 0,-3 15 0,-1 0 0,5-87 0,-14 110 0,33-157 0,-4 33 0,-31 149 0,1 0 0,-1 1 0,2-1 0,-1 0 0,1 1 0,0 0 0,1-1 0,-1 1 0,1 1 0,1-1 0,-1 0 0,1 1 0,11-11 0,-7 10 0,0 0 0,0 1 0,1-1 0,0 2 0,0-1 0,0 1 0,1 1 0,19-6 0,11 2 0,1 1 0,0 2 0,1 2 0,48 2 0,-55 1 0,72-2 0,204 6 0,-300-2 0,0 0 0,0 1 0,-1 1 0,1-1 0,-1 2 0,0-1 0,0 2 0,0 0 0,0 0 0,11 9 0,9 10 0,49 51 0,-54-50 0,-7-6 0,-1 0 0,-2 1 0,0 1 0,-1 1 0,-1 0 0,0 1 0,-3 0 0,11 28 0,-3 5 0,-3 2 0,13 91 0,10 44 0,-19-102 0,15 157 0,-29 417 0,-9-349 0,1-105 0,5 245 0,33-2 0,-10-284 0,-1-13 0,7 199 0,-31-210 0,-1 4 0,7-1 0,28 168 0,24-34 0,-20-114 0,28 305 0,-63-402 0,17 524 0,-24-298 0,6 448 0,9-575 0,0 70 0,-12-228 0,0 0 0,-1 0 0,0 0 0,-1 0 0,-1 0 0,-5 16 0,4-23 0,1 0 0,-1 0 0,0-1 0,0 1 0,-1-1 0,1 0 0,-2 0 0,1-1 0,0 1 0,-1-1 0,0 0 0,-13 7 0,-13 10 0,-1-2 0,-1-2 0,-1-1 0,0-1 0,-1-3 0,-1 0 0,0-3 0,-1-1 0,1-1 0,-60 3 0,11-10 0,52-2 0,0 1 0,0 2 0,0 1 0,0 2 0,-52 13 0,83-17 0,-34 13 0,0-1 0,0-3 0,-1-1 0,0-1 0,-1-3 0,-45 2 0,21-8 0,-145-5 0,170 2 0,1-1 0,-1-2 0,-52-16 0,49 11 0,0 1 0,-1 3 0,-74-6 0,-123 10 0,-11 1 0,175-6 0,-83-21 0,-10-2 0,154 29 2,1 1-1,0-2 1,0 0 0,1 0-1,-1-1 1,1-1-1,0 0 1,0-1 0,1 0-1,0-1 1,0 0-1,1 0 1,0-1-1,0-1 1,1 0 0,1 0-1,-1 0 1,1-1-1,1-1 1,-8-16 0,-7-19-106,2-2 1,2 0 0,-21-97 0,33 124 6,-56-320-2150,7 24 982,33 198 2854,15 71-389,-19-65-1,16 76-1199,1-2 0,3 1 0,-4-69 0,12-128 0,1 101 0,-3-833 0,1 933 0,2 0 0,1 0 0,14-54 0,39-97 0,-9 35 0,3-9 0,-29 97 0,-2-1 0,16-95 0,-30 130 0,1 1 0,1 0 0,1 0 0,22-41 0,-16 34 0,21-65 0,-17 21 0,-10 34 0,26-68 0,33-110 0,-52 163 0,-11 46 0,0-1 0,1 1 0,0 0 0,1 1 0,1-1 0,14-19 0,5 0 0,32-30 0,-28 30 0,-17 16 0,-1-1 0,-2 0 0,1-1 0,-2 0 0,13-34 0,-6 14 0,29-73 0,-29 66 0,2 1 0,26-44 0,-30 60 0,0-1 0,10-34 0,-14 34 0,2 0 0,19-34 0,-1 0-1365,-20 31-5461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06:13:22.359"/>
    </inkml:context>
    <inkml:brush xml:id="br0">
      <inkml:brushProperty name="width" value="0.05" units="cm"/>
      <inkml:brushProperty name="height" value="0.05" units="cm"/>
      <inkml:brushProperty name="color" value="#E71224"/>
    </inkml:brush>
  </inkml:definitions>
  <inkml:trace contextRef="#ctx0" brushRef="#br0">2285 122 24575,'-1'27'0,"-1"-1"0,-2 0 0,0 1 0,-2-2 0,-1 1 0,-1-1 0,-13 31 0,-95 162 0,59-118 0,-361 594 0,259-441 0,-4-13 0,-56 99 0,14 77 0,166-334 0,-35 68 0,-39 86 0,22 1 0,-77 317 0,59-198 0,-30 129 0,84-109 0,18-99 0,13-149 0,8-48 0,-7 103 0,17 603 0,9-443 0,-3 771 0,0-1093 0,0-1 0,2 0 0,0 1 0,7 26 0,-8-42 0,1 0 0,-1 0 0,1 0 0,0 0 0,1 0 0,-1-1 0,1 1 0,0-1 0,0 1 0,0-1 0,1 0 0,0 0 0,-1-1 0,1 1 0,1-1 0,-1 0 0,0 0 0,1 0 0,0 0 0,-1-1 0,10 4 0,19 1 0,0-2 0,1-1 0,0-1 0,-1-2 0,53-4 0,-18 1 0,74 0 0,88 1 0,277-38 0,-326 12 0,229-6 0,-252 31 0,0 7 0,264 42 0,-349-35 0,134 6 0,77-20 0,-101-2 0,8 0 0,0-8 0,-1-9 0,317-76 0,-495 94 0,-1-1 0,0 1 0,0-2 0,0 0 0,-1 0 0,0-1 0,0 0 0,0-1 0,16-15 0,-14 10 0,-1 0 0,0-2 0,-1 1 0,-1-1 0,0 0 0,7-17 0,19-42 0,-2-1 0,-4-1 0,-3-1 0,-3-2 0,18-116 0,-14-2 0,2-247 0,-30 373 0,-2-1 0,-4 1 0,-3 0 0,-2 0 0,-4 1 0,-3 1 0,-29-69 0,-166-302 0,80 176 0,96 187 0,-2-4 0,3-2 0,-35-114 0,-69-194 0,7 29 0,101 256 0,15 53 0,2 0 0,2-1 0,3 0 0,-9-104 0,13 49 0,-5 1 0,-34-137 0,-6-37 0,40 221 0,-2 1 0,-40-102 0,19 62 0,-3-21 0,5-1 0,-31-219 0,59 291 0,-1-13 0,-3 0 0,-26-96 0,-40-110 0,56 200 0,3-1 0,3 0 0,-6-106 0,9 69 0,-3-69 0,14 141 0,0 4 0,-1 0 0,-2 0 0,-1 0 0,-11-52 0,-10-33 0,-3-15 0,23 116 0,0 1 0,-1 0 0,-1 0 0,0 1 0,-1-1 0,0 1 0,-11-13 0,9 17 0,0 1 0,-1-1 0,1 1 0,-2 1 0,1 0 0,-1 1 0,0 0 0,0 0 0,-1 1 0,-20-4 0,-44-21 0,54 20 0,-1-1 0,1 2 0,-1 1 0,-1 1 0,1 1 0,-48-3 0,-148 8 0,107 3 0,47-5 0,39 0 0,-1 2 0,1 0 0,-1 2 0,1 0 0,-47 12 0,71-13 0,-1-1 0,1 1 0,-1 0 0,1 0 0,-1 1 0,1-1 0,0 0 0,0 1 0,0-1 0,0 1 0,0 0 0,0 0 0,0 0 0,0 0 0,-1 2 0,2-2 0,1-1 0,-1 1 0,1-1 0,-1 1 0,1-1 0,0 1 0,0 0 0,-1-1 0,1 1 0,0-1 0,0 1 0,1 0 0,-1-1 0,0 1 0,1 0 0,-1-1 0,0 1 0,2 1 0,3 7 0,1-1 0,0 0 0,0 0 0,1 0 0,15 14 0,3 5 0,9 30-1365,-24-33-5461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06:13:28.510"/>
    </inkml:context>
    <inkml:brush xml:id="br0">
      <inkml:brushProperty name="width" value="0.05" units="cm"/>
      <inkml:brushProperty name="height" value="0.05" units="cm"/>
      <inkml:brushProperty name="color" value="#E71224"/>
    </inkml:brush>
  </inkml:definitions>
  <inkml:trace contextRef="#ctx0" brushRef="#br0">477 197 24575,'5'5'0,"1"-1"0,-1 0 0,1-1 0,0 1 0,1-1 0,-1 0 0,0-1 0,13 4 0,6 2 0,184 79 0,391 143 0,-386-165 0,236 80 0,-213-65 0,60 23 0,42 40 0,-6 14 0,-7 15 0,477 336 0,-769-484 0,563 415 0,-26 33 0,-382-306 0,112 108 0,-217-183 0,-4 3 0,-4 4 0,90 153 0,103 240 0,-39-66 0,-97-186 0,-10 5 0,158 450 0,-243-597 0,-21-57 0,15 51 0,-13 19 0,-15-77 0,12 47 0,12 11 0,-14-49 0,-1 0 0,-2 1 0,8 80 0,-14-74 0,14 56 0,-10-62 0,5 83 0,-12 481 0,-5-283 0,3-305 0,0 0 0,-2 1 0,0-1 0,-1 0 0,-1 0 0,-1 0 0,-1 0 0,0-1 0,-2 0 0,0 0 0,-12 19 0,-51 98 0,7-12 0,41-84 0,-41 50 0,52-75 0,-1 0 0,0 0 0,-1-2 0,0 0 0,-1 0 0,-20 11 0,4-5 0,0 0 0,-2-2 0,0-1 0,-1-2 0,0-1 0,-1-2 0,-44 7 0,-222 15 0,252-21 0,-50 16 0,59-14 0,0-2 0,-70 10 0,-429-13 0,301-11 0,176 4 0,6 0 0,-73-8 0,111 4 0,-1 0 0,1-1 0,0-1 0,0-1 0,0 0 0,1-1 0,-30-18 0,-31-17 0,49 27 0,0-1 0,-37-28 0,-211-177 0,203 161 0,46 40 0,0-2 0,2-1 0,1-1 0,0-2 0,-27-36 0,5 0 0,-3 3 0,-2 2 0,-69-57 0,60 56 0,-206-220 0,206 212 0,9 4 0,-71-110 0,-4-8 0,76 108 82,2-3-1,-74-158 0,14 24-5978,-129-198-27,116 203 8865,-1 1 5695,-48-91-8636,56 93 0,-175-235 0,74 135 0,187 256 0,8 9 0,-2 1 0,-54-61 0,-31-27-402,-97-144 0,49 59 102,115 150 521,2-1 0,3-1 0,2-3-1,-35-90 1,10-2-221,-50-113 0,88 222 0,-92-211 0,66 109 0,34 102 0,-1 0 0,-29-60 0,-179-417 0,210 488 0,9 24 0,0-1 0,-1 1 0,0 0 0,0 1 0,-1-1 0,-1 1 0,0 0 0,0 0 0,-1 1 0,0 0 0,-14-13 0,-9-5 0,0-1 0,2-1 0,-41-57 0,56 66 0,0-1 0,1 0 0,1-1 0,1-1 0,1 0 0,1 0 0,-8-35 0,-14-63 0,-7-34 0,25 70 0,-2-165 0,12 172 0,0 47 0,1-1 0,2 1 0,6-42 0,-4 62 0,1 1 0,0 0 0,0 0 0,1 0 0,1 0 0,-1 1 0,2 0 0,-1 0 0,1 1 0,13-13 0,12-10 0,41-30 0,-71 60 0,29-24 30,2 1 0,0 2 0,54-26 0,-78 43-108,1 1 0,-1 0 0,1 0-1,-1 1 1,1 0 0,0 1 0,0 0 0,0 1 0,1 0-1,-1 0 1,0 1 0,0 0 0,1 1 0,-1 1 0,0-1-1,0 1 1,0 1 0,18 7 0,1 8-6748</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06:13:34.361"/>
    </inkml:context>
    <inkml:brush xml:id="br0">
      <inkml:brushProperty name="width" value="0.05" units="cm"/>
      <inkml:brushProperty name="height" value="0.05" units="cm"/>
      <inkml:brushProperty name="color" value="#E71224"/>
    </inkml:brush>
  </inkml:definitions>
  <inkml:trace contextRef="#ctx0" brushRef="#br0">5 1085 24575,'-2'-99'0,"0"27"0,9-104 0,-4 156 0,0-1 0,1 1 0,1 0 0,1 0 0,1 0 0,0 1 0,2 0 0,0 0 0,19-27 0,-25 42 0,1 0 0,-1 0 0,1 1 0,0-1 0,0 1 0,0 0 0,1 0 0,-1 0 0,1 1 0,0 0 0,-1-1 0,11-1 0,65-12 0,-29 8 0,260-58 0,185-42 0,-412 93 0,1 3 0,97 0 0,15-3 0,0-12 0,353-97 0,-498 111 0,0 1 0,1 3 0,56-2 0,155 9 0,-137 5 0,236-2 0,-69-24 0,972 20 0,-653 6 0,-316-6 0,307 6 0,-576 0 0,0 2 0,0 0 0,0 2 0,39 15 0,48 11 0,-1-15 0,-71-12 0,0 1 0,-1 2 0,0 2 0,52 20 0,16 14 0,-62-27 0,0 2 0,64 38 0,4 2 0,-4-3 0,-97-49 0,0-1 0,0 0 0,21 6 0,-20-8 0,1 1 0,28 16 0,-8-1 0,-14-8 0,0 0 0,-2 1 0,34 29 0,-39-29 0,0 0 0,1-2 0,0 0 0,1 0 0,1-2 0,0-1 0,0 0 0,37 11 0,-51-19 0,-1 1 0,1-1 0,-1 1 0,0 0 0,0 0 0,0 0 0,0 1 0,0-1 0,0 1 0,0 0 0,-1 0 0,0 0 0,1 1 0,-1-1 0,3 6 0,-3-4 0,-1 1 0,0 0 0,0 0 0,0 0 0,-1 0 0,0 1 0,0-1 0,-1 0 0,1 0 0,-2 12 0,0 6 0,1 2 0,-1 0 0,-7 36 0,6-54 0,0 1 0,0-1 0,-1 0 0,0 0 0,-1 0 0,0-1 0,0 1 0,-1-1 0,1 0 0,-2 0 0,-7 8 0,-4 0 0,0-1 0,0-1 0,-1-1 0,-1-1 0,0 0 0,-34 13 0,-134 41 0,139-50 0,-223 48 0,55-15 0,136-26 0,-144 20 0,-288 59 0,237-38 0,95-32 0,-36 8 0,134-19 0,-169 34 0,194-45 0,-1-2 0,-88-2 0,-515 10 0,46 4 0,156-7 0,3-40 0,372 11 0,1-2 0,-130-50 0,97 30 0,44 10 0,51 19 0,-1 1 0,-44-11 0,-6 9 0,0 3 0,-125 3 0,134 7 0,0-3 0,0-3 0,0-3 0,-91-22 0,72 7 0,0 4 0,-1 3 0,-1 3 0,-1 5 0,-84 3 0,132 2 0,-53-7 0,-11-1 0,82 9 0,0 0 0,1-1 0,-1-2 0,1 1 0,0-2 0,0-1 0,0 0 0,-22-12 0,22 11 0,-1 1 0,1 0 0,-1 1 0,-34-3 0,-18-6 0,17 3 0,33 7 0,1-1 0,-1 0 0,1-1 0,-28-14 0,-68-22-1365,99 32-5461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06:13:08.714"/>
    </inkml:context>
    <inkml:brush xml:id="br0">
      <inkml:brushProperty name="width" value="0.05" units="cm"/>
      <inkml:brushProperty name="height" value="0.05" units="cm"/>
      <inkml:brushProperty name="color" value="#E71224"/>
    </inkml:brush>
  </inkml:definitions>
  <inkml:trace contextRef="#ctx0" brushRef="#br0">2 6196 24575,'-1'-183'0,"3"-204"0,4 330 0,3 0 0,2 0 0,30-89 0,-27 100 0,73-264 0,-60 231 0,3 0 0,46-82 0,-4 7 0,18-100 0,-71 196 0,1 4 0,3 2 0,41-72 0,-64 123 0,38-80 0,-31 62 0,1 0 0,1 1 0,0 1 0,2-1 0,0 1 0,14-16 0,532-529 0,-250 279 0,-201 190 0,137-131 0,-191 175 0,3 3 0,85-56 0,3-2 0,-83 58 0,3 3 0,88-45 0,31-13 0,-97 56 0,125-87 0,-108 65 0,294-210 0,-284 187 0,111-82 0,-86 73 0,487-334 0,-126 140 0,-458 274 0,1 2 0,0 1 0,2 2 0,51-9 0,63-21 0,-113 31 0,1 2 0,78-8 0,-73 12 0,87-22 0,-40-1 0,-29 7 0,0 2 0,122-17 0,-142 32 0,1-1 0,50-15 0,-88 20 0,1 0 0,-1 1 0,1 0 0,-1 0 0,1 1 0,-1 1 0,1 0 0,-1 1 0,1 0 0,-1 1 0,12 4 0,21 8 0,58 30 0,-66-29 0,-17-6 0,-1 2 0,1 0 0,-2 1 0,32 29 0,-28-23 0,0-1 0,28 17 0,-16-15 0,3 1 0,43 34 0,-68-47 0,-1 2 0,0-1 0,-1 1 0,0 0 0,-1 1 0,0 0 0,0 0 0,6 15 0,-1 2 0,-2 1 0,-1 1 0,-1 0 0,-1 1 0,-2-1 0,-1 1 0,-1 1 0,-2-1 0,-2 48 0,0 64 0,-4 107 0,0-213 0,-2-1 0,-1 0 0,-2 0 0,-1 0 0,-18 38 0,-88 168 0,19-43 0,67-128 0,-5 13 0,-91 159 0,67-141 0,5 3 0,-54 148 0,40-88 0,-161 278 0,199-390 0,-228 332 0,144-227 0,-57 58 0,102-131 0,-73 118 0,12-13 0,-15 9-816,-69 105-4966,35-50 5596,42-42 6192,-45 120-5353,107-192-528,-13 15-125,-44 84 0,68-104 0,21-39 0,-5-2 0,-82 120 0,86-152 0,-4-2 0,-105 104 0,85-102 0,-304 253 0,160-151 0,-65 44 0,201-160 0,-1-3 0,-3-4 0,-1-4 0,-154 49 0,93-45 0,-237 63 0,316-94 0,-1-2 0,0-3 0,-1-3 0,-79-8 0,0 2 0,118 4 0,-31 1 0,0-2 0,0-3 0,1-2 0,-107-25 0,98 8 0,-84-43 0,131 58 0,1-2 0,0-1 0,0 0 0,-29-26 0,-30-21 0,62 49 0,0-1 0,1-1 0,0 0 0,1-1 0,0-1 0,0 1 0,2-2 0,-1 0 0,2 0 0,0 0 0,-8-18 0,-7-23 0,-32-107 0,19 49 0,29 85 0,1-2 0,1 1 0,1 0 0,-1-38 0,3 29 0,-1 0 0,-10-38 0,-3 5 0,4-2 0,-6-87 0,17 131 0,2 18 0,0 0 0,-1 0 0,0 0 0,-1 0 0,0 0 0,-1 0 0,0 0 0,-9-17 0,7 16 0,1 1 0,-1-1 0,2 0 0,0 1 0,0-2 0,1 1 0,0-18 0,4-94 0,0 56 0,1-75 0,-6-198 0,-6 292-1365,4 30-5461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06:13:16.752"/>
    </inkml:context>
    <inkml:brush xml:id="br0">
      <inkml:brushProperty name="width" value="0.05" units="cm"/>
      <inkml:brushProperty name="height" value="0.05" units="cm"/>
      <inkml:brushProperty name="color" value="#E71224"/>
    </inkml:brush>
  </inkml:definitions>
  <inkml:trace contextRef="#ctx0" brushRef="#br0">1087 2333 24575,'0'-3'0,"1"0"0,0 0 0,1 0 0,-1 1 0,0-1 0,1 0 0,0 1 0,-1-1 0,3-2 0,9-16 0,5-27 0,99-295 0,-97 268 0,-3-1 0,-3-1 0,-4 0 0,1-106 0,-12 136 0,2-1 0,2 1 0,2 0 0,15-63 0,-12 72 0,6-55 0,-11 57 0,3 0 0,10-35 0,-3 15 0,-1 0 0,5-87 0,-14 110 0,33-157 0,-4 33 0,-31 149 0,1 0 0,-1 1 0,2-1 0,-1 0 0,1 1 0,0 0 0,1-1 0,-1 1 0,1 1 0,1-1 0,-1 0 0,1 1 0,11-11 0,-7 10 0,0 0 0,0 1 0,1-1 0,0 2 0,0-1 0,0 1 0,1 1 0,19-6 0,11 2 0,1 1 0,0 2 0,1 2 0,48 2 0,-55 1 0,72-2 0,204 6 0,-300-2 0,0 0 0,0 1 0,-1 1 0,1-1 0,-1 2 0,0-1 0,0 2 0,0 0 0,0 0 0,11 9 0,9 10 0,49 51 0,-54-50 0,-7-6 0,-1 0 0,-2 1 0,0 1 0,-1 1 0,-1 0 0,0 1 0,-3 0 0,11 28 0,-3 5 0,-3 2 0,13 91 0,10 44 0,-19-102 0,15 157 0,-29 417 0,-9-349 0,1-105 0,5 245 0,33-2 0,-10-284 0,-1-13 0,7 199 0,-31-210 0,-1 4 0,7-1 0,28 168 0,24-34 0,-20-114 0,28 305 0,-63-402 0,17 524 0,-24-298 0,6 448 0,9-575 0,0 70 0,-12-228 0,0 0 0,-1 0 0,0 0 0,-1 0 0,-1 0 0,-5 16 0,4-23 0,1 0 0,-1 0 0,0-1 0,0 1 0,-1-1 0,1 0 0,-2 0 0,1-1 0,0 1 0,-1-1 0,0 0 0,-13 7 0,-13 10 0,-1-2 0,-1-2 0,-1-1 0,0-1 0,-1-3 0,-1 0 0,0-3 0,-1-1 0,1-1 0,-60 3 0,11-10 0,52-2 0,0 1 0,0 2 0,0 1 0,0 2 0,-52 13 0,83-17 0,-34 13 0,0-1 0,0-3 0,-1-1 0,0-1 0,-1-3 0,-45 2 0,21-8 0,-145-5 0,170 2 0,1-1 0,-1-2 0,-52-16 0,49 11 0,0 1 0,-1 3 0,-74-6 0,-123 10 0,-11 1 0,175-6 0,-83-21 0,-10-2 0,154 29 2,1 1-1,0-2 1,0 0 0,1 0-1,-1-1 1,1-1-1,0 0 1,0-1 0,1 0-1,0-1 1,0 0-1,1 0 1,0-1-1,0-1 1,1 0 0,1 0-1,-1 0 1,1-1-1,1-1 1,-8-16 0,-7-19-106,2-2 1,2 0 0,-21-97 0,33 124 6,-56-320-2150,7 24 982,33 198 2854,15 71-389,-19-65-1,16 76-1199,1-2 0,3 1 0,-4-69 0,12-128 0,1 101 0,-3-833 0,1 933 0,2 0 0,1 0 0,14-54 0,39-97 0,-9 35 0,3-9 0,-29 97 0,-2-1 0,16-95 0,-30 130 0,1 1 0,1 0 0,1 0 0,22-41 0,-16 34 0,21-65 0,-17 21 0,-10 34 0,26-68 0,33-110 0,-52 163 0,-11 46 0,0-1 0,1 1 0,0 0 0,1 1 0,1-1 0,14-19 0,5 0 0,32-30 0,-28 30 0,-17 16 0,-1-1 0,-2 0 0,1-1 0,-2 0 0,13-34 0,-6 14 0,29-73 0,-29 66 0,2 1 0,26-44 0,-30 60 0,0-1 0,10-34 0,-14 34 0,2 0 0,19-34 0,-1 0-1365,-20 31-5461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06:13:22.359"/>
    </inkml:context>
    <inkml:brush xml:id="br0">
      <inkml:brushProperty name="width" value="0.05" units="cm"/>
      <inkml:brushProperty name="height" value="0.05" units="cm"/>
      <inkml:brushProperty name="color" value="#E71224"/>
    </inkml:brush>
  </inkml:definitions>
  <inkml:trace contextRef="#ctx0" brushRef="#br0">2285 122 24575,'-1'27'0,"-1"-1"0,-2 0 0,0 1 0,-2-2 0,-1 1 0,-1-1 0,-13 31 0,-95 162 0,59-118 0,-361 594 0,259-441 0,-4-13 0,-56 99 0,14 77 0,166-334 0,-35 68 0,-39 86 0,22 1 0,-77 317 0,59-198 0,-30 129 0,84-109 0,18-99 0,13-149 0,8-48 0,-7 103 0,17 603 0,9-443 0,-3 771 0,0-1093 0,0-1 0,2 0 0,0 1 0,7 26 0,-8-42 0,1 0 0,-1 0 0,1 0 0,0 0 0,1 0 0,-1-1 0,1 1 0,0-1 0,0 1 0,0-1 0,1 0 0,0 0 0,-1-1 0,1 1 0,1-1 0,-1 0 0,0 0 0,1 0 0,0 0 0,-1-1 0,10 4 0,19 1 0,0-2 0,1-1 0,0-1 0,-1-2 0,53-4 0,-18 1 0,74 0 0,88 1 0,277-38 0,-326 12 0,229-6 0,-252 31 0,0 7 0,264 42 0,-349-35 0,134 6 0,77-20 0,-101-2 0,8 0 0,0-8 0,-1-9 0,317-76 0,-495 94 0,-1-1 0,0 1 0,0-2 0,0 0 0,-1 0 0,0-1 0,0 0 0,0-1 0,16-15 0,-14 10 0,-1 0 0,0-2 0,-1 1 0,-1-1 0,0 0 0,7-17 0,19-42 0,-2-1 0,-4-1 0,-3-1 0,-3-2 0,18-116 0,-14-2 0,2-247 0,-30 373 0,-2-1 0,-4 1 0,-3 0 0,-2 0 0,-4 1 0,-3 1 0,-29-69 0,-166-302 0,80 176 0,96 187 0,-2-4 0,3-2 0,-35-114 0,-69-194 0,7 29 0,101 256 0,15 53 0,2 0 0,2-1 0,3 0 0,-9-104 0,13 49 0,-5 1 0,-34-137 0,-6-37 0,40 221 0,-2 1 0,-40-102 0,19 62 0,-3-21 0,5-1 0,-31-219 0,59 291 0,-1-13 0,-3 0 0,-26-96 0,-40-110 0,56 200 0,3-1 0,3 0 0,-6-106 0,9 69 0,-3-69 0,14 141 0,0 4 0,-1 0 0,-2 0 0,-1 0 0,-11-52 0,-10-33 0,-3-15 0,23 116 0,0 1 0,-1 0 0,-1 0 0,0 1 0,-1-1 0,0 1 0,-11-13 0,9 17 0,0 1 0,-1-1 0,1 1 0,-2 1 0,1 0 0,-1 1 0,0 0 0,0 0 0,-1 1 0,-20-4 0,-44-21 0,54 20 0,-1-1 0,1 2 0,-1 1 0,-1 1 0,1 1 0,-48-3 0,-148 8 0,107 3 0,47-5 0,39 0 0,-1 2 0,1 0 0,-1 2 0,1 0 0,-47 12 0,71-13 0,-1-1 0,1 1 0,-1 0 0,1 0 0,-1 1 0,1-1 0,0 0 0,0 1 0,0-1 0,0 1 0,0 0 0,0 0 0,0 0 0,0 0 0,-1 2 0,2-2 0,1-1 0,-1 1 0,1-1 0,-1 1 0,1-1 0,0 1 0,0 0 0,-1-1 0,1 1 0,0-1 0,0 1 0,1 0 0,-1-1 0,0 1 0,1 0 0,-1-1 0,0 1 0,2 1 0,3 7 0,1-1 0,0 0 0,0 0 0,1 0 0,15 14 0,3 5 0,9 30-1365,-24-33-5461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06:13:28.510"/>
    </inkml:context>
    <inkml:brush xml:id="br0">
      <inkml:brushProperty name="width" value="0.05" units="cm"/>
      <inkml:brushProperty name="height" value="0.05" units="cm"/>
      <inkml:brushProperty name="color" value="#E71224"/>
    </inkml:brush>
  </inkml:definitions>
  <inkml:trace contextRef="#ctx0" brushRef="#br0">477 197 24575,'5'5'0,"1"-1"0,-1 0 0,1-1 0,0 1 0,1-1 0,-1 0 0,0-1 0,13 4 0,6 2 0,184 79 0,391 143 0,-386-165 0,236 80 0,-213-65 0,60 23 0,42 40 0,-6 14 0,-7 15 0,477 336 0,-769-484 0,563 415 0,-26 33 0,-382-306 0,112 108 0,-217-183 0,-4 3 0,-4 4 0,90 153 0,103 240 0,-39-66 0,-97-186 0,-10 5 0,158 450 0,-243-597 0,-21-57 0,15 51 0,-13 19 0,-15-77 0,12 47 0,12 11 0,-14-49 0,-1 0 0,-2 1 0,8 80 0,-14-74 0,14 56 0,-10-62 0,5 83 0,-12 481 0,-5-283 0,3-305 0,0 0 0,-2 1 0,0-1 0,-1 0 0,-1 0 0,-1 0 0,-1 0 0,0-1 0,-2 0 0,0 0 0,-12 19 0,-51 98 0,7-12 0,41-84 0,-41 50 0,52-75 0,-1 0 0,0 0 0,-1-2 0,0 0 0,-1 0 0,-20 11 0,4-5 0,0 0 0,-2-2 0,0-1 0,-1-2 0,0-1 0,-1-2 0,-44 7 0,-222 15 0,252-21 0,-50 16 0,59-14 0,0-2 0,-70 10 0,-429-13 0,301-11 0,176 4 0,6 0 0,-73-8 0,111 4 0,-1 0 0,1-1 0,0-1 0,0-1 0,0 0 0,1-1 0,-30-18 0,-31-17 0,49 27 0,0-1 0,-37-28 0,-211-177 0,203 161 0,46 40 0,0-2 0,2-1 0,1-1 0,0-2 0,-27-36 0,5 0 0,-3 3 0,-2 2 0,-69-57 0,60 56 0,-206-220 0,206 212 0,9 4 0,-71-110 0,-4-8 0,76 108 82,2-3-1,-74-158 0,14 24-5978,-129-198-27,116 203 8865,-1 1 5695,-48-91-8636,56 93 0,-175-235 0,74 135 0,187 256 0,8 9 0,-2 1 0,-54-61 0,-31-27-402,-97-144 0,49 59 102,115 150 521,2-1 0,3-1 0,2-3-1,-35-90 1,10-2-221,-50-113 0,88 222 0,-92-211 0,66 109 0,34 102 0,-1 0 0,-29-60 0,-179-417 0,210 488 0,9 24 0,0-1 0,-1 1 0,0 0 0,0 1 0,-1-1 0,-1 1 0,0 0 0,0 0 0,-1 1 0,0 0 0,-14-13 0,-9-5 0,0-1 0,2-1 0,-41-57 0,56 66 0,0-1 0,1 0 0,1-1 0,1-1 0,1 0 0,1 0 0,-8-35 0,-14-63 0,-7-34 0,25 70 0,-2-165 0,12 172 0,0 47 0,1-1 0,2 1 0,6-42 0,-4 62 0,1 1 0,0 0 0,0 0 0,1 0 0,1 0 0,-1 1 0,2 0 0,-1 0 0,1 1 0,13-13 0,12-10 0,41-30 0,-71 60 0,29-24 30,2 1 0,0 2 0,54-26 0,-78 43-108,1 1 0,-1 0 0,1 0-1,-1 1 1,1 0 0,0 1 0,0 0 0,0 1 0,1 0-1,-1 0 1,0 1 0,0 0 0,1 1 0,-1 1 0,0-1-1,0 1 1,0 1 0,18 7 0,1 8-6748</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06:13:34.361"/>
    </inkml:context>
    <inkml:brush xml:id="br0">
      <inkml:brushProperty name="width" value="0.05" units="cm"/>
      <inkml:brushProperty name="height" value="0.05" units="cm"/>
      <inkml:brushProperty name="color" value="#E71224"/>
    </inkml:brush>
  </inkml:definitions>
  <inkml:trace contextRef="#ctx0" brushRef="#br0">5 1085 24575,'-2'-99'0,"0"27"0,9-104 0,-4 156 0,0-1 0,1 1 0,1 0 0,1 0 0,1 0 0,0 1 0,2 0 0,0 0 0,19-27 0,-25 42 0,1 0 0,-1 0 0,1 1 0,0-1 0,0 1 0,0 0 0,1 0 0,-1 0 0,1 1 0,0 0 0,-1-1 0,11-1 0,65-12 0,-29 8 0,260-58 0,185-42 0,-412 93 0,1 3 0,97 0 0,15-3 0,0-12 0,353-97 0,-498 111 0,0 1 0,1 3 0,56-2 0,155 9 0,-137 5 0,236-2 0,-69-24 0,972 20 0,-653 6 0,-316-6 0,307 6 0,-576 0 0,0 2 0,0 0 0,0 2 0,39 15 0,48 11 0,-1-15 0,-71-12 0,0 1 0,-1 2 0,0 2 0,52 20 0,16 14 0,-62-27 0,0 2 0,64 38 0,4 2 0,-4-3 0,-97-49 0,0-1 0,0 0 0,21 6 0,-20-8 0,1 1 0,28 16 0,-8-1 0,-14-8 0,0 0 0,-2 1 0,34 29 0,-39-29 0,0 0 0,1-2 0,0 0 0,1 0 0,1-2 0,0-1 0,0 0 0,37 11 0,-51-19 0,-1 1 0,1-1 0,-1 1 0,0 0 0,0 0 0,0 0 0,0 1 0,0-1 0,0 1 0,0 0 0,-1 0 0,0 0 0,1 1 0,-1-1 0,3 6 0,-3-4 0,-1 1 0,0 0 0,0 0 0,0 0 0,-1 0 0,0 1 0,0-1 0,-1 0 0,1 0 0,-2 12 0,0 6 0,1 2 0,-1 0 0,-7 36 0,6-54 0,0 1 0,0-1 0,-1 0 0,0 0 0,-1 0 0,0-1 0,0 1 0,-1-1 0,1 0 0,-2 0 0,-7 8 0,-4 0 0,0-1 0,0-1 0,-1-1 0,-1-1 0,0 0 0,-34 13 0,-134 41 0,139-50 0,-223 48 0,55-15 0,136-26 0,-144 20 0,-288 59 0,237-38 0,95-32 0,-36 8 0,134-19 0,-169 34 0,194-45 0,-1-2 0,-88-2 0,-515 10 0,46 4 0,156-7 0,3-40 0,372 11 0,1-2 0,-130-50 0,97 30 0,44 10 0,51 19 0,-1 1 0,-44-11 0,-6 9 0,0 3 0,-125 3 0,134 7 0,0-3 0,0-3 0,0-3 0,-91-22 0,72 7 0,0 4 0,-1 3 0,-1 3 0,-1 5 0,-84 3 0,132 2 0,-53-7 0,-11-1 0,82 9 0,0 0 0,1-1 0,-1-2 0,1 1 0,0-2 0,0-1 0,0 0 0,-22-12 0,22 11 0,-1 1 0,1 0 0,-1 1 0,-34-3 0,-18-6 0,17 3 0,33 7 0,1-1 0,-1 0 0,1-1 0,-28-14 0,-68-22-1365,99 32-5461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502afc7aad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2502afc7aad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433735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AB19B-CE97-0C46-7AF5-EBA659F267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E79529-7652-4E5B-3CE5-D64FFCA28E7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E117C7B-6637-764B-4AB6-C12ECC8394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99AEF8-313A-2581-21D3-F91D3F91740A}"/>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42422680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6DF6D-44B6-DD2C-0C90-A8D6523CB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21FD3-E3E0-FB65-3A0A-43E8BCC3B36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A7BC4BB-A69E-9AA1-2DB9-5FBEF55113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F4DD8D-A0FD-65B5-D1A7-8D8DDFC6CB74}"/>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221675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356F1-F42F-8894-2D05-432FA5899E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03BF63-BF04-BDB6-440B-D48E0487524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9DFD761-1B82-2C0F-A3B7-008CDA589E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78C54D-1701-6D4B-AC31-EF383CC324B7}"/>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202175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AD2C0-121D-8950-A41F-183CBB6FC5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A5EE62-26F7-6B16-C1B8-40AEB6A2909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2780FE5-99B0-F02B-AA4E-66D3C32662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40588E-58E3-1E3F-6D85-BF69A585D3B8}"/>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45655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E2A5B-DBCE-4A53-9C80-05114CF634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15C0D4-E163-2C01-BBAD-57108BC4618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A781141-1D5F-2928-AB11-2C5D47D9F0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7BA4AB-9DDA-526F-3E72-2296C08D91E1}"/>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970820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2217A-A0D6-CBD0-166C-6F35B27258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E7FBC3-4B71-CE69-EF1A-83C584AC902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04BE89F-218E-A7A1-44DD-CB0DB41382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913B31-C92E-D57A-6395-0444C31D953D}"/>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0252641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929ED-4444-C4B3-383A-1197CD45A2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A644CE-AA60-1BFD-252C-04231B77663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6602E22-2F7B-E700-925C-C256813225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629234-97FF-D687-734E-4A54BFF45708}"/>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6600111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A444F-6661-4207-1DCA-DCB4E33F15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09C17E-32D6-898A-0000-7E4D335DABC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C9C3D35-BF36-EB4F-3D02-88A131833E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1F64A1-4226-6C9E-4888-5E9526A31704}"/>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8895130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DF9F2-8833-FC7E-3FE1-5050A06FD5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6CD93-AB30-7BF0-6436-46387C887F7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B13FCAC-2C79-BDEB-F1D1-2768201B65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197252-95FD-295D-7E5B-D36B7FF7DFD5}"/>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8101205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CCC3C-1FBF-317D-CA47-C58431E2EC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AD7AD1-A82A-4EC3-67C9-6104BAA8B11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5A4AE3F-2F89-23C8-73B5-3BDA0FD0ED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DB877-2F74-1016-3127-90A347391F31}"/>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347883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5E4E7-91FE-C398-CA32-1D628710E2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BEC80D-1720-2A03-7556-7FC408E743A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04027B8-2096-94CF-6AC4-47C669799F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BF5D5B-EBA8-CF08-7678-02424A339A25}"/>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22381451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3838F-6C96-9486-2919-B48894855E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0A1C93-7AD0-1A09-2006-A6E2D71663B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A6D23E7-F387-1471-EAB7-30328B09E2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92DF8C-CC28-304A-8263-625DD2A544AC}"/>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21675316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7E1EB-21B9-2CB8-766A-CE110815C2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7BC4E-8377-64E6-C8BA-B73D1F3DC20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95036E5-2A87-BF31-7491-740C2B5F70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7E2328-4222-6EC5-B8CC-6B68A9B87E29}"/>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33766318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EE5DD-1276-99AA-8401-919A0EB6A2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7D49BC-162D-5BFB-A014-C1EE62FD1BE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DF17775-B22F-121E-0163-2BB0953A70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3EA9E0-CB03-4BE9-7DA0-10BD7D48067D}"/>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4401498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B1DF4-318C-7688-CEDB-2A421B0B00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D48D11-37FF-22C4-68C7-2859B290FE8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C11F434-0F1E-DE23-95C4-D2BF442B36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0A2780-5E29-31F7-E0D1-D52B7C91AA55}"/>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1557342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DA7E6-497D-901D-4784-1DA9167FDC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A06375-92EF-ADB7-B8C6-7CDB166ED11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E4746C6-0DE0-9B32-7C47-CAA7BEC52C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83C929-9BB9-6538-3632-262A1A258198}"/>
              </a:ext>
            </a:extLst>
          </p:cNvPr>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8635352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D4DA9-9774-6995-C1BF-4B6631DBDF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F0597E-86C5-4326-025B-27803ECCD1F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8E6630A-3A31-D1C2-0FED-CAFB628CE0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54AADC-F197-78DE-E3A2-4F164FF0CA5A}"/>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27770669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21AD1-2F06-E3F6-8CD2-4A069D26AB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A7F96B-1EE6-2610-9A4A-4B54E413672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2086317-E99E-A211-16A1-30148F6161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C0538B-667C-6548-C635-D71E6811D62C}"/>
              </a:ext>
            </a:extLst>
          </p:cNvPr>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495361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23B4E-CE01-5F04-1E75-211FD9C70E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E61D80-7432-0FDD-F6FC-C6C9BB7B4AD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BF698A3-E87E-2543-74E4-9C86ACE40C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89CE1A-CAB0-8911-3359-4419CA20B575}"/>
              </a:ext>
            </a:extLst>
          </p:cNvPr>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3660224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CD1A5-52EC-A754-22E8-F89D01DBD1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E96D1B-56A6-4E4A-1A23-6EF1185725B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5B238A1-F6D1-F617-FC6D-9D6E7D9301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8457E9-97B7-02EA-5006-106544D99833}"/>
              </a:ext>
            </a:extLst>
          </p:cNvPr>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4603779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4B92F-2E98-20D4-57C1-2B38A36066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E2C990-542D-9376-3FC7-33B3E2EB9D0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7FED80C-517D-0B84-ECE6-1723BDAE79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1FAA0B-5001-8B46-D726-3349163009DD}"/>
              </a:ext>
            </a:extLst>
          </p:cNvPr>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21257544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C387E-5282-AE45-D826-32DB5CDF74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2AD634-CFFF-43EE-7F5F-59D97A32651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027CC3B-DD84-F2FD-4DC7-703E22A825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076E79-2F0F-BF2E-F01C-19B28F2577A9}"/>
              </a:ext>
            </a:extLst>
          </p:cNvPr>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4984420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982A5-F50A-ADDE-0A62-8ACCD8DFA0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B7827-7DCC-B1F8-BC07-498A743D003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EA5E46E-7160-CFD9-1A04-A4AC77E59C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FA8EC0-1BB7-2B5B-C444-2322D7F750C3}"/>
              </a:ext>
            </a:extLst>
          </p:cNvPr>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30274708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7E2BA-4622-1FB9-EAE1-7160F0F04D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570CDE-AD77-B294-1B25-7D5EFEDE67B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B74FFE0-48B4-421A-98A2-3CB9DD7133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70B2D2-8DDD-32E5-276F-023F1CD7ED3C}"/>
              </a:ext>
            </a:extLst>
          </p:cNvPr>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30519723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CD5F7-9CC6-D6FD-6347-AF3F754104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10795B-BD8D-FD82-9467-1732D939D1B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FDD087E-9E16-9495-814F-907D479816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D74A80-E44B-FDB3-C2F5-0CB93121E005}"/>
              </a:ext>
            </a:extLst>
          </p:cNvPr>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34540115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D4A1A-E152-F139-874D-8D7CCE0911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70568F-AD2F-B114-0B74-92AE4FDE327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55324CD-5C4E-37DC-AF2A-F8392BA9FA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DB9B33-18DC-3A5B-1821-56536B58C6C7}"/>
              </a:ext>
            </a:extLst>
          </p:cNvPr>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1619153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A77F3-A441-0D2A-FA40-1AB354047F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98CA6E-46AB-5CD3-7235-A9C83C334DE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146FD5E-2CCC-2821-3A3E-0F33C560A4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044536-3F06-0A53-F9F5-4F42DE2D5467}"/>
              </a:ext>
            </a:extLst>
          </p:cNvPr>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9820286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6CC3C-191F-8445-7FC0-6849C9D1F6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7BF331-D29F-B163-CABC-EF2851001A6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C9DF3FB-2B6B-6B03-C2DB-C99ACDA76A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74BC3C-1C22-E9E0-A884-499DCDDA6CF7}"/>
              </a:ext>
            </a:extLst>
          </p:cNvPr>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8354033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2502afc7aad_0_4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2502afc7aad_0_4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20a5d1115b7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20a5d1115b7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0a5d1115b7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20a5d1115b7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a:extLst>
            <a:ext uri="{FF2B5EF4-FFF2-40B4-BE49-F238E27FC236}">
              <a16:creationId xmlns:a16="http://schemas.microsoft.com/office/drawing/2014/main" id="{297EFFF5-6199-DD45-AE90-AE2BA4F80B2F}"/>
            </a:ext>
          </a:extLst>
        </p:cNvPr>
        <p:cNvGrpSpPr/>
        <p:nvPr/>
      </p:nvGrpSpPr>
      <p:grpSpPr>
        <a:xfrm>
          <a:off x="0" y="0"/>
          <a:ext cx="0" cy="0"/>
          <a:chOff x="0" y="0"/>
          <a:chExt cx="0" cy="0"/>
        </a:xfrm>
      </p:grpSpPr>
      <p:sp>
        <p:nvSpPr>
          <p:cNvPr id="226" name="Google Shape;226;g20a5d1115b7_0_41:notes">
            <a:extLst>
              <a:ext uri="{FF2B5EF4-FFF2-40B4-BE49-F238E27FC236}">
                <a16:creationId xmlns:a16="http://schemas.microsoft.com/office/drawing/2014/main" id="{E9D08B8A-F3DB-8E56-1619-4B634B0146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20a5d1115b7_0_41:notes">
            <a:extLst>
              <a:ext uri="{FF2B5EF4-FFF2-40B4-BE49-F238E27FC236}">
                <a16:creationId xmlns:a16="http://schemas.microsoft.com/office/drawing/2014/main" id="{701403F0-41A1-C9D6-90E3-B720789700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536162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20a5d1115b7_0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20a5d1115b7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mt="28000"/>
          </a:blip>
          <a:srcRect l="3955" t="33705" r="57710" b="5922"/>
          <a:stretch/>
        </p:blipFill>
        <p:spPr>
          <a:xfrm>
            <a:off x="0" y="2133600"/>
            <a:ext cx="3505200" cy="3105151"/>
          </a:xfrm>
          <a:prstGeom prst="rect">
            <a:avLst/>
          </a:prstGeom>
          <a:noFill/>
          <a:ln>
            <a:noFill/>
          </a:ln>
        </p:spPr>
      </p:pic>
      <p:pic>
        <p:nvPicPr>
          <p:cNvPr id="10" name="Google Shape;10;p2"/>
          <p:cNvPicPr preferRelativeResize="0"/>
          <p:nvPr/>
        </p:nvPicPr>
        <p:blipFill rotWithShape="1">
          <a:blip r:embed="rId2">
            <a:alphaModFix amt="28000"/>
          </a:blip>
          <a:srcRect l="40405" t="33702" r="30010" b="6752"/>
          <a:stretch/>
        </p:blipFill>
        <p:spPr>
          <a:xfrm>
            <a:off x="6438900" y="2176200"/>
            <a:ext cx="2705098" cy="3062551"/>
          </a:xfrm>
          <a:prstGeom prst="rect">
            <a:avLst/>
          </a:prstGeom>
          <a:noFill/>
          <a:ln>
            <a:noFill/>
          </a:ln>
        </p:spPr>
      </p:pic>
      <p:sp>
        <p:nvSpPr>
          <p:cNvPr id="11" name="Google Shape;11;p2"/>
          <p:cNvSpPr txBox="1">
            <a:spLocks noGrp="1"/>
          </p:cNvSpPr>
          <p:nvPr>
            <p:ph type="ctrTitle"/>
          </p:nvPr>
        </p:nvSpPr>
        <p:spPr>
          <a:xfrm>
            <a:off x="1473525" y="2562750"/>
            <a:ext cx="6196800" cy="1512600"/>
          </a:xfrm>
          <a:prstGeom prst="rect">
            <a:avLst/>
          </a:prstGeom>
          <a:solidFill>
            <a:schemeClr val="dk2"/>
          </a:solidFill>
        </p:spPr>
        <p:txBody>
          <a:bodyPr spcFirstLastPara="1" wrap="square" lIns="91425" tIns="91425" rIns="91425" bIns="91425" anchor="b" anchorCtr="0">
            <a:noAutofit/>
          </a:bodyPr>
          <a:lstStyle>
            <a:lvl1pPr lvl="0" algn="ctr">
              <a:spcBef>
                <a:spcPts val="0"/>
              </a:spcBef>
              <a:spcAft>
                <a:spcPts val="0"/>
              </a:spcAft>
              <a:buSzPts val="5200"/>
              <a:buNone/>
              <a:defRPr sz="4200">
                <a:latin typeface="Doppio One"/>
                <a:ea typeface="Doppio One"/>
                <a:cs typeface="Doppio One"/>
                <a:sym typeface="Doppio 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1473675" y="4056400"/>
            <a:ext cx="6196800" cy="528000"/>
          </a:xfrm>
          <a:prstGeom prst="rect">
            <a:avLst/>
          </a:prstGeom>
          <a:solidFill>
            <a:schemeClr val="dk2"/>
          </a:solidFill>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1600">
                <a:solidFill>
                  <a:schemeClr val="dk1"/>
                </a:solidFill>
                <a:latin typeface="Encode Sans Condensed"/>
                <a:ea typeface="Encode Sans Condensed"/>
                <a:cs typeface="Encode Sans Condensed"/>
                <a:sym typeface="Encode Sans Condensed"/>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2"/>
          <p:cNvSpPr>
            <a:spLocks noGrp="1"/>
          </p:cNvSpPr>
          <p:nvPr>
            <p:ph type="pic" idx="2"/>
          </p:nvPr>
        </p:nvSpPr>
        <p:spPr>
          <a:xfrm>
            <a:off x="0" y="0"/>
            <a:ext cx="9144000" cy="2176200"/>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lt1"/>
        </a:solidFill>
        <a:effectLst/>
      </p:bgPr>
    </p:bg>
    <p:spTree>
      <p:nvGrpSpPr>
        <p:cNvPr id="1" name="Shape 20"/>
        <p:cNvGrpSpPr/>
        <p:nvPr/>
      </p:nvGrpSpPr>
      <p:grpSpPr>
        <a:xfrm>
          <a:off x="0" y="0"/>
          <a:ext cx="0" cy="0"/>
          <a:chOff x="0" y="0"/>
          <a:chExt cx="0" cy="0"/>
        </a:xfrm>
      </p:grpSpPr>
      <p:pic>
        <p:nvPicPr>
          <p:cNvPr id="21" name="Google Shape;21;p4"/>
          <p:cNvPicPr preferRelativeResize="0"/>
          <p:nvPr/>
        </p:nvPicPr>
        <p:blipFill rotWithShape="1">
          <a:blip r:embed="rId2">
            <a:alphaModFix amt="28000"/>
          </a:blip>
          <a:srcRect l="-10" r="10"/>
          <a:stretch/>
        </p:blipFill>
        <p:spPr>
          <a:xfrm flipH="1">
            <a:off x="-975" y="-60220"/>
            <a:ext cx="9144000" cy="5280390"/>
          </a:xfrm>
          <a:prstGeom prst="rect">
            <a:avLst/>
          </a:prstGeom>
          <a:noFill/>
          <a:ln>
            <a:noFill/>
          </a:ln>
        </p:spPr>
      </p:pic>
      <p:sp>
        <p:nvSpPr>
          <p:cNvPr id="22" name="Google Shape;22;p4"/>
          <p:cNvSpPr/>
          <p:nvPr/>
        </p:nvSpPr>
        <p:spPr>
          <a:xfrm>
            <a:off x="447750" y="381000"/>
            <a:ext cx="8248500" cy="4381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4"/>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4" name="Google Shape;24;p4"/>
          <p:cNvSpPr txBox="1">
            <a:spLocks noGrp="1"/>
          </p:cNvSpPr>
          <p:nvPr>
            <p:ph type="body" idx="1"/>
          </p:nvPr>
        </p:nvSpPr>
        <p:spPr>
          <a:xfrm>
            <a:off x="720000" y="1442900"/>
            <a:ext cx="7704000" cy="31260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accent2"/>
              </a:buClr>
              <a:buSzPts val="1200"/>
              <a:buFont typeface="Georama"/>
              <a:buChar char="●"/>
              <a:defRPr sz="1200"/>
            </a:lvl1pPr>
            <a:lvl2pPr marL="914400" lvl="1" indent="-304800">
              <a:spcBef>
                <a:spcPts val="0"/>
              </a:spcBef>
              <a:spcAft>
                <a:spcPts val="0"/>
              </a:spcAft>
              <a:buSzPts val="1200"/>
              <a:buFont typeface="Georama"/>
              <a:buChar char="○"/>
              <a:defRPr sz="1200"/>
            </a:lvl2pPr>
            <a:lvl3pPr marL="1371600" lvl="2" indent="-304800">
              <a:spcBef>
                <a:spcPts val="0"/>
              </a:spcBef>
              <a:spcAft>
                <a:spcPts val="0"/>
              </a:spcAft>
              <a:buSzPts val="1200"/>
              <a:buFont typeface="Georama"/>
              <a:buChar char="■"/>
              <a:defRPr sz="1200"/>
            </a:lvl3pPr>
            <a:lvl4pPr marL="1828800" lvl="3" indent="-304800">
              <a:spcBef>
                <a:spcPts val="0"/>
              </a:spcBef>
              <a:spcAft>
                <a:spcPts val="0"/>
              </a:spcAft>
              <a:buSzPts val="1200"/>
              <a:buFont typeface="Georama"/>
              <a:buChar char="●"/>
              <a:defRPr sz="1200"/>
            </a:lvl4pPr>
            <a:lvl5pPr marL="2286000" lvl="4" indent="-304800">
              <a:spcBef>
                <a:spcPts val="0"/>
              </a:spcBef>
              <a:spcAft>
                <a:spcPts val="0"/>
              </a:spcAft>
              <a:buSzPts val="1200"/>
              <a:buFont typeface="Georama"/>
              <a:buChar char="○"/>
              <a:defRPr sz="1200"/>
            </a:lvl5pPr>
            <a:lvl6pPr marL="2743200" lvl="5" indent="-304800">
              <a:spcBef>
                <a:spcPts val="0"/>
              </a:spcBef>
              <a:spcAft>
                <a:spcPts val="0"/>
              </a:spcAft>
              <a:buSzPts val="1200"/>
              <a:buFont typeface="Georama"/>
              <a:buChar char="■"/>
              <a:defRPr sz="1200"/>
            </a:lvl6pPr>
            <a:lvl7pPr marL="3200400" lvl="6" indent="-304800">
              <a:spcBef>
                <a:spcPts val="0"/>
              </a:spcBef>
              <a:spcAft>
                <a:spcPts val="0"/>
              </a:spcAft>
              <a:buSzPts val="1200"/>
              <a:buFont typeface="Georama"/>
              <a:buChar char="●"/>
              <a:defRPr sz="1200"/>
            </a:lvl7pPr>
            <a:lvl8pPr marL="3657600" lvl="7" indent="-304800">
              <a:spcBef>
                <a:spcPts val="0"/>
              </a:spcBef>
              <a:spcAft>
                <a:spcPts val="0"/>
              </a:spcAft>
              <a:buSzPts val="1200"/>
              <a:buFont typeface="Georama"/>
              <a:buChar char="○"/>
              <a:defRPr sz="1200"/>
            </a:lvl8pPr>
            <a:lvl9pPr marL="4114800" lvl="8" indent="-304800">
              <a:spcBef>
                <a:spcPts val="0"/>
              </a:spcBef>
              <a:spcAft>
                <a:spcPts val="0"/>
              </a:spcAft>
              <a:buSzPts val="1200"/>
              <a:buFont typeface="Georama"/>
              <a:buChar char="■"/>
              <a:defRPr sz="1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pic>
        <p:nvPicPr>
          <p:cNvPr id="26" name="Google Shape;26;p5"/>
          <p:cNvPicPr preferRelativeResize="0"/>
          <p:nvPr/>
        </p:nvPicPr>
        <p:blipFill rotWithShape="1">
          <a:blip r:embed="rId2">
            <a:alphaModFix amt="28000"/>
          </a:blip>
          <a:srcRect l="-10" r="10"/>
          <a:stretch/>
        </p:blipFill>
        <p:spPr>
          <a:xfrm flipH="1">
            <a:off x="-975" y="-60220"/>
            <a:ext cx="9144000" cy="5280390"/>
          </a:xfrm>
          <a:prstGeom prst="rect">
            <a:avLst/>
          </a:prstGeom>
          <a:noFill/>
          <a:ln>
            <a:noFill/>
          </a:ln>
        </p:spPr>
      </p:pic>
      <p:sp>
        <p:nvSpPr>
          <p:cNvPr id="27" name="Google Shape;27;p5"/>
          <p:cNvSpPr/>
          <p:nvPr/>
        </p:nvSpPr>
        <p:spPr>
          <a:xfrm>
            <a:off x="447750" y="381000"/>
            <a:ext cx="8248500" cy="4381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subTitle" idx="1"/>
          </p:nvPr>
        </p:nvSpPr>
        <p:spPr>
          <a:xfrm>
            <a:off x="5151737" y="2936100"/>
            <a:ext cx="2505600" cy="157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200"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 name="Google Shape;29;p5"/>
          <p:cNvSpPr txBox="1">
            <a:spLocks noGrp="1"/>
          </p:cNvSpPr>
          <p:nvPr>
            <p:ph type="subTitle" idx="2"/>
          </p:nvPr>
        </p:nvSpPr>
        <p:spPr>
          <a:xfrm>
            <a:off x="1486663" y="2936100"/>
            <a:ext cx="2505600" cy="157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200"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 name="Google Shape;30;p5"/>
          <p:cNvSpPr txBox="1">
            <a:spLocks noGrp="1"/>
          </p:cNvSpPr>
          <p:nvPr>
            <p:ph type="subTitle" idx="3"/>
          </p:nvPr>
        </p:nvSpPr>
        <p:spPr>
          <a:xfrm>
            <a:off x="1486663" y="2385351"/>
            <a:ext cx="2505600" cy="572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solidFill>
                  <a:schemeClr val="dk1"/>
                </a:solidFill>
                <a:latin typeface="Doppio One"/>
                <a:ea typeface="Doppio One"/>
                <a:cs typeface="Doppio One"/>
                <a:sym typeface="Doppio O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 name="Google Shape;31;p5"/>
          <p:cNvSpPr txBox="1">
            <a:spLocks noGrp="1"/>
          </p:cNvSpPr>
          <p:nvPr>
            <p:ph type="subTitle" idx="4"/>
          </p:nvPr>
        </p:nvSpPr>
        <p:spPr>
          <a:xfrm>
            <a:off x="5151738" y="2385351"/>
            <a:ext cx="2505600" cy="572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solidFill>
                  <a:schemeClr val="dk1"/>
                </a:solidFill>
                <a:latin typeface="Doppio One"/>
                <a:ea typeface="Doppio One"/>
                <a:cs typeface="Doppio One"/>
                <a:sym typeface="Doppio O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 name="Google Shape;32;p5"/>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3" name="Google Shape;33;p5"/>
          <p:cNvSpPr>
            <a:spLocks noGrp="1"/>
          </p:cNvSpPr>
          <p:nvPr>
            <p:ph type="pic" idx="5"/>
          </p:nvPr>
        </p:nvSpPr>
        <p:spPr>
          <a:xfrm>
            <a:off x="1486663" y="1509050"/>
            <a:ext cx="2505600" cy="876300"/>
          </a:xfrm>
          <a:prstGeom prst="rect">
            <a:avLst/>
          </a:prstGeom>
          <a:noFill/>
          <a:ln>
            <a:noFill/>
          </a:ln>
        </p:spPr>
      </p:sp>
      <p:sp>
        <p:nvSpPr>
          <p:cNvPr id="34" name="Google Shape;34;p5"/>
          <p:cNvSpPr>
            <a:spLocks noGrp="1"/>
          </p:cNvSpPr>
          <p:nvPr>
            <p:ph type="pic" idx="6"/>
          </p:nvPr>
        </p:nvSpPr>
        <p:spPr>
          <a:xfrm>
            <a:off x="5151738" y="1509050"/>
            <a:ext cx="2505600" cy="8763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1"/>
        </a:solidFill>
        <a:effectLst/>
      </p:bgPr>
    </p:bg>
    <p:spTree>
      <p:nvGrpSpPr>
        <p:cNvPr id="1" name="Shape 45"/>
        <p:cNvGrpSpPr/>
        <p:nvPr/>
      </p:nvGrpSpPr>
      <p:grpSpPr>
        <a:xfrm>
          <a:off x="0" y="0"/>
          <a:ext cx="0" cy="0"/>
          <a:chOff x="0" y="0"/>
          <a:chExt cx="0" cy="0"/>
        </a:xfrm>
      </p:grpSpPr>
      <p:pic>
        <p:nvPicPr>
          <p:cNvPr id="46" name="Google Shape;46;p8"/>
          <p:cNvPicPr preferRelativeResize="0"/>
          <p:nvPr/>
        </p:nvPicPr>
        <p:blipFill rotWithShape="1">
          <a:blip r:embed="rId2">
            <a:alphaModFix amt="28000"/>
          </a:blip>
          <a:srcRect l="-10" r="10"/>
          <a:stretch/>
        </p:blipFill>
        <p:spPr>
          <a:xfrm flipH="1">
            <a:off x="-975" y="-60220"/>
            <a:ext cx="9144000" cy="5280390"/>
          </a:xfrm>
          <a:prstGeom prst="rect">
            <a:avLst/>
          </a:prstGeom>
          <a:noFill/>
          <a:ln>
            <a:noFill/>
          </a:ln>
        </p:spPr>
      </p:pic>
      <p:sp>
        <p:nvSpPr>
          <p:cNvPr id="47" name="Google Shape;47;p8"/>
          <p:cNvSpPr txBox="1">
            <a:spLocks noGrp="1"/>
          </p:cNvSpPr>
          <p:nvPr>
            <p:ph type="title"/>
          </p:nvPr>
        </p:nvSpPr>
        <p:spPr>
          <a:xfrm>
            <a:off x="1388100" y="1275900"/>
            <a:ext cx="6367800" cy="2591700"/>
          </a:xfrm>
          <a:prstGeom prst="rect">
            <a:avLst/>
          </a:prstGeom>
          <a:solidFill>
            <a:schemeClr val="dk2"/>
          </a:solidFill>
        </p:spPr>
        <p:txBody>
          <a:bodyPr spcFirstLastPara="1" wrap="square" lIns="91425" tIns="91425" rIns="91425" bIns="91425" anchor="ctr" anchorCtr="0">
            <a:noAutofit/>
          </a:bodyPr>
          <a:lstStyle>
            <a:lvl1pPr lvl="0" algn="ctr">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a:spLocks noGrp="1"/>
          </p:cNvSpPr>
          <p:nvPr>
            <p:ph type="pic" idx="2"/>
          </p:nvPr>
        </p:nvSpPr>
        <p:spPr>
          <a:xfrm>
            <a:off x="-8500" y="0"/>
            <a:ext cx="9152400" cy="5143500"/>
          </a:xfrm>
          <a:prstGeom prst="rect">
            <a:avLst/>
          </a:prstGeom>
          <a:noFill/>
          <a:ln>
            <a:noFill/>
          </a:ln>
        </p:spPr>
      </p:sp>
      <p:sp>
        <p:nvSpPr>
          <p:cNvPr id="54" name="Google Shape;54;p10"/>
          <p:cNvSpPr txBox="1">
            <a:spLocks noGrp="1"/>
          </p:cNvSpPr>
          <p:nvPr>
            <p:ph type="title"/>
          </p:nvPr>
        </p:nvSpPr>
        <p:spPr>
          <a:xfrm>
            <a:off x="720000" y="597425"/>
            <a:ext cx="7704000" cy="572700"/>
          </a:xfrm>
          <a:prstGeom prst="rect">
            <a:avLst/>
          </a:prstGeom>
          <a:solidFill>
            <a:schemeClr val="dk2"/>
          </a:solidFill>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lt1"/>
        </a:solidFill>
        <a:effectLst/>
      </p:bgPr>
    </p:bg>
    <p:spTree>
      <p:nvGrpSpPr>
        <p:cNvPr id="1" name="Shape 55"/>
        <p:cNvGrpSpPr/>
        <p:nvPr/>
      </p:nvGrpSpPr>
      <p:grpSpPr>
        <a:xfrm>
          <a:off x="0" y="0"/>
          <a:ext cx="0" cy="0"/>
          <a:chOff x="0" y="0"/>
          <a:chExt cx="0" cy="0"/>
        </a:xfrm>
      </p:grpSpPr>
      <p:pic>
        <p:nvPicPr>
          <p:cNvPr id="56" name="Google Shape;56;p11"/>
          <p:cNvPicPr preferRelativeResize="0"/>
          <p:nvPr/>
        </p:nvPicPr>
        <p:blipFill rotWithShape="1">
          <a:blip r:embed="rId2">
            <a:alphaModFix amt="28000"/>
          </a:blip>
          <a:srcRect l="5619" t="33705" r="56047" b="5922"/>
          <a:stretch/>
        </p:blipFill>
        <p:spPr>
          <a:xfrm flipH="1">
            <a:off x="5638798" y="2133600"/>
            <a:ext cx="3505200" cy="3105151"/>
          </a:xfrm>
          <a:prstGeom prst="rect">
            <a:avLst/>
          </a:prstGeom>
          <a:noFill/>
          <a:ln>
            <a:noFill/>
          </a:ln>
        </p:spPr>
      </p:pic>
      <p:pic>
        <p:nvPicPr>
          <p:cNvPr id="57" name="Google Shape;57;p11"/>
          <p:cNvPicPr preferRelativeResize="0"/>
          <p:nvPr/>
        </p:nvPicPr>
        <p:blipFill rotWithShape="1">
          <a:blip r:embed="rId2">
            <a:alphaModFix amt="28000"/>
          </a:blip>
          <a:srcRect l="42908" t="33702" r="27507" b="6752"/>
          <a:stretch/>
        </p:blipFill>
        <p:spPr>
          <a:xfrm flipH="1">
            <a:off x="0" y="2176200"/>
            <a:ext cx="2705098" cy="3062551"/>
          </a:xfrm>
          <a:prstGeom prst="rect">
            <a:avLst/>
          </a:prstGeom>
          <a:noFill/>
          <a:ln>
            <a:noFill/>
          </a:ln>
        </p:spPr>
      </p:pic>
      <p:sp>
        <p:nvSpPr>
          <p:cNvPr id="58" name="Google Shape;58;p11"/>
          <p:cNvSpPr txBox="1">
            <a:spLocks noGrp="1"/>
          </p:cNvSpPr>
          <p:nvPr>
            <p:ph type="title" hasCustomPrompt="1"/>
          </p:nvPr>
        </p:nvSpPr>
        <p:spPr>
          <a:xfrm>
            <a:off x="1284000" y="2628900"/>
            <a:ext cx="6576000" cy="13872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9600"/>
              <a:buNone/>
              <a:defRPr sz="60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59" name="Google Shape;59;p11"/>
          <p:cNvSpPr txBox="1">
            <a:spLocks noGrp="1"/>
          </p:cNvSpPr>
          <p:nvPr>
            <p:ph type="subTitle" idx="1"/>
          </p:nvPr>
        </p:nvSpPr>
        <p:spPr>
          <a:xfrm>
            <a:off x="1284000" y="4006725"/>
            <a:ext cx="6576000" cy="497100"/>
          </a:xfrm>
          <a:prstGeom prst="rect">
            <a:avLst/>
          </a:prstGeom>
          <a:solidFill>
            <a:schemeClr val="dk2"/>
          </a:solidFill>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60" name="Google Shape;60;p11"/>
          <p:cNvSpPr>
            <a:spLocks noGrp="1"/>
          </p:cNvSpPr>
          <p:nvPr>
            <p:ph type="pic" idx="2"/>
          </p:nvPr>
        </p:nvSpPr>
        <p:spPr>
          <a:xfrm>
            <a:off x="0" y="0"/>
            <a:ext cx="9144000" cy="21762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Numbers and text">
  <p:cSld name="CUSTOM_3">
    <p:bg>
      <p:bgPr>
        <a:solidFill>
          <a:schemeClr val="lt1"/>
        </a:solidFill>
        <a:effectLst/>
      </p:bgPr>
    </p:bg>
    <p:spTree>
      <p:nvGrpSpPr>
        <p:cNvPr id="1" name="Shape 78"/>
        <p:cNvGrpSpPr/>
        <p:nvPr/>
      </p:nvGrpSpPr>
      <p:grpSpPr>
        <a:xfrm>
          <a:off x="0" y="0"/>
          <a:ext cx="0" cy="0"/>
          <a:chOff x="0" y="0"/>
          <a:chExt cx="0" cy="0"/>
        </a:xfrm>
      </p:grpSpPr>
      <p:pic>
        <p:nvPicPr>
          <p:cNvPr id="79" name="Google Shape;79;p14"/>
          <p:cNvPicPr preferRelativeResize="0"/>
          <p:nvPr/>
        </p:nvPicPr>
        <p:blipFill rotWithShape="1">
          <a:blip r:embed="rId2">
            <a:alphaModFix amt="28000"/>
          </a:blip>
          <a:srcRect/>
          <a:stretch/>
        </p:blipFill>
        <p:spPr>
          <a:xfrm flipH="1">
            <a:off x="-19150" y="9525"/>
            <a:ext cx="8907048" cy="5143500"/>
          </a:xfrm>
          <a:prstGeom prst="rect">
            <a:avLst/>
          </a:prstGeom>
          <a:noFill/>
          <a:ln>
            <a:noFill/>
          </a:ln>
        </p:spPr>
      </p:pic>
      <p:sp>
        <p:nvSpPr>
          <p:cNvPr id="80" name="Google Shape;80;p14"/>
          <p:cNvSpPr/>
          <p:nvPr/>
        </p:nvSpPr>
        <p:spPr>
          <a:xfrm flipH="1">
            <a:off x="439198" y="381000"/>
            <a:ext cx="4905300" cy="4381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4"/>
          <p:cNvSpPr txBox="1">
            <a:spLocks noGrp="1"/>
          </p:cNvSpPr>
          <p:nvPr>
            <p:ph type="title" hasCustomPrompt="1"/>
          </p:nvPr>
        </p:nvSpPr>
        <p:spPr>
          <a:xfrm>
            <a:off x="1030519" y="1922732"/>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82" name="Google Shape;82;p14"/>
          <p:cNvSpPr txBox="1">
            <a:spLocks noGrp="1"/>
          </p:cNvSpPr>
          <p:nvPr>
            <p:ph type="subTitle" idx="1"/>
          </p:nvPr>
        </p:nvSpPr>
        <p:spPr>
          <a:xfrm>
            <a:off x="1030519" y="2595924"/>
            <a:ext cx="3492600" cy="59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800"/>
              <a:buFont typeface="PT Sans"/>
              <a:buNone/>
              <a:defRPr sz="12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9pPr>
          </a:lstStyle>
          <a:p>
            <a:endParaRPr/>
          </a:p>
        </p:txBody>
      </p:sp>
      <p:sp>
        <p:nvSpPr>
          <p:cNvPr id="83" name="Google Shape;83;p14"/>
          <p:cNvSpPr txBox="1">
            <a:spLocks noGrp="1"/>
          </p:cNvSpPr>
          <p:nvPr>
            <p:ph type="title" idx="2" hasCustomPrompt="1"/>
          </p:nvPr>
        </p:nvSpPr>
        <p:spPr>
          <a:xfrm>
            <a:off x="1030519" y="3301739"/>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84" name="Google Shape;84;p14"/>
          <p:cNvSpPr txBox="1">
            <a:spLocks noGrp="1"/>
          </p:cNvSpPr>
          <p:nvPr>
            <p:ph type="subTitle" idx="3"/>
          </p:nvPr>
        </p:nvSpPr>
        <p:spPr>
          <a:xfrm>
            <a:off x="1030519" y="3974926"/>
            <a:ext cx="3492600" cy="59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800"/>
              <a:buFont typeface="PT Sans"/>
              <a:buNone/>
              <a:defRPr sz="12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9pPr>
          </a:lstStyle>
          <a:p>
            <a:endParaRPr/>
          </a:p>
        </p:txBody>
      </p:sp>
      <p:sp>
        <p:nvSpPr>
          <p:cNvPr id="85" name="Google Shape;85;p14"/>
          <p:cNvSpPr txBox="1">
            <a:spLocks noGrp="1"/>
          </p:cNvSpPr>
          <p:nvPr>
            <p:ph type="title" idx="4" hasCustomPrompt="1"/>
          </p:nvPr>
        </p:nvSpPr>
        <p:spPr>
          <a:xfrm>
            <a:off x="1030519" y="543725"/>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86" name="Google Shape;86;p14"/>
          <p:cNvSpPr txBox="1">
            <a:spLocks noGrp="1"/>
          </p:cNvSpPr>
          <p:nvPr>
            <p:ph type="subTitle" idx="5"/>
          </p:nvPr>
        </p:nvSpPr>
        <p:spPr>
          <a:xfrm>
            <a:off x="1030519" y="1216922"/>
            <a:ext cx="3492600" cy="59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800"/>
              <a:buFont typeface="PT Sans"/>
              <a:buNone/>
              <a:defRPr sz="12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9pPr>
          </a:lstStyle>
          <a:p>
            <a:endParaRPr/>
          </a:p>
        </p:txBody>
      </p:sp>
      <p:sp>
        <p:nvSpPr>
          <p:cNvPr id="87" name="Google Shape;87;p14"/>
          <p:cNvSpPr>
            <a:spLocks noGrp="1"/>
          </p:cNvSpPr>
          <p:nvPr>
            <p:ph type="pic" idx="6"/>
          </p:nvPr>
        </p:nvSpPr>
        <p:spPr>
          <a:xfrm>
            <a:off x="5715000" y="-2250"/>
            <a:ext cx="3429000" cy="5148000"/>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1">
  <p:cSld name="CUSTOM_6">
    <p:bg>
      <p:bgPr>
        <a:solidFill>
          <a:schemeClr val="lt1"/>
        </a:solidFill>
        <a:effectLst/>
      </p:bgPr>
    </p:bg>
    <p:spTree>
      <p:nvGrpSpPr>
        <p:cNvPr id="1" name="Shape 101"/>
        <p:cNvGrpSpPr/>
        <p:nvPr/>
      </p:nvGrpSpPr>
      <p:grpSpPr>
        <a:xfrm>
          <a:off x="0" y="0"/>
          <a:ext cx="0" cy="0"/>
          <a:chOff x="0" y="0"/>
          <a:chExt cx="0" cy="0"/>
        </a:xfrm>
      </p:grpSpPr>
      <p:pic>
        <p:nvPicPr>
          <p:cNvPr id="102" name="Google Shape;102;p18"/>
          <p:cNvPicPr preferRelativeResize="0"/>
          <p:nvPr/>
        </p:nvPicPr>
        <p:blipFill rotWithShape="1">
          <a:blip r:embed="rId2">
            <a:alphaModFix amt="28000"/>
          </a:blip>
          <a:srcRect l="-10" r="10"/>
          <a:stretch/>
        </p:blipFill>
        <p:spPr>
          <a:xfrm rot="10800000">
            <a:off x="-975" y="-60220"/>
            <a:ext cx="9144000" cy="5280390"/>
          </a:xfrm>
          <a:prstGeom prst="rect">
            <a:avLst/>
          </a:prstGeom>
          <a:noFill/>
          <a:ln>
            <a:noFill/>
          </a:ln>
        </p:spPr>
      </p:pic>
      <p:sp>
        <p:nvSpPr>
          <p:cNvPr id="103" name="Google Shape;103;p18"/>
          <p:cNvSpPr/>
          <p:nvPr/>
        </p:nvSpPr>
        <p:spPr>
          <a:xfrm>
            <a:off x="447750" y="381000"/>
            <a:ext cx="8248500" cy="4381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8"/>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5" name="Google Shape;105;p18"/>
          <p:cNvSpPr txBox="1">
            <a:spLocks noGrp="1"/>
          </p:cNvSpPr>
          <p:nvPr>
            <p:ph type="body" idx="1"/>
          </p:nvPr>
        </p:nvSpPr>
        <p:spPr>
          <a:xfrm>
            <a:off x="803400" y="1442900"/>
            <a:ext cx="3574800" cy="31260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2"/>
              </a:buClr>
              <a:buSzPts val="1400"/>
              <a:buFont typeface="Georama"/>
              <a:buChar char="●"/>
              <a:defRPr sz="1200"/>
            </a:lvl1pPr>
            <a:lvl2pPr marL="914400" lvl="1" indent="-317500" rtl="0">
              <a:spcBef>
                <a:spcPts val="0"/>
              </a:spcBef>
              <a:spcAft>
                <a:spcPts val="0"/>
              </a:spcAft>
              <a:buSzPts val="1400"/>
              <a:buFont typeface="Red Hat Display"/>
              <a:buChar char="○"/>
              <a:defRPr sz="1200"/>
            </a:lvl2pPr>
            <a:lvl3pPr marL="1371600" lvl="2" indent="-317500" rtl="0">
              <a:spcBef>
                <a:spcPts val="0"/>
              </a:spcBef>
              <a:spcAft>
                <a:spcPts val="0"/>
              </a:spcAft>
              <a:buSzPts val="1400"/>
              <a:buFont typeface="Red Hat Display"/>
              <a:buChar char="■"/>
              <a:defRPr sz="1200"/>
            </a:lvl3pPr>
            <a:lvl4pPr marL="1828800" lvl="3" indent="-317500" rtl="0">
              <a:spcBef>
                <a:spcPts val="0"/>
              </a:spcBef>
              <a:spcAft>
                <a:spcPts val="0"/>
              </a:spcAft>
              <a:buSzPts val="1400"/>
              <a:buFont typeface="Red Hat Display"/>
              <a:buChar char="●"/>
              <a:defRPr sz="1200"/>
            </a:lvl4pPr>
            <a:lvl5pPr marL="2286000" lvl="4" indent="-317500" rtl="0">
              <a:spcBef>
                <a:spcPts val="0"/>
              </a:spcBef>
              <a:spcAft>
                <a:spcPts val="0"/>
              </a:spcAft>
              <a:buSzPts val="1400"/>
              <a:buFont typeface="Red Hat Display"/>
              <a:buChar char="○"/>
              <a:defRPr sz="1200"/>
            </a:lvl5pPr>
            <a:lvl6pPr marL="2743200" lvl="5" indent="-317500" rtl="0">
              <a:spcBef>
                <a:spcPts val="0"/>
              </a:spcBef>
              <a:spcAft>
                <a:spcPts val="0"/>
              </a:spcAft>
              <a:buSzPts val="1400"/>
              <a:buFont typeface="Red Hat Display"/>
              <a:buChar char="■"/>
              <a:defRPr sz="1200"/>
            </a:lvl6pPr>
            <a:lvl7pPr marL="3200400" lvl="6" indent="-317500" rtl="0">
              <a:spcBef>
                <a:spcPts val="0"/>
              </a:spcBef>
              <a:spcAft>
                <a:spcPts val="0"/>
              </a:spcAft>
              <a:buSzPts val="1400"/>
              <a:buFont typeface="Red Hat Display"/>
              <a:buChar char="●"/>
              <a:defRPr sz="1200"/>
            </a:lvl7pPr>
            <a:lvl8pPr marL="3657600" lvl="7" indent="-317500" rtl="0">
              <a:spcBef>
                <a:spcPts val="0"/>
              </a:spcBef>
              <a:spcAft>
                <a:spcPts val="0"/>
              </a:spcAft>
              <a:buSzPts val="1400"/>
              <a:buFont typeface="Red Hat Display"/>
              <a:buChar char="○"/>
              <a:defRPr sz="1200"/>
            </a:lvl8pPr>
            <a:lvl9pPr marL="4114800" lvl="8" indent="-317500" rtl="0">
              <a:spcBef>
                <a:spcPts val="0"/>
              </a:spcBef>
              <a:spcAft>
                <a:spcPts val="0"/>
              </a:spcAft>
              <a:buSzPts val="1400"/>
              <a:buFont typeface="Red Hat Display"/>
              <a:buChar char="■"/>
              <a:defRPr sz="1200"/>
            </a:lvl9pPr>
          </a:lstStyle>
          <a:p>
            <a:endParaRPr/>
          </a:p>
        </p:txBody>
      </p:sp>
      <p:sp>
        <p:nvSpPr>
          <p:cNvPr id="106" name="Google Shape;106;p18"/>
          <p:cNvSpPr txBox="1">
            <a:spLocks noGrp="1"/>
          </p:cNvSpPr>
          <p:nvPr>
            <p:ph type="body" idx="2"/>
          </p:nvPr>
        </p:nvSpPr>
        <p:spPr>
          <a:xfrm>
            <a:off x="4765800" y="1442900"/>
            <a:ext cx="3574800" cy="31260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2"/>
              </a:buClr>
              <a:buSzPts val="1400"/>
              <a:buFont typeface="Georama"/>
              <a:buChar char="●"/>
              <a:defRPr sz="1200"/>
            </a:lvl1pPr>
            <a:lvl2pPr marL="914400" lvl="1" indent="-317500" rtl="0">
              <a:spcBef>
                <a:spcPts val="0"/>
              </a:spcBef>
              <a:spcAft>
                <a:spcPts val="0"/>
              </a:spcAft>
              <a:buSzPts val="1400"/>
              <a:buFont typeface="Red Hat Display"/>
              <a:buChar char="○"/>
              <a:defRPr sz="1200"/>
            </a:lvl2pPr>
            <a:lvl3pPr marL="1371600" lvl="2" indent="-317500" rtl="0">
              <a:spcBef>
                <a:spcPts val="0"/>
              </a:spcBef>
              <a:spcAft>
                <a:spcPts val="0"/>
              </a:spcAft>
              <a:buSzPts val="1400"/>
              <a:buFont typeface="Red Hat Display"/>
              <a:buChar char="■"/>
              <a:defRPr sz="1200"/>
            </a:lvl3pPr>
            <a:lvl4pPr marL="1828800" lvl="3" indent="-317500" rtl="0">
              <a:spcBef>
                <a:spcPts val="0"/>
              </a:spcBef>
              <a:spcAft>
                <a:spcPts val="0"/>
              </a:spcAft>
              <a:buSzPts val="1400"/>
              <a:buFont typeface="Red Hat Display"/>
              <a:buChar char="●"/>
              <a:defRPr sz="1200"/>
            </a:lvl4pPr>
            <a:lvl5pPr marL="2286000" lvl="4" indent="-317500" rtl="0">
              <a:spcBef>
                <a:spcPts val="0"/>
              </a:spcBef>
              <a:spcAft>
                <a:spcPts val="0"/>
              </a:spcAft>
              <a:buSzPts val="1400"/>
              <a:buFont typeface="Red Hat Display"/>
              <a:buChar char="○"/>
              <a:defRPr sz="1200"/>
            </a:lvl5pPr>
            <a:lvl6pPr marL="2743200" lvl="5" indent="-317500" rtl="0">
              <a:spcBef>
                <a:spcPts val="0"/>
              </a:spcBef>
              <a:spcAft>
                <a:spcPts val="0"/>
              </a:spcAft>
              <a:buSzPts val="1400"/>
              <a:buFont typeface="Red Hat Display"/>
              <a:buChar char="■"/>
              <a:defRPr sz="1200"/>
            </a:lvl6pPr>
            <a:lvl7pPr marL="3200400" lvl="6" indent="-317500" rtl="0">
              <a:spcBef>
                <a:spcPts val="0"/>
              </a:spcBef>
              <a:spcAft>
                <a:spcPts val="0"/>
              </a:spcAft>
              <a:buSzPts val="1400"/>
              <a:buFont typeface="Red Hat Display"/>
              <a:buChar char="●"/>
              <a:defRPr sz="1200"/>
            </a:lvl7pPr>
            <a:lvl8pPr marL="3657600" lvl="7" indent="-317500" rtl="0">
              <a:spcBef>
                <a:spcPts val="0"/>
              </a:spcBef>
              <a:spcAft>
                <a:spcPts val="0"/>
              </a:spcAft>
              <a:buSzPts val="1400"/>
              <a:buFont typeface="Red Hat Display"/>
              <a:buChar char="○"/>
              <a:defRPr sz="1200"/>
            </a:lvl8pPr>
            <a:lvl9pPr marL="4114800" lvl="8" indent="-317500" rtl="0">
              <a:spcBef>
                <a:spcPts val="0"/>
              </a:spcBef>
              <a:spcAft>
                <a:spcPts val="0"/>
              </a:spcAft>
              <a:buSzPts val="1400"/>
              <a:buFont typeface="Red Hat Display"/>
              <a:buChar char="■"/>
              <a:defRPr sz="12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CUSTOM_2">
    <p:bg>
      <p:bgPr>
        <a:solidFill>
          <a:schemeClr val="lt1"/>
        </a:solidFill>
        <a:effectLst/>
      </p:bgPr>
    </p:bg>
    <p:spTree>
      <p:nvGrpSpPr>
        <p:cNvPr id="1" name="Shape 107"/>
        <p:cNvGrpSpPr/>
        <p:nvPr/>
      </p:nvGrpSpPr>
      <p:grpSpPr>
        <a:xfrm>
          <a:off x="0" y="0"/>
          <a:ext cx="0" cy="0"/>
          <a:chOff x="0" y="0"/>
          <a:chExt cx="0" cy="0"/>
        </a:xfrm>
      </p:grpSpPr>
      <p:pic>
        <p:nvPicPr>
          <p:cNvPr id="108" name="Google Shape;108;p19"/>
          <p:cNvPicPr preferRelativeResize="0"/>
          <p:nvPr/>
        </p:nvPicPr>
        <p:blipFill rotWithShape="1">
          <a:blip r:embed="rId2">
            <a:alphaModFix amt="28000"/>
          </a:blip>
          <a:srcRect l="833" b="3400"/>
          <a:stretch/>
        </p:blipFill>
        <p:spPr>
          <a:xfrm>
            <a:off x="-100" y="66675"/>
            <a:ext cx="9144000" cy="5143500"/>
          </a:xfrm>
          <a:prstGeom prst="rect">
            <a:avLst/>
          </a:prstGeom>
          <a:noFill/>
          <a:ln>
            <a:noFill/>
          </a:ln>
        </p:spPr>
      </p:pic>
      <p:sp>
        <p:nvSpPr>
          <p:cNvPr id="109" name="Google Shape;109;p19"/>
          <p:cNvSpPr/>
          <p:nvPr/>
        </p:nvSpPr>
        <p:spPr>
          <a:xfrm>
            <a:off x="447750" y="381000"/>
            <a:ext cx="8248500" cy="4381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9"/>
          <p:cNvSpPr txBox="1">
            <a:spLocks noGrp="1"/>
          </p:cNvSpPr>
          <p:nvPr>
            <p:ph type="subTitle" idx="1"/>
          </p:nvPr>
        </p:nvSpPr>
        <p:spPr>
          <a:xfrm>
            <a:off x="796199" y="2931271"/>
            <a:ext cx="2305500" cy="158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2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111" name="Google Shape;111;p19"/>
          <p:cNvSpPr txBox="1">
            <a:spLocks noGrp="1"/>
          </p:cNvSpPr>
          <p:nvPr>
            <p:ph type="subTitle" idx="2"/>
          </p:nvPr>
        </p:nvSpPr>
        <p:spPr>
          <a:xfrm>
            <a:off x="3419248" y="2931271"/>
            <a:ext cx="2305500" cy="158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2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112" name="Google Shape;112;p19"/>
          <p:cNvSpPr txBox="1">
            <a:spLocks noGrp="1"/>
          </p:cNvSpPr>
          <p:nvPr>
            <p:ph type="subTitle" idx="3"/>
          </p:nvPr>
        </p:nvSpPr>
        <p:spPr>
          <a:xfrm>
            <a:off x="6042301" y="2931271"/>
            <a:ext cx="2305500" cy="158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2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113" name="Google Shape;113;p19"/>
          <p:cNvSpPr txBox="1">
            <a:spLocks noGrp="1"/>
          </p:cNvSpPr>
          <p:nvPr>
            <p:ph type="subTitle" idx="4"/>
          </p:nvPr>
        </p:nvSpPr>
        <p:spPr>
          <a:xfrm>
            <a:off x="796199" y="2386925"/>
            <a:ext cx="2305500" cy="572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solidFill>
                  <a:schemeClr val="dk1"/>
                </a:solidFill>
                <a:latin typeface="Doppio One"/>
                <a:ea typeface="Doppio One"/>
                <a:cs typeface="Doppio One"/>
                <a:sym typeface="Doppio O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4" name="Google Shape;114;p19"/>
          <p:cNvSpPr txBox="1">
            <a:spLocks noGrp="1"/>
          </p:cNvSpPr>
          <p:nvPr>
            <p:ph type="subTitle" idx="5"/>
          </p:nvPr>
        </p:nvSpPr>
        <p:spPr>
          <a:xfrm>
            <a:off x="3419252" y="2386925"/>
            <a:ext cx="2305500" cy="572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solidFill>
                  <a:schemeClr val="dk1"/>
                </a:solidFill>
                <a:latin typeface="Doppio One"/>
                <a:ea typeface="Doppio One"/>
                <a:cs typeface="Doppio One"/>
                <a:sym typeface="Doppio O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5" name="Google Shape;115;p19"/>
          <p:cNvSpPr txBox="1">
            <a:spLocks noGrp="1"/>
          </p:cNvSpPr>
          <p:nvPr>
            <p:ph type="subTitle" idx="6"/>
          </p:nvPr>
        </p:nvSpPr>
        <p:spPr>
          <a:xfrm>
            <a:off x="6042301" y="2386925"/>
            <a:ext cx="2305500" cy="572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solidFill>
                  <a:schemeClr val="dk1"/>
                </a:solidFill>
                <a:latin typeface="Doppio One"/>
                <a:ea typeface="Doppio One"/>
                <a:cs typeface="Doppio One"/>
                <a:sym typeface="Doppio O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6" name="Google Shape;116;p19"/>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7" name="Google Shape;117;p19"/>
          <p:cNvSpPr>
            <a:spLocks noGrp="1"/>
          </p:cNvSpPr>
          <p:nvPr>
            <p:ph type="pic" idx="7"/>
          </p:nvPr>
        </p:nvSpPr>
        <p:spPr>
          <a:xfrm>
            <a:off x="796200" y="1509050"/>
            <a:ext cx="2305500" cy="876300"/>
          </a:xfrm>
          <a:prstGeom prst="rect">
            <a:avLst/>
          </a:prstGeom>
          <a:noFill/>
          <a:ln>
            <a:noFill/>
          </a:ln>
        </p:spPr>
      </p:sp>
      <p:sp>
        <p:nvSpPr>
          <p:cNvPr id="118" name="Google Shape;118;p19"/>
          <p:cNvSpPr>
            <a:spLocks noGrp="1"/>
          </p:cNvSpPr>
          <p:nvPr>
            <p:ph type="pic" idx="8"/>
          </p:nvPr>
        </p:nvSpPr>
        <p:spPr>
          <a:xfrm>
            <a:off x="3419250" y="1509050"/>
            <a:ext cx="2305500" cy="876300"/>
          </a:xfrm>
          <a:prstGeom prst="rect">
            <a:avLst/>
          </a:prstGeom>
          <a:noFill/>
          <a:ln>
            <a:noFill/>
          </a:ln>
        </p:spPr>
      </p:sp>
      <p:sp>
        <p:nvSpPr>
          <p:cNvPr id="119" name="Google Shape;119;p19"/>
          <p:cNvSpPr>
            <a:spLocks noGrp="1"/>
          </p:cNvSpPr>
          <p:nvPr>
            <p:ph type="pic" idx="9"/>
          </p:nvPr>
        </p:nvSpPr>
        <p:spPr>
          <a:xfrm>
            <a:off x="6042301" y="1509050"/>
            <a:ext cx="2305500" cy="8763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7">
    <p:bg>
      <p:bgPr>
        <a:solidFill>
          <a:schemeClr val="lt1"/>
        </a:solidFill>
        <a:effectLst/>
      </p:bgPr>
    </p:bg>
    <p:spTree>
      <p:nvGrpSpPr>
        <p:cNvPr id="1" name="Shape 154"/>
        <p:cNvGrpSpPr/>
        <p:nvPr/>
      </p:nvGrpSpPr>
      <p:grpSpPr>
        <a:xfrm>
          <a:off x="0" y="0"/>
          <a:ext cx="0" cy="0"/>
          <a:chOff x="0" y="0"/>
          <a:chExt cx="0" cy="0"/>
        </a:xfrm>
      </p:grpSpPr>
      <p:pic>
        <p:nvPicPr>
          <p:cNvPr id="155" name="Google Shape;155;p23"/>
          <p:cNvPicPr preferRelativeResize="0"/>
          <p:nvPr/>
        </p:nvPicPr>
        <p:blipFill rotWithShape="1">
          <a:blip r:embed="rId2">
            <a:alphaModFix amt="28000"/>
          </a:blip>
          <a:srcRect l="3953" r="60529"/>
          <a:stretch/>
        </p:blipFill>
        <p:spPr>
          <a:xfrm>
            <a:off x="0" y="0"/>
            <a:ext cx="3247699" cy="51435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7_1">
    <p:bg>
      <p:bgPr>
        <a:solidFill>
          <a:schemeClr val="lt2"/>
        </a:solidFill>
        <a:effectLst/>
      </p:bgPr>
    </p:bg>
    <p:spTree>
      <p:nvGrpSpPr>
        <p:cNvPr id="1" name="Shape 156"/>
        <p:cNvGrpSpPr/>
        <p:nvPr/>
      </p:nvGrpSpPr>
      <p:grpSpPr>
        <a:xfrm>
          <a:off x="0" y="0"/>
          <a:ext cx="0" cy="0"/>
          <a:chOff x="0" y="0"/>
          <a:chExt cx="0" cy="0"/>
        </a:xfrm>
      </p:grpSpPr>
      <p:pic>
        <p:nvPicPr>
          <p:cNvPr id="157" name="Google Shape;157;p24"/>
          <p:cNvPicPr preferRelativeResize="0"/>
          <p:nvPr/>
        </p:nvPicPr>
        <p:blipFill rotWithShape="1">
          <a:blip r:embed="rId2">
            <a:alphaModFix amt="28000"/>
          </a:blip>
          <a:srcRect l="43587" r="26256" b="-10"/>
          <a:stretch/>
        </p:blipFill>
        <p:spPr>
          <a:xfrm>
            <a:off x="6347800" y="0"/>
            <a:ext cx="2757350" cy="51435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2">
  <p:cSld name="CUSTOM_7_1_1">
    <p:bg>
      <p:bgPr>
        <a:solidFill>
          <a:schemeClr val="dk2"/>
        </a:solidFill>
        <a:effectLst/>
      </p:bgPr>
    </p:bg>
    <p:spTree>
      <p:nvGrpSpPr>
        <p:cNvPr id="1" name="Shape 158"/>
        <p:cNvGrpSpPr/>
        <p:nvPr/>
      </p:nvGrpSpPr>
      <p:grpSpPr>
        <a:xfrm>
          <a:off x="0" y="0"/>
          <a:ext cx="0" cy="0"/>
          <a:chOff x="0" y="0"/>
          <a:chExt cx="0" cy="0"/>
        </a:xfrm>
      </p:grpSpPr>
      <p:pic>
        <p:nvPicPr>
          <p:cNvPr id="159" name="Google Shape;159;p25"/>
          <p:cNvPicPr preferRelativeResize="0"/>
          <p:nvPr/>
        </p:nvPicPr>
        <p:blipFill rotWithShape="1">
          <a:blip r:embed="rId2">
            <a:alphaModFix amt="28000"/>
          </a:blip>
          <a:srcRect l="43587" r="26256" b="-10"/>
          <a:stretch/>
        </p:blipFill>
        <p:spPr>
          <a:xfrm flipH="1">
            <a:off x="-21813" y="0"/>
            <a:ext cx="2757350" cy="5143500"/>
          </a:xfrm>
          <a:prstGeom prst="rect">
            <a:avLst/>
          </a:prstGeom>
          <a:noFill/>
          <a:ln>
            <a:noFill/>
          </a:ln>
        </p:spPr>
      </p:pic>
      <p:pic>
        <p:nvPicPr>
          <p:cNvPr id="160" name="Google Shape;160;p25"/>
          <p:cNvPicPr preferRelativeResize="0"/>
          <p:nvPr/>
        </p:nvPicPr>
        <p:blipFill rotWithShape="1">
          <a:blip r:embed="rId2">
            <a:alphaModFix amt="28000"/>
          </a:blip>
          <a:srcRect l="3954" r="60452"/>
          <a:stretch/>
        </p:blipFill>
        <p:spPr>
          <a:xfrm flipH="1">
            <a:off x="5889374" y="0"/>
            <a:ext cx="3254626" cy="51435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0FF"/>
          </a:solidFill>
          <a:ln/>
        </p:spPr>
      </p:sp>
      <p:sp>
        <p:nvSpPr>
          <p:cNvPr id="3" name="Shape 1"/>
          <p:cNvSpPr/>
          <p:nvPr/>
        </p:nvSpPr>
        <p:spPr>
          <a:xfrm>
            <a:off x="0" y="0"/>
            <a:ext cx="9144000" cy="51435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8024510" y="4843463"/>
            <a:ext cx="1076628" cy="257175"/>
          </a:xfrm>
          <a:prstGeom prst="rect">
            <a:avLst/>
          </a:prstGeom>
        </p:spPr>
      </p:pic>
    </p:spTree>
    <p:extLst>
      <p:ext uri="{BB962C8B-B14F-4D97-AF65-F5344CB8AC3E}">
        <p14:creationId xmlns:p14="http://schemas.microsoft.com/office/powerpoint/2010/main" val="25815243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0FF"/>
          </a:solidFill>
          <a:ln/>
        </p:spPr>
      </p:sp>
      <p:sp>
        <p:nvSpPr>
          <p:cNvPr id="3" name="Shape 1"/>
          <p:cNvSpPr/>
          <p:nvPr/>
        </p:nvSpPr>
        <p:spPr>
          <a:xfrm>
            <a:off x="0" y="0"/>
            <a:ext cx="9144000" cy="51435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8024510" y="4843463"/>
            <a:ext cx="1076628" cy="257175"/>
          </a:xfrm>
          <a:prstGeom prst="rect">
            <a:avLst/>
          </a:prstGeom>
        </p:spPr>
      </p:pic>
    </p:spTree>
    <p:extLst>
      <p:ext uri="{BB962C8B-B14F-4D97-AF65-F5344CB8AC3E}">
        <p14:creationId xmlns:p14="http://schemas.microsoft.com/office/powerpoint/2010/main" val="22251556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0FF"/>
          </a:solidFill>
          <a:ln/>
        </p:spPr>
      </p:sp>
      <p:sp>
        <p:nvSpPr>
          <p:cNvPr id="3" name="Shape 1"/>
          <p:cNvSpPr/>
          <p:nvPr/>
        </p:nvSpPr>
        <p:spPr>
          <a:xfrm>
            <a:off x="0" y="0"/>
            <a:ext cx="9144000" cy="51435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8024510" y="4843463"/>
            <a:ext cx="1076628" cy="257175"/>
          </a:xfrm>
          <a:prstGeom prst="rect">
            <a:avLst/>
          </a:prstGeom>
        </p:spPr>
      </p:pic>
    </p:spTree>
    <p:extLst>
      <p:ext uri="{BB962C8B-B14F-4D97-AF65-F5344CB8AC3E}">
        <p14:creationId xmlns:p14="http://schemas.microsoft.com/office/powerpoint/2010/main" val="36281638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0FF"/>
          </a:solidFill>
          <a:ln/>
        </p:spPr>
      </p:sp>
      <p:sp>
        <p:nvSpPr>
          <p:cNvPr id="3" name="Shape 1"/>
          <p:cNvSpPr/>
          <p:nvPr/>
        </p:nvSpPr>
        <p:spPr>
          <a:xfrm>
            <a:off x="0" y="0"/>
            <a:ext cx="9144000" cy="51435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8024510" y="4843463"/>
            <a:ext cx="1076628" cy="257175"/>
          </a:xfrm>
          <a:prstGeom prst="rect">
            <a:avLst/>
          </a:prstGeom>
        </p:spPr>
      </p:pic>
    </p:spTree>
    <p:extLst>
      <p:ext uri="{BB962C8B-B14F-4D97-AF65-F5344CB8AC3E}">
        <p14:creationId xmlns:p14="http://schemas.microsoft.com/office/powerpoint/2010/main" val="24311508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0FF"/>
          </a:solidFill>
          <a:ln/>
        </p:spPr>
      </p:sp>
      <p:sp>
        <p:nvSpPr>
          <p:cNvPr id="3" name="Shape 1"/>
          <p:cNvSpPr/>
          <p:nvPr/>
        </p:nvSpPr>
        <p:spPr>
          <a:xfrm>
            <a:off x="0" y="0"/>
            <a:ext cx="9144000" cy="51435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8024510" y="4843463"/>
            <a:ext cx="1076628" cy="257175"/>
          </a:xfrm>
          <a:prstGeom prst="rect">
            <a:avLst/>
          </a:prstGeom>
        </p:spPr>
      </p:pic>
    </p:spTree>
    <p:extLst>
      <p:ext uri="{BB962C8B-B14F-4D97-AF65-F5344CB8AC3E}">
        <p14:creationId xmlns:p14="http://schemas.microsoft.com/office/powerpoint/2010/main" val="14454666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0FF"/>
          </a:solidFill>
          <a:ln/>
        </p:spPr>
      </p:sp>
      <p:sp>
        <p:nvSpPr>
          <p:cNvPr id="3" name="Shape 1"/>
          <p:cNvSpPr/>
          <p:nvPr/>
        </p:nvSpPr>
        <p:spPr>
          <a:xfrm>
            <a:off x="0" y="0"/>
            <a:ext cx="9144000" cy="51435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8024510" y="4843463"/>
            <a:ext cx="1076628" cy="257175"/>
          </a:xfrm>
          <a:prstGeom prst="rect">
            <a:avLst/>
          </a:prstGeom>
        </p:spPr>
      </p:pic>
    </p:spTree>
    <p:extLst>
      <p:ext uri="{BB962C8B-B14F-4D97-AF65-F5344CB8AC3E}">
        <p14:creationId xmlns:p14="http://schemas.microsoft.com/office/powerpoint/2010/main" val="37376737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0FF"/>
          </a:solidFill>
          <a:ln/>
        </p:spPr>
      </p:sp>
      <p:sp>
        <p:nvSpPr>
          <p:cNvPr id="3" name="Shape 1"/>
          <p:cNvSpPr/>
          <p:nvPr/>
        </p:nvSpPr>
        <p:spPr>
          <a:xfrm>
            <a:off x="0" y="0"/>
            <a:ext cx="9144000" cy="51435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8024510" y="4843463"/>
            <a:ext cx="1076628" cy="257175"/>
          </a:xfrm>
          <a:prstGeom prst="rect">
            <a:avLst/>
          </a:prstGeom>
        </p:spPr>
      </p:pic>
    </p:spTree>
    <p:extLst>
      <p:ext uri="{BB962C8B-B14F-4D97-AF65-F5344CB8AC3E}">
        <p14:creationId xmlns:p14="http://schemas.microsoft.com/office/powerpoint/2010/main" val="22130943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0FF"/>
          </a:solidFill>
          <a:ln/>
        </p:spPr>
      </p:sp>
      <p:sp>
        <p:nvSpPr>
          <p:cNvPr id="3" name="Shape 1"/>
          <p:cNvSpPr/>
          <p:nvPr/>
        </p:nvSpPr>
        <p:spPr>
          <a:xfrm>
            <a:off x="0" y="0"/>
            <a:ext cx="9144000" cy="51435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8024510" y="4843463"/>
            <a:ext cx="1076628" cy="257175"/>
          </a:xfrm>
          <a:prstGeom prst="rect">
            <a:avLst/>
          </a:prstGeom>
        </p:spPr>
      </p:pic>
    </p:spTree>
    <p:extLst>
      <p:ext uri="{BB962C8B-B14F-4D97-AF65-F5344CB8AC3E}">
        <p14:creationId xmlns:p14="http://schemas.microsoft.com/office/powerpoint/2010/main" val="38788889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0FF"/>
          </a:solidFill>
          <a:ln/>
        </p:spPr>
      </p:sp>
      <p:sp>
        <p:nvSpPr>
          <p:cNvPr id="3" name="Shape 1"/>
          <p:cNvSpPr/>
          <p:nvPr/>
        </p:nvSpPr>
        <p:spPr>
          <a:xfrm>
            <a:off x="0" y="0"/>
            <a:ext cx="9144000" cy="51435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8024510" y="4843463"/>
            <a:ext cx="1076628" cy="257175"/>
          </a:xfrm>
          <a:prstGeom prst="rect">
            <a:avLst/>
          </a:prstGeom>
        </p:spPr>
      </p:pic>
    </p:spTree>
    <p:extLst>
      <p:ext uri="{BB962C8B-B14F-4D97-AF65-F5344CB8AC3E}">
        <p14:creationId xmlns:p14="http://schemas.microsoft.com/office/powerpoint/2010/main" val="7045223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0FF"/>
          </a:solidFill>
          <a:ln/>
        </p:spPr>
      </p:sp>
      <p:sp>
        <p:nvSpPr>
          <p:cNvPr id="3" name="Shape 1"/>
          <p:cNvSpPr/>
          <p:nvPr/>
        </p:nvSpPr>
        <p:spPr>
          <a:xfrm>
            <a:off x="0" y="0"/>
            <a:ext cx="9144000" cy="51435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8024510" y="4843463"/>
            <a:ext cx="1076628" cy="257175"/>
          </a:xfrm>
          <a:prstGeom prst="rect">
            <a:avLst/>
          </a:prstGeom>
        </p:spPr>
      </p:pic>
    </p:spTree>
    <p:extLst>
      <p:ext uri="{BB962C8B-B14F-4D97-AF65-F5344CB8AC3E}">
        <p14:creationId xmlns:p14="http://schemas.microsoft.com/office/powerpoint/2010/main" val="3203805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1pPr>
            <a:lvl2pPr lvl="1">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2pPr>
            <a:lvl3pPr lvl="2">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3pPr>
            <a:lvl4pPr lvl="3">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4pPr>
            <a:lvl5pPr lvl="4">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5pPr>
            <a:lvl6pPr lvl="5">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6pPr>
            <a:lvl7pPr lvl="6">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7pPr>
            <a:lvl8pPr lvl="7">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8pPr>
            <a:lvl9pPr lvl="8">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Encode Sans"/>
              <a:buChar char="●"/>
              <a:defRPr sz="1800">
                <a:solidFill>
                  <a:schemeClr val="dk1"/>
                </a:solidFill>
                <a:latin typeface="Encode Sans"/>
                <a:ea typeface="Encode Sans"/>
                <a:cs typeface="Encode Sans"/>
                <a:sym typeface="Encode Sans"/>
              </a:defRPr>
            </a:lvl1pPr>
            <a:lvl2pPr marL="914400" lvl="1"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2pPr>
            <a:lvl3pPr marL="1371600" lvl="2"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3pPr>
            <a:lvl4pPr marL="1828800" lvl="3"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4pPr>
            <a:lvl5pPr marL="2286000" lvl="4"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5pPr>
            <a:lvl6pPr marL="2743200" lvl="5"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6pPr>
            <a:lvl7pPr marL="3200400" lvl="6"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7pPr>
            <a:lvl8pPr marL="3657600" lvl="7"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8pPr>
            <a:lvl9pPr marL="4114800" lvl="8"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4" r:id="rId4"/>
    <p:sldLayoutId id="2147483656" r:id="rId5"/>
    <p:sldLayoutId id="2147483657" r:id="rId6"/>
    <p:sldLayoutId id="2147483658" r:id="rId7"/>
    <p:sldLayoutId id="2147483660" r:id="rId8"/>
    <p:sldLayoutId id="2147483664" r:id="rId9"/>
    <p:sldLayoutId id="2147483665" r:id="rId10"/>
    <p:sldLayoutId id="2147483669" r:id="rId11"/>
    <p:sldLayoutId id="2147483670" r:id="rId12"/>
    <p:sldLayoutId id="2147483671"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2.xml"/><Relationship Id="rId4" Type="http://schemas.openxmlformats.org/officeDocument/2006/relationships/image" Target="../media/image20.jp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7.xml"/><Relationship Id="rId1" Type="http://schemas.openxmlformats.org/officeDocument/2006/relationships/slideLayout" Target="../slideLayouts/slideLayout17.xml"/><Relationship Id="rId4" Type="http://schemas.openxmlformats.org/officeDocument/2006/relationships/image" Target="../media/image24.jp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image" Target="../media/image25.webp"/><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22.xml"/><Relationship Id="rId5" Type="http://schemas.openxmlformats.org/officeDocument/2006/relationships/image" Target="../media/image36.png"/><Relationship Id="rId4" Type="http://schemas.openxmlformats.org/officeDocument/2006/relationships/image" Target="../media/image35.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47.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38.PNG"/><Relationship Id="rId1" Type="http://schemas.openxmlformats.org/officeDocument/2006/relationships/slideLayout" Target="../slideLayouts/slideLayout23.xml"/><Relationship Id="rId6" Type="http://schemas.openxmlformats.org/officeDocument/2006/relationships/image" Target="../media/image40.png"/><Relationship Id="rId5" Type="http://schemas.openxmlformats.org/officeDocument/2006/relationships/customXml" Target="../ink/ink2.xml"/><Relationship Id="rId4" Type="http://schemas.openxmlformats.org/officeDocument/2006/relationships/image" Target="../media/image39.png"/></Relationships>
</file>

<file path=ppt/slides/_rels/slide7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3.xml"/></Relationships>
</file>

<file path=ppt/slides/_rels/slide7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8" Type="http://schemas.openxmlformats.org/officeDocument/2006/relationships/image" Target="../media/image420.PNG"/><Relationship Id="rId3" Type="http://schemas.openxmlformats.org/officeDocument/2006/relationships/customXml" Target="../ink/ink3.xml"/><Relationship Id="rId7" Type="http://schemas.openxmlformats.org/officeDocument/2006/relationships/customXml" Target="../ink/ink5.xml"/><Relationship Id="rId12" Type="http://schemas.openxmlformats.org/officeDocument/2006/relationships/image" Target="../media/image44.png"/><Relationship Id="rId2" Type="http://schemas.openxmlformats.org/officeDocument/2006/relationships/image" Target="../media/image42.PNG"/><Relationship Id="rId1" Type="http://schemas.openxmlformats.org/officeDocument/2006/relationships/slideLayout" Target="../slideLayouts/slideLayout23.xml"/><Relationship Id="rId6" Type="http://schemas.openxmlformats.org/officeDocument/2006/relationships/image" Target="../media/image410.png"/><Relationship Id="rId11" Type="http://schemas.openxmlformats.org/officeDocument/2006/relationships/customXml" Target="../ink/ink7.xml"/><Relationship Id="rId5" Type="http://schemas.openxmlformats.org/officeDocument/2006/relationships/customXml" Target="../ink/ink4.xml"/><Relationship Id="rId10" Type="http://schemas.openxmlformats.org/officeDocument/2006/relationships/image" Target="../media/image43.png"/><Relationship Id="rId4" Type="http://schemas.openxmlformats.org/officeDocument/2006/relationships/image" Target="../media/image400.png"/><Relationship Id="rId9" Type="http://schemas.openxmlformats.org/officeDocument/2006/relationships/customXml" Target="../ink/ink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customXml" Target="../ink/ink8.xml"/><Relationship Id="rId7" Type="http://schemas.openxmlformats.org/officeDocument/2006/relationships/customXml" Target="../ink/ink10.xml"/><Relationship Id="rId2" Type="http://schemas.openxmlformats.org/officeDocument/2006/relationships/image" Target="../media/image45.PNG"/><Relationship Id="rId1" Type="http://schemas.openxmlformats.org/officeDocument/2006/relationships/slideLayout" Target="../slideLayouts/slideLayout23.xml"/><Relationship Id="rId6" Type="http://schemas.openxmlformats.org/officeDocument/2006/relationships/image" Target="../media/image47.png"/><Relationship Id="rId5" Type="http://schemas.openxmlformats.org/officeDocument/2006/relationships/customXml" Target="../ink/ink9.xml"/><Relationship Id="rId4" Type="http://schemas.openxmlformats.org/officeDocument/2006/relationships/image" Target="../media/image46.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customXml" Target="../ink/ink11.xml"/><Relationship Id="rId7" Type="http://schemas.openxmlformats.org/officeDocument/2006/relationships/customXml" Target="../ink/ink13.xml"/><Relationship Id="rId2" Type="http://schemas.openxmlformats.org/officeDocument/2006/relationships/image" Target="../media/image49.PNG"/><Relationship Id="rId1" Type="http://schemas.openxmlformats.org/officeDocument/2006/relationships/slideLayout" Target="../slideLayouts/slideLayout23.xml"/><Relationship Id="rId6" Type="http://schemas.openxmlformats.org/officeDocument/2006/relationships/image" Target="../media/image51.png"/><Relationship Id="rId5" Type="http://schemas.openxmlformats.org/officeDocument/2006/relationships/customXml" Target="../ink/ink12.xml"/><Relationship Id="rId4" Type="http://schemas.openxmlformats.org/officeDocument/2006/relationships/image" Target="../media/image50.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1.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customXml" Target="../ink/ink14.xml"/><Relationship Id="rId7" Type="http://schemas.openxmlformats.org/officeDocument/2006/relationships/customXml" Target="../ink/ink16.xml"/><Relationship Id="rId2" Type="http://schemas.openxmlformats.org/officeDocument/2006/relationships/image" Target="../media/image49.PNG"/><Relationship Id="rId1" Type="http://schemas.openxmlformats.org/officeDocument/2006/relationships/slideLayout" Target="../slideLayouts/slideLayout23.xml"/><Relationship Id="rId6" Type="http://schemas.openxmlformats.org/officeDocument/2006/relationships/image" Target="../media/image54.png"/><Relationship Id="rId5" Type="http://schemas.openxmlformats.org/officeDocument/2006/relationships/customXml" Target="../ink/ink15.xml"/><Relationship Id="rId4" Type="http://schemas.openxmlformats.org/officeDocument/2006/relationships/image" Target="../media/image53.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5.xml.rels><?xml version="1.0" encoding="UTF-8" standalone="yes"?>
<Relationships xmlns="http://schemas.openxmlformats.org/package/2006/relationships"><Relationship Id="rId8" Type="http://schemas.openxmlformats.org/officeDocument/2006/relationships/image" Target="../media/image420.PNG"/><Relationship Id="rId3" Type="http://schemas.openxmlformats.org/officeDocument/2006/relationships/customXml" Target="../ink/ink17.xml"/><Relationship Id="rId7" Type="http://schemas.openxmlformats.org/officeDocument/2006/relationships/customXml" Target="../ink/ink19.xml"/><Relationship Id="rId12" Type="http://schemas.openxmlformats.org/officeDocument/2006/relationships/image" Target="../media/image44.png"/><Relationship Id="rId2" Type="http://schemas.openxmlformats.org/officeDocument/2006/relationships/image" Target="../media/image42.PNG"/><Relationship Id="rId1" Type="http://schemas.openxmlformats.org/officeDocument/2006/relationships/slideLayout" Target="../slideLayouts/slideLayout23.xml"/><Relationship Id="rId6" Type="http://schemas.openxmlformats.org/officeDocument/2006/relationships/image" Target="../media/image410.png"/><Relationship Id="rId11" Type="http://schemas.openxmlformats.org/officeDocument/2006/relationships/customXml" Target="../ink/ink21.xml"/><Relationship Id="rId5" Type="http://schemas.openxmlformats.org/officeDocument/2006/relationships/customXml" Target="../ink/ink18.xml"/><Relationship Id="rId10" Type="http://schemas.openxmlformats.org/officeDocument/2006/relationships/image" Target="../media/image43.png"/><Relationship Id="rId4" Type="http://schemas.openxmlformats.org/officeDocument/2006/relationships/image" Target="../media/image400.png"/><Relationship Id="rId9" Type="http://schemas.openxmlformats.org/officeDocument/2006/relationships/customXml" Target="../ink/ink20.xml"/></Relationships>
</file>

<file path=ppt/slides/_rels/slide96.xml.rels><?xml version="1.0" encoding="UTF-8" standalone="yes"?>
<Relationships xmlns="http://schemas.openxmlformats.org/package/2006/relationships"><Relationship Id="rId2" Type="http://schemas.openxmlformats.org/officeDocument/2006/relationships/image" Target="../media/image500.png"/><Relationship Id="rId1" Type="http://schemas.openxmlformats.org/officeDocument/2006/relationships/slideLayout" Target="../slideLayouts/slideLayout23.xml"/></Relationships>
</file>

<file path=ppt/slides/_rels/slide9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3.xml.rels><?xml version="1.0" encoding="UTF-8" standalone="yes"?>
<Relationships xmlns="http://schemas.openxmlformats.org/package/2006/relationships"><Relationship Id="rId8" Type="http://schemas.openxmlformats.org/officeDocument/2006/relationships/image" Target="../media/image530.png"/><Relationship Id="rId3" Type="http://schemas.openxmlformats.org/officeDocument/2006/relationships/customXml" Target="../ink/ink22.xml"/><Relationship Id="rId7" Type="http://schemas.openxmlformats.org/officeDocument/2006/relationships/customXml" Target="../ink/ink24.xml"/><Relationship Id="rId12" Type="http://schemas.openxmlformats.org/officeDocument/2006/relationships/image" Target="../media/image550.png"/><Relationship Id="rId2" Type="http://schemas.openxmlformats.org/officeDocument/2006/relationships/image" Target="../media/image42.PNG"/><Relationship Id="rId1" Type="http://schemas.openxmlformats.org/officeDocument/2006/relationships/slideLayout" Target="../slideLayouts/slideLayout23.xml"/><Relationship Id="rId6" Type="http://schemas.openxmlformats.org/officeDocument/2006/relationships/image" Target="../media/image520.png"/><Relationship Id="rId11" Type="http://schemas.openxmlformats.org/officeDocument/2006/relationships/customXml" Target="../ink/ink26.xml"/><Relationship Id="rId5" Type="http://schemas.openxmlformats.org/officeDocument/2006/relationships/customXml" Target="../ink/ink23.xml"/><Relationship Id="rId10" Type="http://schemas.openxmlformats.org/officeDocument/2006/relationships/image" Target="../media/image540.png"/><Relationship Id="rId4" Type="http://schemas.openxmlformats.org/officeDocument/2006/relationships/image" Target="../media/image510.png"/><Relationship Id="rId9" Type="http://schemas.openxmlformats.org/officeDocument/2006/relationships/customXml" Target="../ink/ink25.xml"/></Relationships>
</file>

<file path=ppt/slides/_rels/slide10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3.xml"/></Relationships>
</file>

<file path=ppt/slides/_rels/slide10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8.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customXml" Target="../ink/ink32.xml"/><Relationship Id="rId3" Type="http://schemas.openxmlformats.org/officeDocument/2006/relationships/customXml" Target="../ink/ink27.xml"/><Relationship Id="rId7" Type="http://schemas.openxmlformats.org/officeDocument/2006/relationships/customXml" Target="../ink/ink29.xml"/><Relationship Id="rId12" Type="http://schemas.openxmlformats.org/officeDocument/2006/relationships/image" Target="../media/image62.png"/><Relationship Id="rId2" Type="http://schemas.openxmlformats.org/officeDocument/2006/relationships/image" Target="../media/image57.PNG"/><Relationship Id="rId16" Type="http://schemas.openxmlformats.org/officeDocument/2006/relationships/image" Target="../media/image64.png"/><Relationship Id="rId1" Type="http://schemas.openxmlformats.org/officeDocument/2006/relationships/slideLayout" Target="../slideLayouts/slideLayout23.xml"/><Relationship Id="rId6" Type="http://schemas.openxmlformats.org/officeDocument/2006/relationships/image" Target="../media/image59.png"/><Relationship Id="rId11" Type="http://schemas.openxmlformats.org/officeDocument/2006/relationships/customXml" Target="../ink/ink31.xml"/><Relationship Id="rId5" Type="http://schemas.openxmlformats.org/officeDocument/2006/relationships/customXml" Target="../ink/ink28.xml"/><Relationship Id="rId15" Type="http://schemas.openxmlformats.org/officeDocument/2006/relationships/customXml" Target="../ink/ink33.xml"/><Relationship Id="rId10" Type="http://schemas.openxmlformats.org/officeDocument/2006/relationships/image" Target="../media/image61.png"/><Relationship Id="rId4" Type="http://schemas.openxmlformats.org/officeDocument/2006/relationships/image" Target="../media/image58.png"/><Relationship Id="rId9" Type="http://schemas.openxmlformats.org/officeDocument/2006/relationships/customXml" Target="../ink/ink30.xml"/><Relationship Id="rId14" Type="http://schemas.openxmlformats.org/officeDocument/2006/relationships/image" Target="../media/image63.png"/></Relationships>
</file>

<file path=ppt/slides/_rels/slide10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3.xml"/></Relationships>
</file>

<file path=ppt/slides/_rels/slide110.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customXml" Target="../ink/ink39.xml"/><Relationship Id="rId3" Type="http://schemas.openxmlformats.org/officeDocument/2006/relationships/customXml" Target="../ink/ink34.xml"/><Relationship Id="rId7" Type="http://schemas.openxmlformats.org/officeDocument/2006/relationships/customXml" Target="../ink/ink36.xml"/><Relationship Id="rId12" Type="http://schemas.openxmlformats.org/officeDocument/2006/relationships/image" Target="../media/image70.png"/><Relationship Id="rId2" Type="http://schemas.openxmlformats.org/officeDocument/2006/relationships/image" Target="../media/image57.PNG"/><Relationship Id="rId16" Type="http://schemas.openxmlformats.org/officeDocument/2006/relationships/image" Target="../media/image72.png"/><Relationship Id="rId1" Type="http://schemas.openxmlformats.org/officeDocument/2006/relationships/slideLayout" Target="../slideLayouts/slideLayout23.xml"/><Relationship Id="rId6" Type="http://schemas.openxmlformats.org/officeDocument/2006/relationships/image" Target="../media/image67.png"/><Relationship Id="rId11" Type="http://schemas.openxmlformats.org/officeDocument/2006/relationships/customXml" Target="../ink/ink38.xml"/><Relationship Id="rId5" Type="http://schemas.openxmlformats.org/officeDocument/2006/relationships/customXml" Target="../ink/ink35.xml"/><Relationship Id="rId15" Type="http://schemas.openxmlformats.org/officeDocument/2006/relationships/customXml" Target="../ink/ink40.xml"/><Relationship Id="rId10" Type="http://schemas.openxmlformats.org/officeDocument/2006/relationships/image" Target="../media/image69.png"/><Relationship Id="rId4" Type="http://schemas.openxmlformats.org/officeDocument/2006/relationships/image" Target="../media/image66.png"/><Relationship Id="rId9" Type="http://schemas.openxmlformats.org/officeDocument/2006/relationships/customXml" Target="../ink/ink37.xml"/><Relationship Id="rId14" Type="http://schemas.openxmlformats.org/officeDocument/2006/relationships/image" Target="../media/image7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5.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customXml" Target="../ink/ink41.xml"/><Relationship Id="rId7" Type="http://schemas.openxmlformats.org/officeDocument/2006/relationships/customXml" Target="../ink/ink43.xml"/><Relationship Id="rId12" Type="http://schemas.openxmlformats.org/officeDocument/2006/relationships/image" Target="../media/image78.png"/><Relationship Id="rId2" Type="http://schemas.openxmlformats.org/officeDocument/2006/relationships/image" Target="../media/image73.PNG"/><Relationship Id="rId1" Type="http://schemas.openxmlformats.org/officeDocument/2006/relationships/slideLayout" Target="../slideLayouts/slideLayout23.xml"/><Relationship Id="rId6" Type="http://schemas.openxmlformats.org/officeDocument/2006/relationships/image" Target="../media/image75.png"/><Relationship Id="rId11" Type="http://schemas.openxmlformats.org/officeDocument/2006/relationships/customXml" Target="../ink/ink45.xml"/><Relationship Id="rId5" Type="http://schemas.openxmlformats.org/officeDocument/2006/relationships/customXml" Target="../ink/ink42.xml"/><Relationship Id="rId10" Type="http://schemas.openxmlformats.org/officeDocument/2006/relationships/image" Target="../media/image77.png"/><Relationship Id="rId4" Type="http://schemas.openxmlformats.org/officeDocument/2006/relationships/image" Target="../media/image74.png"/><Relationship Id="rId9" Type="http://schemas.openxmlformats.org/officeDocument/2006/relationships/customXml" Target="../ink/ink4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9.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customXml" Target="../ink/ink46.xml"/><Relationship Id="rId7" Type="http://schemas.openxmlformats.org/officeDocument/2006/relationships/customXml" Target="../ink/ink48.xml"/><Relationship Id="rId12" Type="http://schemas.openxmlformats.org/officeDocument/2006/relationships/image" Target="../media/image83.png"/><Relationship Id="rId2" Type="http://schemas.openxmlformats.org/officeDocument/2006/relationships/image" Target="../media/image73.PNG"/><Relationship Id="rId1" Type="http://schemas.openxmlformats.org/officeDocument/2006/relationships/slideLayout" Target="../slideLayouts/slideLayout23.xml"/><Relationship Id="rId6" Type="http://schemas.openxmlformats.org/officeDocument/2006/relationships/image" Target="../media/image80.png"/><Relationship Id="rId11" Type="http://schemas.openxmlformats.org/officeDocument/2006/relationships/customXml" Target="../ink/ink50.xml"/><Relationship Id="rId5" Type="http://schemas.openxmlformats.org/officeDocument/2006/relationships/customXml" Target="../ink/ink47.xml"/><Relationship Id="rId10" Type="http://schemas.openxmlformats.org/officeDocument/2006/relationships/image" Target="../media/image82.png"/><Relationship Id="rId4" Type="http://schemas.openxmlformats.org/officeDocument/2006/relationships/image" Target="../media/image79.png"/><Relationship Id="rId9" Type="http://schemas.openxmlformats.org/officeDocument/2006/relationships/customXml" Target="../ink/ink4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6.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2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3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6.xml.rels><?xml version="1.0" encoding="UTF-8" standalone="yes"?>
<Relationships xmlns="http://schemas.openxmlformats.org/package/2006/relationships"><Relationship Id="rId3" Type="http://schemas.openxmlformats.org/officeDocument/2006/relationships/image" Target="../media/image86.jp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87.jpg"/></Relationships>
</file>

<file path=ppt/slides/_rels/slide157.xml.rels><?xml version="1.0" encoding="UTF-8" standalone="yes"?>
<Relationships xmlns="http://schemas.openxmlformats.org/package/2006/relationships"><Relationship Id="rId3" Type="http://schemas.openxmlformats.org/officeDocument/2006/relationships/image" Target="../media/image88.jpg"/><Relationship Id="rId2" Type="http://schemas.openxmlformats.org/officeDocument/2006/relationships/notesSlide" Target="../notesSlides/notesSlide40.xml"/><Relationship Id="rId1" Type="http://schemas.openxmlformats.org/officeDocument/2006/relationships/slideLayout" Target="../slideLayouts/slideLayout10.xml"/><Relationship Id="rId5" Type="http://schemas.openxmlformats.org/officeDocument/2006/relationships/image" Target="../media/image90.jpg"/><Relationship Id="rId4" Type="http://schemas.openxmlformats.org/officeDocument/2006/relationships/image" Target="../media/image89.jpg"/></Relationships>
</file>

<file path=ppt/slides/_rels/slide158.xml.rels><?xml version="1.0" encoding="UTF-8" standalone="yes"?>
<Relationships xmlns="http://schemas.openxmlformats.org/package/2006/relationships"><Relationship Id="rId3" Type="http://schemas.openxmlformats.org/officeDocument/2006/relationships/image" Target="../media/image91.jp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159.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8.xml"/></Relationships>
</file>

<file path=ppt/slides/_rels/slide160.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161.xml.rels><?xml version="1.0" encoding="UTF-8" standalone="yes"?>
<Relationships xmlns="http://schemas.openxmlformats.org/package/2006/relationships"><Relationship Id="rId3" Type="http://schemas.openxmlformats.org/officeDocument/2006/relationships/image" Target="../media/image94.jp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lt2"/>
            </a:gs>
            <a:gs pos="27000">
              <a:schemeClr val="dk2"/>
            </a:gs>
            <a:gs pos="100000">
              <a:schemeClr val="lt1"/>
            </a:gs>
          </a:gsLst>
          <a:lin ang="8100019" scaled="0"/>
        </a:gradFill>
        <a:effectLst/>
      </p:bgPr>
    </p:bg>
    <p:spTree>
      <p:nvGrpSpPr>
        <p:cNvPr id="1" name="Shape 170"/>
        <p:cNvGrpSpPr/>
        <p:nvPr/>
      </p:nvGrpSpPr>
      <p:grpSpPr>
        <a:xfrm>
          <a:off x="0" y="0"/>
          <a:ext cx="0" cy="0"/>
          <a:chOff x="0" y="0"/>
          <a:chExt cx="0" cy="0"/>
        </a:xfrm>
      </p:grpSpPr>
      <p:sp>
        <p:nvSpPr>
          <p:cNvPr id="171" name="Google Shape;171;p29"/>
          <p:cNvSpPr txBox="1">
            <a:spLocks noGrp="1"/>
          </p:cNvSpPr>
          <p:nvPr>
            <p:ph type="ctrTitle"/>
          </p:nvPr>
        </p:nvSpPr>
        <p:spPr>
          <a:xfrm>
            <a:off x="1473525" y="2562750"/>
            <a:ext cx="6196800" cy="151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dirty="0"/>
              <a:t>Computer Networking</a:t>
            </a:r>
            <a:r>
              <a:rPr lang="en" dirty="0"/>
              <a:t> </a:t>
            </a:r>
            <a:r>
              <a:rPr lang="en" b="1" dirty="0">
                <a:solidFill>
                  <a:schemeClr val="accent2"/>
                </a:solidFill>
              </a:rPr>
              <a:t>CCNA 200-301</a:t>
            </a:r>
            <a:endParaRPr b="1" dirty="0"/>
          </a:p>
        </p:txBody>
      </p:sp>
      <p:pic>
        <p:nvPicPr>
          <p:cNvPr id="173" name="Google Shape;173;p29"/>
          <p:cNvPicPr preferRelativeResize="0">
            <a:picLocks noGrp="1"/>
          </p:cNvPicPr>
          <p:nvPr>
            <p:ph type="pic" idx="2"/>
          </p:nvPr>
        </p:nvPicPr>
        <p:blipFill rotWithShape="1">
          <a:blip r:embed="rId3">
            <a:alphaModFix/>
          </a:blip>
          <a:srcRect t="40896" b="23395"/>
          <a:stretch/>
        </p:blipFill>
        <p:spPr>
          <a:xfrm>
            <a:off x="0" y="0"/>
            <a:ext cx="9144003" cy="21761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3AD8B-9C89-45E6-9229-24F01EDE128D}"/>
              </a:ext>
            </a:extLst>
          </p:cNvPr>
          <p:cNvSpPr>
            <a:spLocks noGrp="1"/>
          </p:cNvSpPr>
          <p:nvPr>
            <p:ph type="title"/>
          </p:nvPr>
        </p:nvSpPr>
        <p:spPr>
          <a:xfrm>
            <a:off x="626866" y="398317"/>
            <a:ext cx="7704000" cy="572700"/>
          </a:xfrm>
        </p:spPr>
        <p:txBody>
          <a:bodyPr/>
          <a:lstStyle/>
          <a:p>
            <a:r>
              <a:rPr lang="en-US" dirty="0"/>
              <a:t>Course Outline</a:t>
            </a:r>
            <a:endParaRPr lang="en-PK" dirty="0"/>
          </a:p>
        </p:txBody>
      </p:sp>
      <p:sp>
        <p:nvSpPr>
          <p:cNvPr id="3" name="Text Placeholder 2">
            <a:extLst>
              <a:ext uri="{FF2B5EF4-FFF2-40B4-BE49-F238E27FC236}">
                <a16:creationId xmlns:a16="http://schemas.microsoft.com/office/drawing/2014/main" id="{2CF795C4-3D8C-584A-7E90-CFF5EA566A69}"/>
              </a:ext>
            </a:extLst>
          </p:cNvPr>
          <p:cNvSpPr>
            <a:spLocks noGrp="1"/>
          </p:cNvSpPr>
          <p:nvPr>
            <p:ph type="body" idx="1"/>
          </p:nvPr>
        </p:nvSpPr>
        <p:spPr>
          <a:xfrm>
            <a:off x="720000" y="1008750"/>
            <a:ext cx="3574800" cy="3126000"/>
          </a:xfrm>
        </p:spPr>
        <p:txBody>
          <a:bodyPr/>
          <a:lstStyle/>
          <a:p>
            <a:pPr marL="139700" indent="0">
              <a:buNone/>
            </a:pPr>
            <a:r>
              <a:rPr lang="en-US" b="1" dirty="0"/>
              <a:t>         </a:t>
            </a:r>
            <a:r>
              <a:rPr lang="en-US" b="1" u="sng" dirty="0"/>
              <a:t>Module 1 Network Fundamentals</a:t>
            </a:r>
          </a:p>
          <a:p>
            <a:pPr marL="139700" indent="0">
              <a:buNone/>
            </a:pPr>
            <a:endParaRPr lang="en-US" b="1" dirty="0"/>
          </a:p>
          <a:p>
            <a:pPr marL="139700" indent="0">
              <a:buNone/>
            </a:pPr>
            <a:endParaRPr lang="en-US" b="1" dirty="0"/>
          </a:p>
          <a:p>
            <a:pPr>
              <a:buFont typeface="+mj-lt"/>
              <a:buAutoNum type="arabicPeriod"/>
            </a:pPr>
            <a:r>
              <a:rPr lang="en-US" dirty="0"/>
              <a:t>Explain Role and Function of Network Components : Routers, Switches, Firewall, IPs, WLC, AP, Endpoints, Servers</a:t>
            </a:r>
          </a:p>
          <a:p>
            <a:pPr>
              <a:buFont typeface="+mj-lt"/>
              <a:buAutoNum type="arabicPeriod"/>
            </a:pPr>
            <a:endParaRPr lang="en-US" dirty="0"/>
          </a:p>
          <a:p>
            <a:pPr>
              <a:buFont typeface="+mj-lt"/>
              <a:buAutoNum type="arabicPeriod"/>
            </a:pPr>
            <a:r>
              <a:rPr lang="en-US" dirty="0"/>
              <a:t>OSI Reference Model and TCP/ IP Model</a:t>
            </a:r>
          </a:p>
          <a:p>
            <a:pPr>
              <a:buFont typeface="+mj-lt"/>
              <a:buAutoNum type="arabicPeriod"/>
            </a:pPr>
            <a:endParaRPr lang="en-US" dirty="0"/>
          </a:p>
          <a:p>
            <a:pPr>
              <a:buFont typeface="+mj-lt"/>
              <a:buAutoNum type="arabicPeriod"/>
            </a:pPr>
            <a:r>
              <a:rPr lang="en-US" dirty="0"/>
              <a:t>IPv4 Addressing and Subnetting</a:t>
            </a:r>
          </a:p>
          <a:p>
            <a:pPr>
              <a:buFont typeface="+mj-lt"/>
              <a:buAutoNum type="arabicPeriod"/>
            </a:pPr>
            <a:endParaRPr lang="en-US" dirty="0"/>
          </a:p>
          <a:p>
            <a:pPr>
              <a:buFont typeface="+mj-lt"/>
              <a:buAutoNum type="arabicPeriod"/>
            </a:pPr>
            <a:r>
              <a:rPr lang="en-US" dirty="0"/>
              <a:t>IPv6 Addressing and IPv6 address Types</a:t>
            </a:r>
          </a:p>
          <a:p>
            <a:endParaRPr lang="en-PK" dirty="0"/>
          </a:p>
        </p:txBody>
      </p:sp>
      <p:sp>
        <p:nvSpPr>
          <p:cNvPr id="4" name="Text Placeholder 3">
            <a:extLst>
              <a:ext uri="{FF2B5EF4-FFF2-40B4-BE49-F238E27FC236}">
                <a16:creationId xmlns:a16="http://schemas.microsoft.com/office/drawing/2014/main" id="{CC0B6BE5-6ECB-F1EB-08BA-92F5BF3F34E9}"/>
              </a:ext>
            </a:extLst>
          </p:cNvPr>
          <p:cNvSpPr>
            <a:spLocks noGrp="1"/>
          </p:cNvSpPr>
          <p:nvPr>
            <p:ph type="body" idx="2"/>
          </p:nvPr>
        </p:nvSpPr>
        <p:spPr>
          <a:xfrm>
            <a:off x="4849202" y="1008750"/>
            <a:ext cx="3574800" cy="3126000"/>
          </a:xfrm>
        </p:spPr>
        <p:txBody>
          <a:bodyPr/>
          <a:lstStyle/>
          <a:p>
            <a:pPr marL="139700" indent="0">
              <a:buNone/>
            </a:pPr>
            <a:r>
              <a:rPr lang="en-US" b="1" u="sng" dirty="0"/>
              <a:t>Module 2 Basic Configuration of Router and Lan Switching</a:t>
            </a:r>
          </a:p>
          <a:p>
            <a:endParaRPr lang="en-US" dirty="0"/>
          </a:p>
          <a:p>
            <a:pPr>
              <a:buFont typeface="+mj-lt"/>
              <a:buAutoNum type="arabicPeriod"/>
            </a:pPr>
            <a:r>
              <a:rPr lang="en-US" dirty="0"/>
              <a:t>Modes of Router</a:t>
            </a:r>
          </a:p>
          <a:p>
            <a:pPr>
              <a:buFont typeface="+mj-lt"/>
              <a:buAutoNum type="arabicPeriod"/>
            </a:pPr>
            <a:r>
              <a:rPr lang="en-US" dirty="0"/>
              <a:t>Basic Security of Router (Passwords) and Configuration of IP on Router</a:t>
            </a:r>
          </a:p>
          <a:p>
            <a:pPr>
              <a:buFont typeface="+mj-lt"/>
              <a:buAutoNum type="arabicPeriod"/>
            </a:pPr>
            <a:r>
              <a:rPr lang="en-US" dirty="0"/>
              <a:t>Point to Point connectivity of Routers</a:t>
            </a:r>
          </a:p>
          <a:p>
            <a:pPr>
              <a:buFont typeface="+mj-lt"/>
              <a:buAutoNum type="arabicPeriod"/>
            </a:pPr>
            <a:r>
              <a:rPr lang="en-US" dirty="0"/>
              <a:t>Configure and Verify Layer2 Discovery Protocols (CDP and LLDP)</a:t>
            </a:r>
          </a:p>
          <a:p>
            <a:pPr>
              <a:buFont typeface="+mj-lt"/>
              <a:buAutoNum type="arabicPeriod"/>
            </a:pPr>
            <a:r>
              <a:rPr lang="en-US" dirty="0"/>
              <a:t>Basic Operation of Switch (Collision Domain and Broadcast Domain)</a:t>
            </a:r>
          </a:p>
          <a:p>
            <a:pPr>
              <a:buFont typeface="+mj-lt"/>
              <a:buAutoNum type="arabicPeriod"/>
            </a:pPr>
            <a:r>
              <a:rPr lang="en-US" dirty="0"/>
              <a:t>Spanning-tree Protocol (PVST, RSTP), Port states and Port fast</a:t>
            </a:r>
          </a:p>
          <a:p>
            <a:pPr>
              <a:buFont typeface="+mj-lt"/>
              <a:buAutoNum type="arabicPeriod"/>
            </a:pPr>
            <a:r>
              <a:rPr lang="en-US" dirty="0"/>
              <a:t>Configure and Verify VLANS and Inter-switch Connectivity (Trunk ports, 802.Iq)</a:t>
            </a:r>
          </a:p>
          <a:p>
            <a:pPr>
              <a:buFont typeface="+mj-lt"/>
              <a:buAutoNum type="arabicPeriod"/>
            </a:pPr>
            <a:r>
              <a:rPr lang="en-US" dirty="0"/>
              <a:t>Ether-channel</a:t>
            </a:r>
          </a:p>
          <a:p>
            <a:pPr>
              <a:buFont typeface="+mj-lt"/>
              <a:buAutoNum type="arabicPeriod"/>
            </a:pPr>
            <a:r>
              <a:rPr lang="en-US" dirty="0"/>
              <a:t>Cisco Wireless Architecture and AP modes</a:t>
            </a:r>
          </a:p>
          <a:p>
            <a:pPr>
              <a:buFont typeface="+mj-lt"/>
              <a:buAutoNum type="arabicPeriod"/>
            </a:pPr>
            <a:r>
              <a:rPr lang="en-US" dirty="0"/>
              <a:t>Configuration of Wireless Lan Controller and AP Using GUI (WPA, WPA2, PSK)</a:t>
            </a:r>
          </a:p>
          <a:p>
            <a:endParaRPr lang="en-PK" dirty="0"/>
          </a:p>
        </p:txBody>
      </p:sp>
    </p:spTree>
    <p:extLst>
      <p:ext uri="{BB962C8B-B14F-4D97-AF65-F5344CB8AC3E}">
        <p14:creationId xmlns:p14="http://schemas.microsoft.com/office/powerpoint/2010/main" val="2620441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623FD-A352-CF20-8EA0-DB2B003339A8}"/>
              </a:ext>
            </a:extLst>
          </p:cNvPr>
          <p:cNvSpPr>
            <a:spLocks noGrp="1"/>
          </p:cNvSpPr>
          <p:nvPr>
            <p:ph type="title"/>
          </p:nvPr>
        </p:nvSpPr>
        <p:spPr/>
        <p:txBody>
          <a:bodyPr/>
          <a:lstStyle/>
          <a:p>
            <a:r>
              <a:rPr lang="en-US" dirty="0"/>
              <a:t>Course Outline</a:t>
            </a:r>
            <a:endParaRPr lang="en-PK" dirty="0"/>
          </a:p>
        </p:txBody>
      </p:sp>
      <p:sp>
        <p:nvSpPr>
          <p:cNvPr id="3" name="Text Placeholder 2">
            <a:extLst>
              <a:ext uri="{FF2B5EF4-FFF2-40B4-BE49-F238E27FC236}">
                <a16:creationId xmlns:a16="http://schemas.microsoft.com/office/drawing/2014/main" id="{6CA907DA-D133-76D8-1CC0-D7C36E682D1F}"/>
              </a:ext>
            </a:extLst>
          </p:cNvPr>
          <p:cNvSpPr>
            <a:spLocks noGrp="1"/>
          </p:cNvSpPr>
          <p:nvPr>
            <p:ph type="body" idx="1"/>
          </p:nvPr>
        </p:nvSpPr>
        <p:spPr/>
        <p:txBody>
          <a:bodyPr/>
          <a:lstStyle/>
          <a:p>
            <a:pPr marL="139700" indent="0">
              <a:buNone/>
            </a:pPr>
            <a:r>
              <a:rPr lang="en-US" b="1" u="sng" dirty="0"/>
              <a:t>Module 3 IP Routing</a:t>
            </a:r>
          </a:p>
          <a:p>
            <a:pPr marL="139700" indent="0">
              <a:buNone/>
            </a:pPr>
            <a:endParaRPr lang="en-US" b="1" u="sng" dirty="0"/>
          </a:p>
          <a:p>
            <a:pPr marL="368300" indent="-228600">
              <a:buFont typeface="+mj-lt"/>
              <a:buAutoNum type="arabicPeriod"/>
            </a:pPr>
            <a:r>
              <a:rPr lang="en-US" dirty="0"/>
              <a:t>Static Routing with IPv4 and IPv6, floating static route and Default route</a:t>
            </a:r>
          </a:p>
          <a:p>
            <a:pPr marL="368300" indent="-228600">
              <a:buFont typeface="+mj-lt"/>
              <a:buAutoNum type="arabicPeriod"/>
            </a:pPr>
            <a:endParaRPr lang="en-US" dirty="0"/>
          </a:p>
          <a:p>
            <a:pPr marL="368300" indent="-228600">
              <a:buFont typeface="+mj-lt"/>
              <a:buAutoNum type="arabicPeriod"/>
            </a:pPr>
            <a:r>
              <a:rPr lang="en-US" dirty="0"/>
              <a:t>Configure and Verify Single area OSPF</a:t>
            </a:r>
          </a:p>
          <a:p>
            <a:pPr marL="368300" indent="-228600">
              <a:buFont typeface="+mj-lt"/>
              <a:buAutoNum type="arabicPeriod"/>
            </a:pPr>
            <a:endParaRPr lang="en-US" dirty="0"/>
          </a:p>
          <a:p>
            <a:pPr marL="368300" indent="-228600">
              <a:buFont typeface="+mj-lt"/>
              <a:buAutoNum type="arabicPeriod"/>
            </a:pPr>
            <a:r>
              <a:rPr lang="en-US" dirty="0"/>
              <a:t>DR and BDR election. Point to point, Concept of Router-ID</a:t>
            </a:r>
          </a:p>
          <a:p>
            <a:endParaRPr lang="en-PK" dirty="0"/>
          </a:p>
        </p:txBody>
      </p:sp>
      <p:sp>
        <p:nvSpPr>
          <p:cNvPr id="4" name="Text Placeholder 3">
            <a:extLst>
              <a:ext uri="{FF2B5EF4-FFF2-40B4-BE49-F238E27FC236}">
                <a16:creationId xmlns:a16="http://schemas.microsoft.com/office/drawing/2014/main" id="{CA9845EB-6CB3-C181-C3BC-1392C51E3DB3}"/>
              </a:ext>
            </a:extLst>
          </p:cNvPr>
          <p:cNvSpPr>
            <a:spLocks noGrp="1"/>
          </p:cNvSpPr>
          <p:nvPr>
            <p:ph type="body" idx="2"/>
          </p:nvPr>
        </p:nvSpPr>
        <p:spPr/>
        <p:txBody>
          <a:bodyPr/>
          <a:lstStyle/>
          <a:p>
            <a:pPr marL="139700" indent="0">
              <a:buNone/>
            </a:pPr>
            <a:r>
              <a:rPr lang="en-US" b="1" u="sng" dirty="0"/>
              <a:t>Module 4 IP Services</a:t>
            </a:r>
          </a:p>
          <a:p>
            <a:pPr marL="139700" indent="0">
              <a:buNone/>
            </a:pPr>
            <a:endParaRPr lang="en-US" dirty="0"/>
          </a:p>
          <a:p>
            <a:pPr marL="368300" indent="-228600">
              <a:buFont typeface="+mj-lt"/>
              <a:buAutoNum type="arabicPeriod"/>
            </a:pPr>
            <a:r>
              <a:rPr lang="en-US" dirty="0"/>
              <a:t>NAT</a:t>
            </a:r>
          </a:p>
          <a:p>
            <a:pPr marL="368300" indent="-228600">
              <a:buFont typeface="+mj-lt"/>
              <a:buAutoNum type="arabicPeriod"/>
            </a:pPr>
            <a:endParaRPr lang="en-US" dirty="0"/>
          </a:p>
          <a:p>
            <a:pPr marL="368300" indent="-228600">
              <a:buFont typeface="+mj-lt"/>
              <a:buAutoNum type="arabicPeriod"/>
            </a:pPr>
            <a:r>
              <a:rPr lang="en-US" dirty="0"/>
              <a:t>Configure and Verify NTP</a:t>
            </a:r>
          </a:p>
          <a:p>
            <a:pPr marL="368300" indent="-228600">
              <a:buFont typeface="+mj-lt"/>
              <a:buAutoNum type="arabicPeriod"/>
            </a:pPr>
            <a:endParaRPr lang="en-US" dirty="0"/>
          </a:p>
          <a:p>
            <a:pPr marL="368300" indent="-228600">
              <a:buFont typeface="+mj-lt"/>
              <a:buAutoNum type="arabicPeriod"/>
            </a:pPr>
            <a:r>
              <a:rPr lang="en-US" dirty="0"/>
              <a:t>Describe DNS, SNMP, Syslog, QOS, Function of FTP and TFPF in network</a:t>
            </a:r>
          </a:p>
          <a:p>
            <a:pPr marL="368300" indent="-228600">
              <a:buFont typeface="+mj-lt"/>
              <a:buAutoNum type="arabicPeriod"/>
            </a:pPr>
            <a:endParaRPr lang="en-US" dirty="0"/>
          </a:p>
          <a:p>
            <a:pPr marL="368300" indent="-228600">
              <a:buFont typeface="+mj-lt"/>
              <a:buAutoNum type="arabicPeriod"/>
            </a:pPr>
            <a:r>
              <a:rPr lang="en-US" dirty="0"/>
              <a:t>Configuration of DHCP, telnet and SSH</a:t>
            </a:r>
          </a:p>
          <a:p>
            <a:pPr marL="368300" indent="-228600">
              <a:buFont typeface="+mj-lt"/>
              <a:buAutoNum type="arabicPeriod"/>
            </a:pPr>
            <a:endParaRPr lang="en-US" dirty="0"/>
          </a:p>
          <a:p>
            <a:pPr marL="368300" indent="-228600">
              <a:buFont typeface="+mj-lt"/>
              <a:buAutoNum type="arabicPeriod"/>
            </a:pPr>
            <a:r>
              <a:rPr lang="en-US" dirty="0"/>
              <a:t>Describe the function of First hop redundancy protocol (HSRP, VRRP, GLBP)</a:t>
            </a:r>
          </a:p>
          <a:p>
            <a:endParaRPr lang="en-PK" dirty="0"/>
          </a:p>
        </p:txBody>
      </p:sp>
    </p:spTree>
    <p:extLst>
      <p:ext uri="{BB962C8B-B14F-4D97-AF65-F5344CB8AC3E}">
        <p14:creationId xmlns:p14="http://schemas.microsoft.com/office/powerpoint/2010/main" val="10128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EE969-00E8-7A11-69BD-BDDBC850DBFA}"/>
              </a:ext>
            </a:extLst>
          </p:cNvPr>
          <p:cNvSpPr>
            <a:spLocks noGrp="1"/>
          </p:cNvSpPr>
          <p:nvPr>
            <p:ph type="title"/>
          </p:nvPr>
        </p:nvSpPr>
        <p:spPr/>
        <p:txBody>
          <a:bodyPr/>
          <a:lstStyle/>
          <a:p>
            <a:r>
              <a:rPr lang="en-US" dirty="0"/>
              <a:t>Course Outline</a:t>
            </a:r>
            <a:endParaRPr lang="en-PK" dirty="0"/>
          </a:p>
        </p:txBody>
      </p:sp>
      <p:sp>
        <p:nvSpPr>
          <p:cNvPr id="3" name="Text Placeholder 2">
            <a:extLst>
              <a:ext uri="{FF2B5EF4-FFF2-40B4-BE49-F238E27FC236}">
                <a16:creationId xmlns:a16="http://schemas.microsoft.com/office/drawing/2014/main" id="{F43FA2C1-3BF8-0943-2EEC-DF30B67DE23F}"/>
              </a:ext>
            </a:extLst>
          </p:cNvPr>
          <p:cNvSpPr>
            <a:spLocks noGrp="1"/>
          </p:cNvSpPr>
          <p:nvPr>
            <p:ph type="body" idx="1"/>
          </p:nvPr>
        </p:nvSpPr>
        <p:spPr/>
        <p:txBody>
          <a:bodyPr/>
          <a:lstStyle/>
          <a:p>
            <a:pPr marL="139700" indent="0">
              <a:buNone/>
            </a:pPr>
            <a:r>
              <a:rPr lang="en-US" b="1" u="sng" dirty="0"/>
              <a:t>Module 5 Security Fundamentals</a:t>
            </a:r>
          </a:p>
          <a:p>
            <a:pPr marL="139700" indent="0">
              <a:buNone/>
            </a:pPr>
            <a:endParaRPr lang="en-US" b="1" u="sng" dirty="0"/>
          </a:p>
          <a:p>
            <a:pPr marL="368300" indent="-228600">
              <a:buFont typeface="+mj-lt"/>
              <a:buAutoNum type="arabicPeriod"/>
            </a:pPr>
            <a:r>
              <a:rPr lang="en-US" dirty="0"/>
              <a:t>Configure and Verify Access control List</a:t>
            </a:r>
          </a:p>
          <a:p>
            <a:pPr marL="368300" indent="-228600">
              <a:buFont typeface="+mj-lt"/>
              <a:buAutoNum type="arabicPeriod"/>
            </a:pPr>
            <a:endParaRPr lang="en-US" dirty="0"/>
          </a:p>
          <a:p>
            <a:pPr marL="368300" indent="-228600">
              <a:buFont typeface="+mj-lt"/>
              <a:buAutoNum type="arabicPeriod"/>
            </a:pPr>
            <a:r>
              <a:rPr lang="en-US" dirty="0"/>
              <a:t>Describe VPN Technologies (Site-to-site VPN and Remote access VPN)</a:t>
            </a:r>
          </a:p>
          <a:p>
            <a:pPr marL="368300" indent="-228600">
              <a:buFont typeface="+mj-lt"/>
              <a:buAutoNum type="arabicPeriod"/>
            </a:pPr>
            <a:endParaRPr lang="en-US" dirty="0"/>
          </a:p>
          <a:p>
            <a:pPr marL="368300" indent="-228600">
              <a:buFont typeface="+mj-lt"/>
              <a:buAutoNum type="arabicPeriod"/>
            </a:pPr>
            <a:r>
              <a:rPr lang="en-US" dirty="0"/>
              <a:t>Describe Authentication, Authorization and Accounting (AAA)</a:t>
            </a:r>
          </a:p>
          <a:p>
            <a:pPr marL="368300" indent="-228600">
              <a:buFont typeface="+mj-lt"/>
              <a:buAutoNum type="arabicPeriod"/>
            </a:pPr>
            <a:endParaRPr lang="en-US" dirty="0"/>
          </a:p>
          <a:p>
            <a:pPr marL="368300" indent="-228600">
              <a:buFont typeface="+mj-lt"/>
              <a:buAutoNum type="arabicPeriod"/>
            </a:pPr>
            <a:r>
              <a:rPr lang="en-US" dirty="0"/>
              <a:t>Configure Port Security, DHCP Snooping and Dynamic ARP Inspection</a:t>
            </a:r>
          </a:p>
          <a:p>
            <a:endParaRPr lang="en-PK" dirty="0"/>
          </a:p>
        </p:txBody>
      </p:sp>
      <p:sp>
        <p:nvSpPr>
          <p:cNvPr id="4" name="Text Placeholder 3">
            <a:extLst>
              <a:ext uri="{FF2B5EF4-FFF2-40B4-BE49-F238E27FC236}">
                <a16:creationId xmlns:a16="http://schemas.microsoft.com/office/drawing/2014/main" id="{97641281-3B19-5473-AF2C-C151D36D501E}"/>
              </a:ext>
            </a:extLst>
          </p:cNvPr>
          <p:cNvSpPr>
            <a:spLocks noGrp="1"/>
          </p:cNvSpPr>
          <p:nvPr>
            <p:ph type="body" idx="2"/>
          </p:nvPr>
        </p:nvSpPr>
        <p:spPr/>
        <p:txBody>
          <a:bodyPr/>
          <a:lstStyle/>
          <a:p>
            <a:pPr marL="139700" indent="0">
              <a:buNone/>
            </a:pPr>
            <a:r>
              <a:rPr lang="en-US" b="1" u="sng" dirty="0"/>
              <a:t>Module 6 Automation and Programmability</a:t>
            </a:r>
          </a:p>
          <a:p>
            <a:pPr marL="139700" indent="0">
              <a:buNone/>
            </a:pPr>
            <a:endParaRPr lang="en-US" b="1" u="sng" dirty="0"/>
          </a:p>
          <a:p>
            <a:pPr marL="368300" indent="-228600">
              <a:buFont typeface="+mj-lt"/>
              <a:buAutoNum type="arabicPeriod"/>
            </a:pPr>
            <a:r>
              <a:rPr lang="en-US" dirty="0"/>
              <a:t>Explain how automation impacts network management</a:t>
            </a:r>
          </a:p>
          <a:p>
            <a:pPr marL="368300" indent="-228600">
              <a:buFont typeface="+mj-lt"/>
              <a:buAutoNum type="arabicPeriod"/>
            </a:pPr>
            <a:endParaRPr lang="en-US" dirty="0"/>
          </a:p>
          <a:p>
            <a:pPr marL="368300" indent="-228600">
              <a:buFont typeface="+mj-lt"/>
              <a:buAutoNum type="arabicPeriod"/>
            </a:pPr>
            <a:r>
              <a:rPr lang="en-US" dirty="0"/>
              <a:t>Compare traditional network with controller-based networking</a:t>
            </a:r>
          </a:p>
          <a:p>
            <a:pPr marL="368300" indent="-228600">
              <a:buFont typeface="+mj-lt"/>
              <a:buAutoNum type="arabicPeriod"/>
            </a:pPr>
            <a:endParaRPr lang="en-US" dirty="0"/>
          </a:p>
          <a:p>
            <a:pPr marL="368300" indent="-228600">
              <a:buFont typeface="+mj-lt"/>
              <a:buAutoNum type="arabicPeriod"/>
            </a:pPr>
            <a:r>
              <a:rPr lang="en-US" dirty="0"/>
              <a:t>Compare traditional campus device management with Cisco DNA Center enabled device Management.</a:t>
            </a:r>
          </a:p>
          <a:p>
            <a:endParaRPr lang="en-PK" dirty="0"/>
          </a:p>
        </p:txBody>
      </p:sp>
    </p:spTree>
    <p:extLst>
      <p:ext uri="{BB962C8B-B14F-4D97-AF65-F5344CB8AC3E}">
        <p14:creationId xmlns:p14="http://schemas.microsoft.com/office/powerpoint/2010/main" val="2681105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083BC-3DF6-3F58-625C-8848C10A2FE6}"/>
              </a:ext>
            </a:extLst>
          </p:cNvPr>
          <p:cNvSpPr>
            <a:spLocks noGrp="1"/>
          </p:cNvSpPr>
          <p:nvPr>
            <p:ph type="title"/>
          </p:nvPr>
        </p:nvSpPr>
        <p:spPr/>
        <p:txBody>
          <a:bodyPr/>
          <a:lstStyle/>
          <a:p>
            <a:r>
              <a:rPr lang="en-US" dirty="0"/>
              <a:t> Module 1 Network Fundamentals</a:t>
            </a:r>
            <a:endParaRPr lang="en-PK" dirty="0"/>
          </a:p>
        </p:txBody>
      </p:sp>
      <p:sp>
        <p:nvSpPr>
          <p:cNvPr id="3" name="Text Placeholder 2">
            <a:extLst>
              <a:ext uri="{FF2B5EF4-FFF2-40B4-BE49-F238E27FC236}">
                <a16:creationId xmlns:a16="http://schemas.microsoft.com/office/drawing/2014/main" id="{5D55B719-97A5-6915-1D6C-F1BE14E70F60}"/>
              </a:ext>
            </a:extLst>
          </p:cNvPr>
          <p:cNvSpPr>
            <a:spLocks noGrp="1"/>
          </p:cNvSpPr>
          <p:nvPr>
            <p:ph type="body" idx="1"/>
          </p:nvPr>
        </p:nvSpPr>
        <p:spPr>
          <a:xfrm>
            <a:off x="1658534" y="1349767"/>
            <a:ext cx="3574800" cy="3126000"/>
          </a:xfrm>
        </p:spPr>
        <p:txBody>
          <a:bodyPr/>
          <a:lstStyle/>
          <a:p>
            <a:r>
              <a:rPr lang="en-US" dirty="0"/>
              <a:t>Explain Role and Function of Network Components : Routers, Switches, Firewall, IPs, WLC, AP, Endpoints, Servers</a:t>
            </a:r>
          </a:p>
          <a:p>
            <a:endParaRPr lang="en-US" dirty="0"/>
          </a:p>
          <a:p>
            <a:r>
              <a:rPr lang="en-US" dirty="0"/>
              <a:t>OSI Reference Model and TCP/ IP Model</a:t>
            </a:r>
          </a:p>
          <a:p>
            <a:endParaRPr lang="en-US" dirty="0"/>
          </a:p>
          <a:p>
            <a:r>
              <a:rPr lang="en-US" dirty="0"/>
              <a:t>IPv4 Addressing and Subnetting</a:t>
            </a:r>
          </a:p>
          <a:p>
            <a:endParaRPr lang="en-US" dirty="0"/>
          </a:p>
          <a:p>
            <a:r>
              <a:rPr lang="en-US" dirty="0"/>
              <a:t>IPv6 Addressing and IPv6 address Types</a:t>
            </a:r>
          </a:p>
          <a:p>
            <a:endParaRPr lang="en-PK" dirty="0"/>
          </a:p>
        </p:txBody>
      </p:sp>
    </p:spTree>
    <p:extLst>
      <p:ext uri="{BB962C8B-B14F-4D97-AF65-F5344CB8AC3E}">
        <p14:creationId xmlns:p14="http://schemas.microsoft.com/office/powerpoint/2010/main" val="4096257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AB047-4F75-CD1C-B7FF-98B0F1DB7D96}"/>
              </a:ext>
            </a:extLst>
          </p:cNvPr>
          <p:cNvSpPr>
            <a:spLocks noGrp="1"/>
          </p:cNvSpPr>
          <p:nvPr>
            <p:ph type="title"/>
          </p:nvPr>
        </p:nvSpPr>
        <p:spPr>
          <a:xfrm>
            <a:off x="652266" y="385758"/>
            <a:ext cx="7704000" cy="1019708"/>
          </a:xfrm>
        </p:spPr>
        <p:txBody>
          <a:bodyPr/>
          <a:lstStyle/>
          <a:p>
            <a:r>
              <a:rPr lang="en-US" dirty="0"/>
              <a:t>CCNA </a:t>
            </a:r>
            <a:br>
              <a:rPr lang="en-US" dirty="0"/>
            </a:br>
            <a:r>
              <a:rPr lang="en-US" dirty="0"/>
              <a:t>200-301</a:t>
            </a:r>
            <a:endParaRPr lang="en-PK" dirty="0"/>
          </a:p>
        </p:txBody>
      </p:sp>
      <p:sp>
        <p:nvSpPr>
          <p:cNvPr id="3" name="Text Placeholder 2">
            <a:extLst>
              <a:ext uri="{FF2B5EF4-FFF2-40B4-BE49-F238E27FC236}">
                <a16:creationId xmlns:a16="http://schemas.microsoft.com/office/drawing/2014/main" id="{B90CB78B-A42D-4E21-0FD6-086D0EFCBF83}"/>
              </a:ext>
            </a:extLst>
          </p:cNvPr>
          <p:cNvSpPr>
            <a:spLocks noGrp="1"/>
          </p:cNvSpPr>
          <p:nvPr>
            <p:ph type="body" idx="1"/>
          </p:nvPr>
        </p:nvSpPr>
        <p:spPr>
          <a:xfrm>
            <a:off x="652266" y="1631742"/>
            <a:ext cx="7704000" cy="3126000"/>
          </a:xfrm>
        </p:spPr>
        <p:txBody>
          <a:bodyPr/>
          <a:lstStyle/>
          <a:p>
            <a:pPr marL="152400" indent="0">
              <a:buNone/>
            </a:pPr>
            <a:r>
              <a:rPr lang="en-US" dirty="0"/>
              <a:t>CCNA Stands for  “</a:t>
            </a:r>
            <a:r>
              <a:rPr lang="en-US" sz="1800" b="1" dirty="0">
                <a:solidFill>
                  <a:schemeClr val="accent2">
                    <a:lumMod val="75000"/>
                  </a:schemeClr>
                </a:solidFill>
              </a:rPr>
              <a:t>Cisco Certified Network Associate </a:t>
            </a:r>
            <a:r>
              <a:rPr lang="en-US" dirty="0"/>
              <a:t>“</a:t>
            </a:r>
          </a:p>
          <a:p>
            <a:pPr marL="152400" indent="0">
              <a:buNone/>
            </a:pPr>
            <a:endParaRPr lang="en-US" dirty="0"/>
          </a:p>
          <a:p>
            <a:pPr marL="152400" indent="0">
              <a:buNone/>
            </a:pPr>
            <a:r>
              <a:rPr lang="en-US" dirty="0"/>
              <a:t>CCNA (R &amp; S ) 200-125 </a:t>
            </a:r>
            <a:r>
              <a:rPr lang="en-US" b="1" dirty="0">
                <a:solidFill>
                  <a:schemeClr val="accent2">
                    <a:lumMod val="75000"/>
                  </a:schemeClr>
                </a:solidFill>
              </a:rPr>
              <a:t>Old Batch </a:t>
            </a:r>
          </a:p>
          <a:p>
            <a:pPr marL="152400" indent="0">
              <a:buNone/>
            </a:pPr>
            <a:endParaRPr lang="en-US" dirty="0"/>
          </a:p>
          <a:p>
            <a:pPr marL="152400" indent="0">
              <a:buNone/>
            </a:pPr>
            <a:r>
              <a:rPr lang="en-US" dirty="0"/>
              <a:t>CCNA (200-301) </a:t>
            </a:r>
            <a:r>
              <a:rPr lang="en-US" b="1" dirty="0">
                <a:solidFill>
                  <a:schemeClr val="accent2">
                    <a:lumMod val="75000"/>
                  </a:schemeClr>
                </a:solidFill>
              </a:rPr>
              <a:t>New Batch         </a:t>
            </a:r>
          </a:p>
          <a:p>
            <a:pPr marL="152400" indent="0">
              <a:buNone/>
            </a:pPr>
            <a:endParaRPr lang="en-US" b="1" dirty="0">
              <a:solidFill>
                <a:schemeClr val="accent2">
                  <a:lumMod val="75000"/>
                </a:schemeClr>
              </a:solidFill>
            </a:endParaRPr>
          </a:p>
          <a:p>
            <a:pPr marL="152400" indent="0">
              <a:buNone/>
            </a:pPr>
            <a:endParaRPr lang="en-US" b="1" dirty="0">
              <a:solidFill>
                <a:schemeClr val="accent2">
                  <a:lumMod val="75000"/>
                </a:schemeClr>
              </a:solidFill>
            </a:endParaRPr>
          </a:p>
          <a:p>
            <a:pPr marL="152400" indent="0">
              <a:buNone/>
            </a:pPr>
            <a:endParaRPr lang="en-US" sz="2800" b="1" dirty="0">
              <a:solidFill>
                <a:schemeClr val="accent2">
                  <a:lumMod val="75000"/>
                </a:schemeClr>
              </a:solidFill>
            </a:endParaRPr>
          </a:p>
          <a:p>
            <a:pPr marL="152400" indent="0">
              <a:buNone/>
            </a:pPr>
            <a:r>
              <a:rPr lang="en-US" sz="2800" b="1" dirty="0">
                <a:solidFill>
                  <a:schemeClr val="accent2">
                    <a:lumMod val="75000"/>
                  </a:schemeClr>
                </a:solidFill>
              </a:rPr>
              <a:t>We will Study CCNA(200-301)</a:t>
            </a:r>
          </a:p>
          <a:p>
            <a:pPr marL="152400" indent="0">
              <a:buNone/>
            </a:pPr>
            <a:endParaRPr lang="en-PK" dirty="0"/>
          </a:p>
        </p:txBody>
      </p:sp>
      <p:cxnSp>
        <p:nvCxnSpPr>
          <p:cNvPr id="5" name="Straight Arrow Connector 4">
            <a:extLst>
              <a:ext uri="{FF2B5EF4-FFF2-40B4-BE49-F238E27FC236}">
                <a16:creationId xmlns:a16="http://schemas.microsoft.com/office/drawing/2014/main" id="{CEC33EB5-8A65-A7BF-E39B-23CFD8225E14}"/>
              </a:ext>
            </a:extLst>
          </p:cNvPr>
          <p:cNvCxnSpPr/>
          <p:nvPr/>
        </p:nvCxnSpPr>
        <p:spPr>
          <a:xfrm flipH="1" flipV="1">
            <a:off x="2142067" y="1405466"/>
            <a:ext cx="262466" cy="35560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6" name="Oval 5">
            <a:extLst>
              <a:ext uri="{FF2B5EF4-FFF2-40B4-BE49-F238E27FC236}">
                <a16:creationId xmlns:a16="http://schemas.microsoft.com/office/drawing/2014/main" id="{6CF99D57-D364-F3F5-7013-E4C560D9B9E8}"/>
              </a:ext>
            </a:extLst>
          </p:cNvPr>
          <p:cNvSpPr/>
          <p:nvPr/>
        </p:nvSpPr>
        <p:spPr>
          <a:xfrm>
            <a:off x="1100666" y="736600"/>
            <a:ext cx="1439333" cy="6688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Company or Vendor</a:t>
            </a:r>
            <a:endParaRPr lang="en-PK" dirty="0"/>
          </a:p>
        </p:txBody>
      </p:sp>
      <p:cxnSp>
        <p:nvCxnSpPr>
          <p:cNvPr id="8" name="Straight Arrow Connector 7">
            <a:extLst>
              <a:ext uri="{FF2B5EF4-FFF2-40B4-BE49-F238E27FC236}">
                <a16:creationId xmlns:a16="http://schemas.microsoft.com/office/drawing/2014/main" id="{F2192B87-65CD-EE66-1F20-3D1B94A8FC21}"/>
              </a:ext>
            </a:extLst>
          </p:cNvPr>
          <p:cNvCxnSpPr>
            <a:cxnSpLocks/>
          </p:cNvCxnSpPr>
          <p:nvPr/>
        </p:nvCxnSpPr>
        <p:spPr>
          <a:xfrm flipV="1">
            <a:off x="5520267" y="1159933"/>
            <a:ext cx="635000" cy="60113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0" name="Oval 9">
            <a:extLst>
              <a:ext uri="{FF2B5EF4-FFF2-40B4-BE49-F238E27FC236}">
                <a16:creationId xmlns:a16="http://schemas.microsoft.com/office/drawing/2014/main" id="{0EAB1D75-44AD-0B3C-F973-B6AE859ACDE2}"/>
              </a:ext>
            </a:extLst>
          </p:cNvPr>
          <p:cNvSpPr/>
          <p:nvPr/>
        </p:nvSpPr>
        <p:spPr>
          <a:xfrm>
            <a:off x="6155267" y="575789"/>
            <a:ext cx="1168400" cy="6688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Basic Level</a:t>
            </a:r>
            <a:endParaRPr lang="en-PK" dirty="0"/>
          </a:p>
        </p:txBody>
      </p:sp>
    </p:spTree>
    <p:extLst>
      <p:ext uri="{BB962C8B-B14F-4D97-AF65-F5344CB8AC3E}">
        <p14:creationId xmlns:p14="http://schemas.microsoft.com/office/powerpoint/2010/main" val="1708684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9DB84-E0F0-A955-682D-203062194A34}"/>
              </a:ext>
            </a:extLst>
          </p:cNvPr>
          <p:cNvSpPr>
            <a:spLocks noGrp="1"/>
          </p:cNvSpPr>
          <p:nvPr>
            <p:ph type="title"/>
          </p:nvPr>
        </p:nvSpPr>
        <p:spPr>
          <a:xfrm>
            <a:off x="279733" y="402692"/>
            <a:ext cx="7704000" cy="572700"/>
          </a:xfrm>
        </p:spPr>
        <p:txBody>
          <a:bodyPr/>
          <a:lstStyle/>
          <a:p>
            <a:r>
              <a:rPr lang="en-US" dirty="0"/>
              <a:t>Network </a:t>
            </a:r>
            <a:endParaRPr lang="en-PK" dirty="0"/>
          </a:p>
        </p:txBody>
      </p:sp>
      <p:sp>
        <p:nvSpPr>
          <p:cNvPr id="3" name="Text Placeholder 2">
            <a:extLst>
              <a:ext uri="{FF2B5EF4-FFF2-40B4-BE49-F238E27FC236}">
                <a16:creationId xmlns:a16="http://schemas.microsoft.com/office/drawing/2014/main" id="{F3DEDEA9-4B26-E711-8378-538FF066B624}"/>
              </a:ext>
            </a:extLst>
          </p:cNvPr>
          <p:cNvSpPr>
            <a:spLocks noGrp="1"/>
          </p:cNvSpPr>
          <p:nvPr>
            <p:ph type="body" idx="1"/>
          </p:nvPr>
        </p:nvSpPr>
        <p:spPr>
          <a:xfrm>
            <a:off x="398267" y="1129633"/>
            <a:ext cx="7704000" cy="3126000"/>
          </a:xfrm>
        </p:spPr>
        <p:txBody>
          <a:bodyPr/>
          <a:lstStyle/>
          <a:p>
            <a:pPr marL="152400" indent="0">
              <a:buNone/>
            </a:pPr>
            <a:r>
              <a:rPr lang="en-US" sz="1800" b="1" dirty="0"/>
              <a:t>What is Network </a:t>
            </a:r>
          </a:p>
          <a:p>
            <a:endParaRPr lang="en-US" b="1" dirty="0"/>
          </a:p>
          <a:p>
            <a:pPr marL="152400" indent="0">
              <a:buNone/>
            </a:pPr>
            <a:r>
              <a:rPr lang="en-US" sz="1800" dirty="0">
                <a:solidFill>
                  <a:schemeClr val="accent2">
                    <a:lumMod val="75000"/>
                  </a:schemeClr>
                </a:solidFill>
              </a:rPr>
              <a:t>When two or more computer connect together and start communication with each other</a:t>
            </a:r>
          </a:p>
          <a:p>
            <a:pPr marL="152400" indent="0">
              <a:buNone/>
            </a:pPr>
            <a:endParaRPr lang="en-US" sz="1800" b="1" dirty="0">
              <a:solidFill>
                <a:schemeClr val="accent2">
                  <a:lumMod val="75000"/>
                </a:schemeClr>
              </a:solidFill>
            </a:endParaRPr>
          </a:p>
          <a:p>
            <a:pPr marL="152400" indent="0">
              <a:buNone/>
            </a:pPr>
            <a:endParaRPr lang="en-US" sz="1800" b="1" dirty="0">
              <a:solidFill>
                <a:schemeClr val="accent2">
                  <a:lumMod val="75000"/>
                </a:schemeClr>
              </a:solidFill>
            </a:endParaRPr>
          </a:p>
          <a:p>
            <a:pPr marL="152400" indent="0">
              <a:buNone/>
            </a:pPr>
            <a:r>
              <a:rPr lang="en-US" sz="1800" dirty="0">
                <a:solidFill>
                  <a:schemeClr val="accent2">
                    <a:lumMod val="75000"/>
                  </a:schemeClr>
                </a:solidFill>
              </a:rPr>
              <a:t>A Computer Network is defined as a set of two or more computers that are linked together,  either via wired cables or wireless networks i.e. WIFI with the purpose of communicating, exchanging, sharing or distributing data, files and resources.</a:t>
            </a:r>
          </a:p>
          <a:p>
            <a:pPr marL="152400" indent="0">
              <a:buNone/>
            </a:pPr>
            <a:endParaRPr lang="en-US" dirty="0"/>
          </a:p>
          <a:p>
            <a:pPr marL="152400" indent="0">
              <a:buNone/>
            </a:pPr>
            <a:endParaRPr lang="en-US" dirty="0"/>
          </a:p>
          <a:p>
            <a:pPr marL="152400" indent="0">
              <a:buNone/>
            </a:pPr>
            <a:endParaRPr lang="en-PK" dirty="0"/>
          </a:p>
        </p:txBody>
      </p:sp>
    </p:spTree>
    <p:extLst>
      <p:ext uri="{BB962C8B-B14F-4D97-AF65-F5344CB8AC3E}">
        <p14:creationId xmlns:p14="http://schemas.microsoft.com/office/powerpoint/2010/main" val="3687036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1E95CF2-9013-D7AD-02BA-6864C141F95C}"/>
              </a:ext>
            </a:extLst>
          </p:cNvPr>
          <p:cNvSpPr>
            <a:spLocks noGrp="1"/>
          </p:cNvSpPr>
          <p:nvPr>
            <p:ph type="body" idx="1"/>
          </p:nvPr>
        </p:nvSpPr>
        <p:spPr>
          <a:xfrm>
            <a:off x="457199" y="397933"/>
            <a:ext cx="8212667" cy="4351867"/>
          </a:xfrm>
        </p:spPr>
        <p:txBody>
          <a:bodyPr/>
          <a:lstStyle/>
          <a:p>
            <a:endParaRPr lang="en-PK" dirty="0"/>
          </a:p>
        </p:txBody>
      </p:sp>
      <p:pic>
        <p:nvPicPr>
          <p:cNvPr id="7" name="Picture 6">
            <a:extLst>
              <a:ext uri="{FF2B5EF4-FFF2-40B4-BE49-F238E27FC236}">
                <a16:creationId xmlns:a16="http://schemas.microsoft.com/office/drawing/2014/main" id="{11506B36-D491-B9ED-8548-AF67E516AECE}"/>
              </a:ext>
            </a:extLst>
          </p:cNvPr>
          <p:cNvPicPr>
            <a:picLocks noChangeAspect="1"/>
          </p:cNvPicPr>
          <p:nvPr/>
        </p:nvPicPr>
        <p:blipFill>
          <a:blip r:embed="rId2"/>
          <a:stretch>
            <a:fillRect/>
          </a:stretch>
        </p:blipFill>
        <p:spPr>
          <a:xfrm>
            <a:off x="547849" y="520034"/>
            <a:ext cx="3689350" cy="125796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Picture 10">
            <a:extLst>
              <a:ext uri="{FF2B5EF4-FFF2-40B4-BE49-F238E27FC236}">
                <a16:creationId xmlns:a16="http://schemas.microsoft.com/office/drawing/2014/main" id="{6B4915FF-3239-63F8-46D8-D4E56CC28D0B}"/>
              </a:ext>
            </a:extLst>
          </p:cNvPr>
          <p:cNvPicPr>
            <a:picLocks noChangeAspect="1"/>
          </p:cNvPicPr>
          <p:nvPr/>
        </p:nvPicPr>
        <p:blipFill>
          <a:blip r:embed="rId3"/>
          <a:stretch>
            <a:fillRect/>
          </a:stretch>
        </p:blipFill>
        <p:spPr>
          <a:xfrm>
            <a:off x="5285281" y="520035"/>
            <a:ext cx="3206453" cy="233442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Picture 12">
            <a:extLst>
              <a:ext uri="{FF2B5EF4-FFF2-40B4-BE49-F238E27FC236}">
                <a16:creationId xmlns:a16="http://schemas.microsoft.com/office/drawing/2014/main" id="{25CA01CB-AFF4-6DAA-5645-313FBA155EF1}"/>
              </a:ext>
            </a:extLst>
          </p:cNvPr>
          <p:cNvPicPr>
            <a:picLocks noChangeAspect="1"/>
          </p:cNvPicPr>
          <p:nvPr/>
        </p:nvPicPr>
        <p:blipFill>
          <a:blip r:embed="rId4"/>
          <a:stretch>
            <a:fillRect/>
          </a:stretch>
        </p:blipFill>
        <p:spPr>
          <a:xfrm>
            <a:off x="547849" y="2854458"/>
            <a:ext cx="3310871" cy="17690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3244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AD3AC-7F3C-72A0-0CAF-187D9D6F49ED}"/>
              </a:ext>
            </a:extLst>
          </p:cNvPr>
          <p:cNvSpPr>
            <a:spLocks noGrp="1"/>
          </p:cNvSpPr>
          <p:nvPr>
            <p:ph type="title"/>
          </p:nvPr>
        </p:nvSpPr>
        <p:spPr/>
        <p:txBody>
          <a:bodyPr/>
          <a:lstStyle/>
          <a:p>
            <a:r>
              <a:rPr lang="en-US" dirty="0"/>
              <a:t>Types of Computer Network</a:t>
            </a:r>
            <a:endParaRPr lang="en-PK" dirty="0"/>
          </a:p>
        </p:txBody>
      </p:sp>
      <p:sp>
        <p:nvSpPr>
          <p:cNvPr id="3" name="Text Placeholder 2">
            <a:extLst>
              <a:ext uri="{FF2B5EF4-FFF2-40B4-BE49-F238E27FC236}">
                <a16:creationId xmlns:a16="http://schemas.microsoft.com/office/drawing/2014/main" id="{792F6376-4CD2-A4EC-1963-32A386B0DA72}"/>
              </a:ext>
            </a:extLst>
          </p:cNvPr>
          <p:cNvSpPr>
            <a:spLocks noGrp="1"/>
          </p:cNvSpPr>
          <p:nvPr>
            <p:ph type="body" idx="1"/>
          </p:nvPr>
        </p:nvSpPr>
        <p:spPr/>
        <p:txBody>
          <a:bodyPr/>
          <a:lstStyle/>
          <a:p>
            <a:pPr algn="just">
              <a:buFont typeface="Arial" panose="020B0604020202020204" pitchFamily="34" charset="0"/>
              <a:buChar char="•"/>
            </a:pPr>
            <a:r>
              <a:rPr lang="en-US" dirty="0"/>
              <a:t>LAN (Local Area Network)</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WLAN (Wireless local area network)</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CAN (Campus Area Network)</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MAN (Metropolitan Area Network)</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PAN (Personal Area Network)</a:t>
            </a:r>
          </a:p>
          <a:p>
            <a:pPr marL="152400" indent="0" algn="just">
              <a:buNone/>
            </a:pPr>
            <a:endParaRPr lang="en-US" dirty="0"/>
          </a:p>
          <a:p>
            <a:pPr algn="just">
              <a:buFont typeface="Arial" panose="020B0604020202020204" pitchFamily="34" charset="0"/>
              <a:buChar char="•"/>
            </a:pPr>
            <a:r>
              <a:rPr lang="en-US" dirty="0"/>
              <a:t>SAN (Storage Area Network)</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VPN (Virtual Private Network)</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WAN (Wide Area Network)</a:t>
            </a:r>
          </a:p>
          <a:p>
            <a:endParaRPr lang="en-PK" dirty="0"/>
          </a:p>
        </p:txBody>
      </p:sp>
    </p:spTree>
    <p:extLst>
      <p:ext uri="{BB962C8B-B14F-4D97-AF65-F5344CB8AC3E}">
        <p14:creationId xmlns:p14="http://schemas.microsoft.com/office/powerpoint/2010/main" val="1044953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80083-CF9A-7D16-7314-E659E0990098}"/>
              </a:ext>
            </a:extLst>
          </p:cNvPr>
          <p:cNvSpPr>
            <a:spLocks noGrp="1"/>
          </p:cNvSpPr>
          <p:nvPr>
            <p:ph type="title"/>
          </p:nvPr>
        </p:nvSpPr>
        <p:spPr>
          <a:xfrm>
            <a:off x="720000" y="444293"/>
            <a:ext cx="7704000" cy="572700"/>
          </a:xfrm>
        </p:spPr>
        <p:txBody>
          <a:bodyPr/>
          <a:lstStyle/>
          <a:p>
            <a:r>
              <a:rPr lang="en-US" dirty="0"/>
              <a:t>LAN (Local Area Network)</a:t>
            </a:r>
            <a:endParaRPr lang="en-PK" dirty="0"/>
          </a:p>
        </p:txBody>
      </p:sp>
      <p:sp>
        <p:nvSpPr>
          <p:cNvPr id="3" name="Text Placeholder 2">
            <a:extLst>
              <a:ext uri="{FF2B5EF4-FFF2-40B4-BE49-F238E27FC236}">
                <a16:creationId xmlns:a16="http://schemas.microsoft.com/office/drawing/2014/main" id="{1837EFAB-B06A-EA9F-C4EC-875680257C57}"/>
              </a:ext>
            </a:extLst>
          </p:cNvPr>
          <p:cNvSpPr>
            <a:spLocks noGrp="1"/>
          </p:cNvSpPr>
          <p:nvPr>
            <p:ph type="body" idx="1"/>
          </p:nvPr>
        </p:nvSpPr>
        <p:spPr>
          <a:xfrm>
            <a:off x="720000" y="1121167"/>
            <a:ext cx="7704000" cy="3126000"/>
          </a:xfrm>
        </p:spPr>
        <p:txBody>
          <a:bodyPr/>
          <a:lstStyle/>
          <a:p>
            <a:r>
              <a:rPr lang="en-US" dirty="0"/>
              <a:t>LAN or Local Area Network is a group of devices connecting the computers and other devices such as switches, servers, printers, etc., over a short distance such as office, home. The commonly used LAN is Ethernet LAN. This network is used as it allows the user to transfer or share data, files, and resources</a:t>
            </a:r>
            <a:endParaRPr lang="en-PK" dirty="0"/>
          </a:p>
        </p:txBody>
      </p:sp>
      <p:pic>
        <p:nvPicPr>
          <p:cNvPr id="7" name="Picture 6">
            <a:extLst>
              <a:ext uri="{FF2B5EF4-FFF2-40B4-BE49-F238E27FC236}">
                <a16:creationId xmlns:a16="http://schemas.microsoft.com/office/drawing/2014/main" id="{BD9ED6E9-3977-49BF-6091-6B34F37139BA}"/>
              </a:ext>
            </a:extLst>
          </p:cNvPr>
          <p:cNvPicPr>
            <a:picLocks noChangeAspect="1"/>
          </p:cNvPicPr>
          <p:nvPr/>
        </p:nvPicPr>
        <p:blipFill>
          <a:blip r:embed="rId2"/>
          <a:stretch>
            <a:fillRect/>
          </a:stretch>
        </p:blipFill>
        <p:spPr>
          <a:xfrm>
            <a:off x="2087033" y="1871132"/>
            <a:ext cx="4969934" cy="290406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408637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D7E9D-2033-3DAD-E3C0-0EE57261C047}"/>
              </a:ext>
            </a:extLst>
          </p:cNvPr>
          <p:cNvSpPr>
            <a:spLocks noGrp="1"/>
          </p:cNvSpPr>
          <p:nvPr>
            <p:ph type="title"/>
          </p:nvPr>
        </p:nvSpPr>
        <p:spPr>
          <a:xfrm>
            <a:off x="720000" y="258758"/>
            <a:ext cx="7704000" cy="572700"/>
          </a:xfrm>
        </p:spPr>
        <p:txBody>
          <a:bodyPr/>
          <a:lstStyle/>
          <a:p>
            <a:r>
              <a:rPr lang="en-US" dirty="0"/>
              <a:t>WLAN (Wireless local area network)</a:t>
            </a:r>
            <a:br>
              <a:rPr lang="en-US" dirty="0"/>
            </a:br>
            <a:endParaRPr lang="en-PK" dirty="0"/>
          </a:p>
        </p:txBody>
      </p:sp>
      <p:sp>
        <p:nvSpPr>
          <p:cNvPr id="3" name="Text Placeholder 2">
            <a:extLst>
              <a:ext uri="{FF2B5EF4-FFF2-40B4-BE49-F238E27FC236}">
                <a16:creationId xmlns:a16="http://schemas.microsoft.com/office/drawing/2014/main" id="{555EDA4F-B8EC-D413-A888-2E10D912AB29}"/>
              </a:ext>
            </a:extLst>
          </p:cNvPr>
          <p:cNvSpPr>
            <a:spLocks noGrp="1"/>
          </p:cNvSpPr>
          <p:nvPr>
            <p:ph type="body" idx="1"/>
          </p:nvPr>
        </p:nvSpPr>
        <p:spPr>
          <a:xfrm>
            <a:off x="720000" y="945942"/>
            <a:ext cx="7704000" cy="3126000"/>
          </a:xfrm>
        </p:spPr>
        <p:txBody>
          <a:bodyPr/>
          <a:lstStyle/>
          <a:p>
            <a:r>
              <a:rPr lang="en-US" dirty="0"/>
              <a:t>WLAN or Wireless local area network is similar to LAN with the difference that it uses wireless communication between devices instead of wired connections. WLAN typically involves a Wi-Fi router or wireless access point for devices, unlike smartphones, laptops, desktops, etc.</a:t>
            </a:r>
            <a:endParaRPr lang="en-PK" dirty="0"/>
          </a:p>
        </p:txBody>
      </p:sp>
      <p:pic>
        <p:nvPicPr>
          <p:cNvPr id="9" name="Picture 8">
            <a:extLst>
              <a:ext uri="{FF2B5EF4-FFF2-40B4-BE49-F238E27FC236}">
                <a16:creationId xmlns:a16="http://schemas.microsoft.com/office/drawing/2014/main" id="{802031BB-CFB2-4C81-3816-770AAC53F81B}"/>
              </a:ext>
            </a:extLst>
          </p:cNvPr>
          <p:cNvPicPr>
            <a:picLocks noChangeAspect="1"/>
          </p:cNvPicPr>
          <p:nvPr/>
        </p:nvPicPr>
        <p:blipFill>
          <a:blip r:embed="rId2"/>
          <a:stretch>
            <a:fillRect/>
          </a:stretch>
        </p:blipFill>
        <p:spPr>
          <a:xfrm>
            <a:off x="2099733" y="1761066"/>
            <a:ext cx="4961467" cy="298873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73755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685A0-07D5-74D7-6421-A4B140E2F870}"/>
              </a:ext>
            </a:extLst>
          </p:cNvPr>
          <p:cNvSpPr>
            <a:spLocks noGrp="1"/>
          </p:cNvSpPr>
          <p:nvPr>
            <p:ph type="title"/>
          </p:nvPr>
        </p:nvSpPr>
        <p:spPr>
          <a:xfrm>
            <a:off x="720000" y="478366"/>
            <a:ext cx="7704000" cy="572700"/>
          </a:xfrm>
        </p:spPr>
        <p:txBody>
          <a:bodyPr/>
          <a:lstStyle/>
          <a:p>
            <a:r>
              <a:rPr lang="en-US" dirty="0"/>
              <a:t>CAN (Campus Area Network)</a:t>
            </a:r>
            <a:br>
              <a:rPr lang="en-US" dirty="0"/>
            </a:br>
            <a:endParaRPr lang="en-PK" dirty="0"/>
          </a:p>
        </p:txBody>
      </p:sp>
      <p:sp>
        <p:nvSpPr>
          <p:cNvPr id="3" name="Text Placeholder 2">
            <a:extLst>
              <a:ext uri="{FF2B5EF4-FFF2-40B4-BE49-F238E27FC236}">
                <a16:creationId xmlns:a16="http://schemas.microsoft.com/office/drawing/2014/main" id="{86080336-15A8-1199-4B65-3E56197BB8B3}"/>
              </a:ext>
            </a:extLst>
          </p:cNvPr>
          <p:cNvSpPr>
            <a:spLocks noGrp="1"/>
          </p:cNvSpPr>
          <p:nvPr>
            <p:ph type="body" idx="1"/>
          </p:nvPr>
        </p:nvSpPr>
        <p:spPr>
          <a:xfrm>
            <a:off x="720000" y="1188900"/>
            <a:ext cx="7704000" cy="3126000"/>
          </a:xfrm>
        </p:spPr>
        <p:txBody>
          <a:bodyPr/>
          <a:lstStyle/>
          <a:p>
            <a:r>
              <a:rPr lang="en-US" dirty="0"/>
              <a:t>A Campus Area Network (CAN) is a network that connects computers and devices within a specific geographic area, such as a university campus, corporate campus, or industrial complex. It allows for communication and resource-sharing among these devices, facilitating efficient data exchange in a localized environment.</a:t>
            </a:r>
            <a:endParaRPr lang="en-PK" dirty="0"/>
          </a:p>
        </p:txBody>
      </p:sp>
      <p:pic>
        <p:nvPicPr>
          <p:cNvPr id="7" name="Picture 6">
            <a:extLst>
              <a:ext uri="{FF2B5EF4-FFF2-40B4-BE49-F238E27FC236}">
                <a16:creationId xmlns:a16="http://schemas.microsoft.com/office/drawing/2014/main" id="{749B61BA-4CD4-A8BD-11B3-375CF267E580}"/>
              </a:ext>
            </a:extLst>
          </p:cNvPr>
          <p:cNvPicPr>
            <a:picLocks noChangeAspect="1"/>
          </p:cNvPicPr>
          <p:nvPr/>
        </p:nvPicPr>
        <p:blipFill>
          <a:blip r:embed="rId2"/>
          <a:stretch>
            <a:fillRect/>
          </a:stretch>
        </p:blipFill>
        <p:spPr>
          <a:xfrm>
            <a:off x="2396067" y="2404534"/>
            <a:ext cx="4182533" cy="2260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877871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C5F9F-9F7B-36A7-8033-A6F97B915306}"/>
              </a:ext>
            </a:extLst>
          </p:cNvPr>
          <p:cNvSpPr>
            <a:spLocks noGrp="1"/>
          </p:cNvSpPr>
          <p:nvPr>
            <p:ph type="title"/>
          </p:nvPr>
        </p:nvSpPr>
        <p:spPr>
          <a:xfrm>
            <a:off x="720000" y="298233"/>
            <a:ext cx="7704000" cy="572700"/>
          </a:xfrm>
        </p:spPr>
        <p:txBody>
          <a:bodyPr/>
          <a:lstStyle/>
          <a:p>
            <a:r>
              <a:rPr lang="en-US" dirty="0"/>
              <a:t>MAN (Metropolitan Area Network)</a:t>
            </a:r>
            <a:br>
              <a:rPr lang="en-US" dirty="0"/>
            </a:br>
            <a:endParaRPr lang="en-PK" dirty="0"/>
          </a:p>
        </p:txBody>
      </p:sp>
      <p:sp>
        <p:nvSpPr>
          <p:cNvPr id="3" name="Text Placeholder 2">
            <a:extLst>
              <a:ext uri="{FF2B5EF4-FFF2-40B4-BE49-F238E27FC236}">
                <a16:creationId xmlns:a16="http://schemas.microsoft.com/office/drawing/2014/main" id="{01262B7F-75BA-6AB0-D168-2E48B3FFF23F}"/>
              </a:ext>
            </a:extLst>
          </p:cNvPr>
          <p:cNvSpPr>
            <a:spLocks noGrp="1"/>
          </p:cNvSpPr>
          <p:nvPr>
            <p:ph type="body" idx="1"/>
          </p:nvPr>
        </p:nvSpPr>
        <p:spPr>
          <a:xfrm>
            <a:off x="609933" y="870933"/>
            <a:ext cx="7704000" cy="3126000"/>
          </a:xfrm>
        </p:spPr>
        <p:txBody>
          <a:bodyPr/>
          <a:lstStyle/>
          <a:p>
            <a:r>
              <a:rPr lang="en-US" dirty="0"/>
              <a:t>MAN or Metropolitan Area Network is typically a more extensive network when compared to LANs but is smaller than WANs. This network ranges between several buildings in the same city. Man networks are connected via fiber optic cable (usually high-speed connection). Cities and government bodies usually manage MANs.</a:t>
            </a:r>
            <a:endParaRPr lang="en-PK" dirty="0"/>
          </a:p>
        </p:txBody>
      </p:sp>
      <p:pic>
        <p:nvPicPr>
          <p:cNvPr id="5" name="Picture 4">
            <a:extLst>
              <a:ext uri="{FF2B5EF4-FFF2-40B4-BE49-F238E27FC236}">
                <a16:creationId xmlns:a16="http://schemas.microsoft.com/office/drawing/2014/main" id="{420954B4-F40D-2C53-7E63-95ECD0237FD2}"/>
              </a:ext>
            </a:extLst>
          </p:cNvPr>
          <p:cNvPicPr>
            <a:picLocks noChangeAspect="1"/>
          </p:cNvPicPr>
          <p:nvPr/>
        </p:nvPicPr>
        <p:blipFill>
          <a:blip r:embed="rId2"/>
          <a:stretch>
            <a:fillRect/>
          </a:stretch>
        </p:blipFill>
        <p:spPr>
          <a:xfrm>
            <a:off x="499866" y="2195868"/>
            <a:ext cx="3767334" cy="216983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49C425A2-1FFC-E1F8-D924-11E80506232A}"/>
              </a:ext>
            </a:extLst>
          </p:cNvPr>
          <p:cNvPicPr>
            <a:picLocks noChangeAspect="1"/>
          </p:cNvPicPr>
          <p:nvPr/>
        </p:nvPicPr>
        <p:blipFill>
          <a:blip r:embed="rId3"/>
          <a:stretch>
            <a:fillRect/>
          </a:stretch>
        </p:blipFill>
        <p:spPr>
          <a:xfrm>
            <a:off x="5398910" y="2195867"/>
            <a:ext cx="2953593" cy="216983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194539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A1EC5-F1B7-84C8-CBF0-2E331899706F}"/>
              </a:ext>
            </a:extLst>
          </p:cNvPr>
          <p:cNvSpPr>
            <a:spLocks noGrp="1"/>
          </p:cNvSpPr>
          <p:nvPr>
            <p:ph type="title"/>
          </p:nvPr>
        </p:nvSpPr>
        <p:spPr>
          <a:xfrm>
            <a:off x="720000" y="411158"/>
            <a:ext cx="7704000" cy="572700"/>
          </a:xfrm>
        </p:spPr>
        <p:txBody>
          <a:bodyPr/>
          <a:lstStyle/>
          <a:p>
            <a:r>
              <a:rPr lang="en-US" dirty="0"/>
              <a:t>PAN (Personal Area Network)</a:t>
            </a:r>
            <a:br>
              <a:rPr lang="en-US" dirty="0"/>
            </a:br>
            <a:endParaRPr lang="en-PK" dirty="0"/>
          </a:p>
        </p:txBody>
      </p:sp>
      <p:sp>
        <p:nvSpPr>
          <p:cNvPr id="3" name="Text Placeholder 2">
            <a:extLst>
              <a:ext uri="{FF2B5EF4-FFF2-40B4-BE49-F238E27FC236}">
                <a16:creationId xmlns:a16="http://schemas.microsoft.com/office/drawing/2014/main" id="{2BA08AD7-694F-1F32-4B5E-BC7EE9DABBB9}"/>
              </a:ext>
            </a:extLst>
          </p:cNvPr>
          <p:cNvSpPr>
            <a:spLocks noGrp="1"/>
          </p:cNvSpPr>
          <p:nvPr>
            <p:ph type="body" idx="1"/>
          </p:nvPr>
        </p:nvSpPr>
        <p:spPr>
          <a:xfrm>
            <a:off x="584533" y="1008750"/>
            <a:ext cx="7704000" cy="3126000"/>
          </a:xfrm>
        </p:spPr>
        <p:txBody>
          <a:bodyPr/>
          <a:lstStyle/>
          <a:p>
            <a:r>
              <a:rPr lang="en-US" dirty="0"/>
              <a:t>A Personal Area Network (PAN) is a small network that connects devices, like smartphones, laptops, and tablets, within an individual's personal space, typically within a range of a few meters. It allows these devices to communicate and share information wired or wirelessly for personal use.</a:t>
            </a:r>
            <a:endParaRPr lang="en-PK" dirty="0"/>
          </a:p>
        </p:txBody>
      </p:sp>
      <p:pic>
        <p:nvPicPr>
          <p:cNvPr id="5" name="Picture 4">
            <a:extLst>
              <a:ext uri="{FF2B5EF4-FFF2-40B4-BE49-F238E27FC236}">
                <a16:creationId xmlns:a16="http://schemas.microsoft.com/office/drawing/2014/main" id="{A84AF5FA-364A-C4EA-8869-283E44E0E784}"/>
              </a:ext>
            </a:extLst>
          </p:cNvPr>
          <p:cNvPicPr>
            <a:picLocks noChangeAspect="1"/>
          </p:cNvPicPr>
          <p:nvPr/>
        </p:nvPicPr>
        <p:blipFill>
          <a:blip r:embed="rId2"/>
          <a:stretch>
            <a:fillRect/>
          </a:stretch>
        </p:blipFill>
        <p:spPr>
          <a:xfrm>
            <a:off x="461996" y="2302409"/>
            <a:ext cx="2690322" cy="2429933"/>
          </a:xfrm>
          <a:prstGeom prst="rect">
            <a:avLst/>
          </a:prstGeom>
        </p:spPr>
      </p:pic>
      <p:pic>
        <p:nvPicPr>
          <p:cNvPr id="7" name="Picture 6">
            <a:extLst>
              <a:ext uri="{FF2B5EF4-FFF2-40B4-BE49-F238E27FC236}">
                <a16:creationId xmlns:a16="http://schemas.microsoft.com/office/drawing/2014/main" id="{817A10CA-F53E-BA60-F34C-90C967696F63}"/>
              </a:ext>
            </a:extLst>
          </p:cNvPr>
          <p:cNvPicPr>
            <a:picLocks noChangeAspect="1"/>
          </p:cNvPicPr>
          <p:nvPr/>
        </p:nvPicPr>
        <p:blipFill>
          <a:blip r:embed="rId3"/>
          <a:stretch>
            <a:fillRect/>
          </a:stretch>
        </p:blipFill>
        <p:spPr>
          <a:xfrm>
            <a:off x="3321331" y="2302408"/>
            <a:ext cx="2690322" cy="2429933"/>
          </a:xfrm>
          <a:prstGeom prst="rect">
            <a:avLst/>
          </a:prstGeom>
        </p:spPr>
      </p:pic>
      <p:pic>
        <p:nvPicPr>
          <p:cNvPr id="9" name="Picture 8">
            <a:extLst>
              <a:ext uri="{FF2B5EF4-FFF2-40B4-BE49-F238E27FC236}">
                <a16:creationId xmlns:a16="http://schemas.microsoft.com/office/drawing/2014/main" id="{48562C26-6708-7C0C-1478-F143B2D478B9}"/>
              </a:ext>
            </a:extLst>
          </p:cNvPr>
          <p:cNvPicPr>
            <a:picLocks noChangeAspect="1"/>
          </p:cNvPicPr>
          <p:nvPr/>
        </p:nvPicPr>
        <p:blipFill>
          <a:blip r:embed="rId4"/>
          <a:stretch>
            <a:fillRect/>
          </a:stretch>
        </p:blipFill>
        <p:spPr>
          <a:xfrm>
            <a:off x="6180667" y="2302408"/>
            <a:ext cx="2501337" cy="2429933"/>
          </a:xfrm>
          <a:prstGeom prst="rect">
            <a:avLst/>
          </a:prstGeom>
        </p:spPr>
      </p:pic>
    </p:spTree>
    <p:extLst>
      <p:ext uri="{BB962C8B-B14F-4D97-AF65-F5344CB8AC3E}">
        <p14:creationId xmlns:p14="http://schemas.microsoft.com/office/powerpoint/2010/main" val="2018877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6D96C-3465-6860-7BD7-81F7DFD05A9F}"/>
              </a:ext>
            </a:extLst>
          </p:cNvPr>
          <p:cNvSpPr>
            <a:spLocks noGrp="1"/>
          </p:cNvSpPr>
          <p:nvPr>
            <p:ph type="title"/>
          </p:nvPr>
        </p:nvSpPr>
        <p:spPr>
          <a:xfrm>
            <a:off x="720000" y="288250"/>
            <a:ext cx="7704000" cy="572700"/>
          </a:xfrm>
        </p:spPr>
        <p:txBody>
          <a:bodyPr/>
          <a:lstStyle/>
          <a:p>
            <a:r>
              <a:rPr lang="en-US" dirty="0"/>
              <a:t>SAN (Storage Area Network)</a:t>
            </a:r>
            <a:br>
              <a:rPr lang="en-US" dirty="0"/>
            </a:br>
            <a:endParaRPr lang="en-PK" dirty="0"/>
          </a:p>
        </p:txBody>
      </p:sp>
      <p:sp>
        <p:nvSpPr>
          <p:cNvPr id="3" name="Text Placeholder 2">
            <a:extLst>
              <a:ext uri="{FF2B5EF4-FFF2-40B4-BE49-F238E27FC236}">
                <a16:creationId xmlns:a16="http://schemas.microsoft.com/office/drawing/2014/main" id="{179E92D0-AABA-37E3-2E0B-AF81D1A425DF}"/>
              </a:ext>
            </a:extLst>
          </p:cNvPr>
          <p:cNvSpPr>
            <a:spLocks noGrp="1"/>
          </p:cNvSpPr>
          <p:nvPr>
            <p:ph type="body" idx="1"/>
          </p:nvPr>
        </p:nvSpPr>
        <p:spPr>
          <a:xfrm>
            <a:off x="601467" y="860950"/>
            <a:ext cx="7704000" cy="3126000"/>
          </a:xfrm>
        </p:spPr>
        <p:txBody>
          <a:bodyPr/>
          <a:lstStyle/>
          <a:p>
            <a:r>
              <a:rPr lang="en-US" dirty="0"/>
              <a:t>A Storage Area Network (SAN) is a network of storage devices that can be accessed by multiple servers or computers, providing a shared pool of storage space. Each computer on the network can access storage on the SAN as though they were local disks connected directly to the computer.</a:t>
            </a:r>
            <a:endParaRPr lang="en-PK" dirty="0"/>
          </a:p>
        </p:txBody>
      </p:sp>
      <p:pic>
        <p:nvPicPr>
          <p:cNvPr id="5" name="Picture 4">
            <a:extLst>
              <a:ext uri="{FF2B5EF4-FFF2-40B4-BE49-F238E27FC236}">
                <a16:creationId xmlns:a16="http://schemas.microsoft.com/office/drawing/2014/main" id="{5394A994-3A23-8B3A-01D9-EC7CCD66890E}"/>
              </a:ext>
            </a:extLst>
          </p:cNvPr>
          <p:cNvPicPr>
            <a:picLocks noChangeAspect="1"/>
          </p:cNvPicPr>
          <p:nvPr/>
        </p:nvPicPr>
        <p:blipFill>
          <a:blip r:embed="rId2"/>
          <a:stretch>
            <a:fillRect/>
          </a:stretch>
        </p:blipFill>
        <p:spPr>
          <a:xfrm>
            <a:off x="2370667" y="1701801"/>
            <a:ext cx="4182533" cy="3026832"/>
          </a:xfrm>
          <a:prstGeom prst="rect">
            <a:avLst/>
          </a:prstGeom>
        </p:spPr>
      </p:pic>
    </p:spTree>
    <p:extLst>
      <p:ext uri="{BB962C8B-B14F-4D97-AF65-F5344CB8AC3E}">
        <p14:creationId xmlns:p14="http://schemas.microsoft.com/office/powerpoint/2010/main" val="92346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83F8C-D0CB-9151-F196-B97B352BEFF3}"/>
              </a:ext>
            </a:extLst>
          </p:cNvPr>
          <p:cNvSpPr>
            <a:spLocks noGrp="1"/>
          </p:cNvSpPr>
          <p:nvPr>
            <p:ph type="title"/>
          </p:nvPr>
        </p:nvSpPr>
        <p:spPr>
          <a:xfrm>
            <a:off x="720000" y="436559"/>
            <a:ext cx="7704000" cy="572700"/>
          </a:xfrm>
        </p:spPr>
        <p:txBody>
          <a:bodyPr/>
          <a:lstStyle/>
          <a:p>
            <a:r>
              <a:rPr lang="en-US" dirty="0"/>
              <a:t>Don’t get confused </a:t>
            </a:r>
            <a:endParaRPr lang="en-PK" dirty="0"/>
          </a:p>
        </p:txBody>
      </p:sp>
      <p:sp>
        <p:nvSpPr>
          <p:cNvPr id="3" name="Text Placeholder 2">
            <a:extLst>
              <a:ext uri="{FF2B5EF4-FFF2-40B4-BE49-F238E27FC236}">
                <a16:creationId xmlns:a16="http://schemas.microsoft.com/office/drawing/2014/main" id="{E2431C1B-9B28-64B0-1727-42A48F4468DA}"/>
              </a:ext>
            </a:extLst>
          </p:cNvPr>
          <p:cNvSpPr>
            <a:spLocks noGrp="1"/>
          </p:cNvSpPr>
          <p:nvPr>
            <p:ph type="body" idx="1"/>
          </p:nvPr>
        </p:nvSpPr>
        <p:spPr>
          <a:xfrm>
            <a:off x="720000" y="1155033"/>
            <a:ext cx="7704000" cy="3126000"/>
          </a:xfrm>
        </p:spPr>
        <p:txBody>
          <a:bodyPr/>
          <a:lstStyle/>
          <a:p>
            <a:r>
              <a:rPr lang="en-US" dirty="0"/>
              <a:t>A Storage Area Network (SAN) is like a high-speed, special network at a big company that helps store and organize computer data efficiently.</a:t>
            </a:r>
          </a:p>
          <a:p>
            <a:endParaRPr lang="en-US" dirty="0"/>
          </a:p>
          <a:p>
            <a:r>
              <a:rPr lang="en-US" dirty="0"/>
              <a:t>iCloud and Google Cloud Storage are like online spaces where you can store your pictures, documents, and stuff. They use the internet and fancy systems to keep your things safe and accessible from different devices.</a:t>
            </a:r>
          </a:p>
          <a:p>
            <a:endParaRPr lang="en-US" dirty="0"/>
          </a:p>
          <a:p>
            <a:r>
              <a:rPr lang="en-US" dirty="0"/>
              <a:t>So, while they all deal with storing data, SAN is a specific type of network within a company, and iCloud or Google Cloud Storage are more like online spaces you can use for your personal or business data. They work in different ways, but the goal is to help you keep your digital stuff safe and accessible.</a:t>
            </a:r>
            <a:endParaRPr lang="en-PK" dirty="0"/>
          </a:p>
        </p:txBody>
      </p:sp>
    </p:spTree>
    <p:extLst>
      <p:ext uri="{BB962C8B-B14F-4D97-AF65-F5344CB8AC3E}">
        <p14:creationId xmlns:p14="http://schemas.microsoft.com/office/powerpoint/2010/main" val="619687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24FC8-99E2-745F-0D69-28D69CA2CA92}"/>
              </a:ext>
            </a:extLst>
          </p:cNvPr>
          <p:cNvSpPr>
            <a:spLocks noGrp="1"/>
          </p:cNvSpPr>
          <p:nvPr>
            <p:ph type="title"/>
          </p:nvPr>
        </p:nvSpPr>
        <p:spPr>
          <a:xfrm>
            <a:off x="720000" y="174092"/>
            <a:ext cx="7704000" cy="572700"/>
          </a:xfrm>
        </p:spPr>
        <p:txBody>
          <a:bodyPr/>
          <a:lstStyle/>
          <a:p>
            <a:r>
              <a:rPr lang="en-US" dirty="0"/>
              <a:t>VPN (Virtual Private Network)</a:t>
            </a:r>
            <a:br>
              <a:rPr lang="en-US" dirty="0"/>
            </a:br>
            <a:endParaRPr lang="en-PK" dirty="0"/>
          </a:p>
        </p:txBody>
      </p:sp>
      <p:sp>
        <p:nvSpPr>
          <p:cNvPr id="3" name="Text Placeholder 2">
            <a:extLst>
              <a:ext uri="{FF2B5EF4-FFF2-40B4-BE49-F238E27FC236}">
                <a16:creationId xmlns:a16="http://schemas.microsoft.com/office/drawing/2014/main" id="{DF342801-CF8B-A6FF-21A3-D4621CF8247B}"/>
              </a:ext>
            </a:extLst>
          </p:cNvPr>
          <p:cNvSpPr>
            <a:spLocks noGrp="1"/>
          </p:cNvSpPr>
          <p:nvPr>
            <p:ph type="body" idx="1"/>
          </p:nvPr>
        </p:nvSpPr>
        <p:spPr>
          <a:xfrm>
            <a:off x="720000" y="917967"/>
            <a:ext cx="7704000" cy="3747166"/>
          </a:xfrm>
        </p:spPr>
        <p:txBody>
          <a:bodyPr/>
          <a:lstStyle/>
          <a:p>
            <a:r>
              <a:rPr lang="en-US" dirty="0"/>
              <a:t>A Virtual Private Network (VPN) is like a secure tunnel on the internet. It helps keep your online activities private by encrypting (protecting) your connection, making it safe for things like browsing or working from anywhere.</a:t>
            </a:r>
          </a:p>
          <a:p>
            <a:r>
              <a:rPr lang="en-US" dirty="0"/>
              <a:t> A secure tool that encrypts point-to-point Internet connection and hides the user's IP address and virtual location.</a:t>
            </a:r>
            <a:endParaRPr lang="en-PK" dirty="0"/>
          </a:p>
        </p:txBody>
      </p:sp>
      <p:pic>
        <p:nvPicPr>
          <p:cNvPr id="5" name="Picture 4">
            <a:extLst>
              <a:ext uri="{FF2B5EF4-FFF2-40B4-BE49-F238E27FC236}">
                <a16:creationId xmlns:a16="http://schemas.microsoft.com/office/drawing/2014/main" id="{DC9DA419-B935-9A50-FD7A-9CA01AF731B6}"/>
              </a:ext>
            </a:extLst>
          </p:cNvPr>
          <p:cNvPicPr>
            <a:picLocks noChangeAspect="1"/>
          </p:cNvPicPr>
          <p:nvPr/>
        </p:nvPicPr>
        <p:blipFill>
          <a:blip r:embed="rId2"/>
          <a:stretch>
            <a:fillRect/>
          </a:stretch>
        </p:blipFill>
        <p:spPr>
          <a:xfrm>
            <a:off x="638677" y="2254248"/>
            <a:ext cx="3670637" cy="2504017"/>
          </a:xfrm>
          <a:prstGeom prst="rect">
            <a:avLst/>
          </a:prstGeom>
        </p:spPr>
      </p:pic>
      <p:pic>
        <p:nvPicPr>
          <p:cNvPr id="7" name="Picture 6">
            <a:extLst>
              <a:ext uri="{FF2B5EF4-FFF2-40B4-BE49-F238E27FC236}">
                <a16:creationId xmlns:a16="http://schemas.microsoft.com/office/drawing/2014/main" id="{49FB8C55-FF76-7509-16A4-3AC4901C2F65}"/>
              </a:ext>
            </a:extLst>
          </p:cNvPr>
          <p:cNvPicPr>
            <a:picLocks noChangeAspect="1"/>
          </p:cNvPicPr>
          <p:nvPr/>
        </p:nvPicPr>
        <p:blipFill>
          <a:blip r:embed="rId3"/>
          <a:stretch>
            <a:fillRect/>
          </a:stretch>
        </p:blipFill>
        <p:spPr>
          <a:xfrm>
            <a:off x="4761610" y="2254249"/>
            <a:ext cx="3743713" cy="2504017"/>
          </a:xfrm>
          <a:prstGeom prst="rect">
            <a:avLst/>
          </a:prstGeom>
        </p:spPr>
      </p:pic>
      <p:sp>
        <p:nvSpPr>
          <p:cNvPr id="8" name="Oval 7">
            <a:extLst>
              <a:ext uri="{FF2B5EF4-FFF2-40B4-BE49-F238E27FC236}">
                <a16:creationId xmlns:a16="http://schemas.microsoft.com/office/drawing/2014/main" id="{7C8A3333-F392-B8B9-6F1C-7359118C5948}"/>
              </a:ext>
            </a:extLst>
          </p:cNvPr>
          <p:cNvSpPr/>
          <p:nvPr/>
        </p:nvSpPr>
        <p:spPr>
          <a:xfrm>
            <a:off x="7357533" y="0"/>
            <a:ext cx="1786468" cy="917967"/>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Will be Explained in detail in later topics</a:t>
            </a:r>
            <a:endParaRPr lang="en-PK" dirty="0"/>
          </a:p>
        </p:txBody>
      </p:sp>
    </p:spTree>
    <p:extLst>
      <p:ext uri="{BB962C8B-B14F-4D97-AF65-F5344CB8AC3E}">
        <p14:creationId xmlns:p14="http://schemas.microsoft.com/office/powerpoint/2010/main" val="35042659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9BF10-F372-B796-0E26-359A51F66D8E}"/>
              </a:ext>
            </a:extLst>
          </p:cNvPr>
          <p:cNvSpPr>
            <a:spLocks noGrp="1"/>
          </p:cNvSpPr>
          <p:nvPr>
            <p:ph type="title"/>
          </p:nvPr>
        </p:nvSpPr>
        <p:spPr>
          <a:xfrm>
            <a:off x="720000" y="288250"/>
            <a:ext cx="7704000" cy="572700"/>
          </a:xfrm>
        </p:spPr>
        <p:txBody>
          <a:bodyPr/>
          <a:lstStyle/>
          <a:p>
            <a:r>
              <a:rPr lang="en-US" dirty="0"/>
              <a:t>WAN (Wide Area Network)</a:t>
            </a:r>
            <a:br>
              <a:rPr lang="en-US" dirty="0"/>
            </a:br>
            <a:endParaRPr lang="en-PK" dirty="0"/>
          </a:p>
        </p:txBody>
      </p:sp>
      <p:sp>
        <p:nvSpPr>
          <p:cNvPr id="3" name="Text Placeholder 2">
            <a:extLst>
              <a:ext uri="{FF2B5EF4-FFF2-40B4-BE49-F238E27FC236}">
                <a16:creationId xmlns:a16="http://schemas.microsoft.com/office/drawing/2014/main" id="{FB53B4C1-394C-DAA5-10F4-4B478107D351}"/>
              </a:ext>
            </a:extLst>
          </p:cNvPr>
          <p:cNvSpPr>
            <a:spLocks noGrp="1"/>
          </p:cNvSpPr>
          <p:nvPr>
            <p:ph type="body" idx="1"/>
          </p:nvPr>
        </p:nvSpPr>
        <p:spPr>
          <a:xfrm>
            <a:off x="618400" y="1008750"/>
            <a:ext cx="7704000" cy="3126000"/>
          </a:xfrm>
        </p:spPr>
        <p:txBody>
          <a:bodyPr/>
          <a:lstStyle/>
          <a:p>
            <a:r>
              <a:rPr lang="en-US" dirty="0"/>
              <a:t>WAN or Wide Area Network is the most significant network type connecting computers over a wide geographical area, such as a country, continent. WAN includes several LANs, MANs, and CANs. An example of WAN is the Internet, which connects billions of computers globally.</a:t>
            </a:r>
          </a:p>
          <a:p>
            <a:endParaRPr lang="en-US" dirty="0"/>
          </a:p>
          <a:p>
            <a:endParaRPr lang="en-US" dirty="0"/>
          </a:p>
          <a:p>
            <a:endParaRPr lang="en-US" dirty="0"/>
          </a:p>
          <a:p>
            <a:endParaRPr lang="en-US" dirty="0"/>
          </a:p>
          <a:p>
            <a:r>
              <a:rPr lang="en-US" dirty="0"/>
              <a:t>A Wide Area Network (WAN) is like a big internet connection that links computers and networks across long distances. It helps people in different locations share information and work together, just like they're in the same place.</a:t>
            </a:r>
            <a:endParaRPr lang="en-PK" dirty="0"/>
          </a:p>
          <a:p>
            <a:pPr marL="152400" indent="0">
              <a:buNone/>
            </a:pPr>
            <a:endParaRPr lang="en-US" dirty="0"/>
          </a:p>
          <a:p>
            <a:pPr marL="152400" indent="0">
              <a:buNone/>
            </a:pPr>
            <a:br>
              <a:rPr lang="en-US" dirty="0"/>
            </a:br>
            <a:endParaRPr lang="en-US" dirty="0"/>
          </a:p>
        </p:txBody>
      </p:sp>
    </p:spTree>
    <p:extLst>
      <p:ext uri="{BB962C8B-B14F-4D97-AF65-F5344CB8AC3E}">
        <p14:creationId xmlns:p14="http://schemas.microsoft.com/office/powerpoint/2010/main" val="32076048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AE17F-990D-4D8C-C6BD-B4449C89525F}"/>
              </a:ext>
            </a:extLst>
          </p:cNvPr>
          <p:cNvSpPr>
            <a:spLocks noGrp="1"/>
          </p:cNvSpPr>
          <p:nvPr>
            <p:ph type="title"/>
          </p:nvPr>
        </p:nvSpPr>
        <p:spPr>
          <a:xfrm>
            <a:off x="720000" y="402692"/>
            <a:ext cx="7704000" cy="572700"/>
          </a:xfrm>
        </p:spPr>
        <p:txBody>
          <a:bodyPr/>
          <a:lstStyle/>
          <a:p>
            <a:r>
              <a:rPr lang="en-US" dirty="0"/>
              <a:t>WAN (Wide Area Network)</a:t>
            </a:r>
            <a:endParaRPr lang="en-PK" dirty="0"/>
          </a:p>
        </p:txBody>
      </p:sp>
      <p:sp>
        <p:nvSpPr>
          <p:cNvPr id="3" name="Text Placeholder 2">
            <a:extLst>
              <a:ext uri="{FF2B5EF4-FFF2-40B4-BE49-F238E27FC236}">
                <a16:creationId xmlns:a16="http://schemas.microsoft.com/office/drawing/2014/main" id="{895B7C96-BAB6-633C-DE7D-5B20005D383B}"/>
              </a:ext>
            </a:extLst>
          </p:cNvPr>
          <p:cNvSpPr>
            <a:spLocks noGrp="1"/>
          </p:cNvSpPr>
          <p:nvPr>
            <p:ph type="body" idx="1"/>
          </p:nvPr>
        </p:nvSpPr>
        <p:spPr>
          <a:xfrm>
            <a:off x="720000" y="5143500"/>
            <a:ext cx="7704000" cy="4168108"/>
          </a:xfrm>
        </p:spPr>
        <p:txBody>
          <a:bodyPr/>
          <a:lstStyle/>
          <a:p>
            <a:endParaRPr lang="en-PK" dirty="0"/>
          </a:p>
        </p:txBody>
      </p:sp>
      <p:pic>
        <p:nvPicPr>
          <p:cNvPr id="7" name="Picture 6">
            <a:extLst>
              <a:ext uri="{FF2B5EF4-FFF2-40B4-BE49-F238E27FC236}">
                <a16:creationId xmlns:a16="http://schemas.microsoft.com/office/drawing/2014/main" id="{91B57F35-E9D3-44E5-A3E8-A66C223C997A}"/>
              </a:ext>
            </a:extLst>
          </p:cNvPr>
          <p:cNvPicPr>
            <a:picLocks noChangeAspect="1"/>
          </p:cNvPicPr>
          <p:nvPr/>
        </p:nvPicPr>
        <p:blipFill>
          <a:blip r:embed="rId2"/>
          <a:stretch>
            <a:fillRect/>
          </a:stretch>
        </p:blipFill>
        <p:spPr>
          <a:xfrm>
            <a:off x="3229241" y="1193799"/>
            <a:ext cx="3069165" cy="3225799"/>
          </a:xfrm>
          <a:prstGeom prst="rect">
            <a:avLst/>
          </a:prstGeom>
        </p:spPr>
      </p:pic>
      <p:pic>
        <p:nvPicPr>
          <p:cNvPr id="9" name="Picture 8">
            <a:extLst>
              <a:ext uri="{FF2B5EF4-FFF2-40B4-BE49-F238E27FC236}">
                <a16:creationId xmlns:a16="http://schemas.microsoft.com/office/drawing/2014/main" id="{6DA08980-7DA0-000D-7233-F82FCEE0E42A}"/>
              </a:ext>
            </a:extLst>
          </p:cNvPr>
          <p:cNvPicPr>
            <a:picLocks noChangeAspect="1"/>
          </p:cNvPicPr>
          <p:nvPr/>
        </p:nvPicPr>
        <p:blipFill>
          <a:blip r:embed="rId3"/>
          <a:stretch>
            <a:fillRect/>
          </a:stretch>
        </p:blipFill>
        <p:spPr>
          <a:xfrm>
            <a:off x="0" y="1193800"/>
            <a:ext cx="3069165" cy="3225800"/>
          </a:xfrm>
          <a:prstGeom prst="rect">
            <a:avLst/>
          </a:prstGeom>
        </p:spPr>
      </p:pic>
      <p:pic>
        <p:nvPicPr>
          <p:cNvPr id="11" name="Picture 10">
            <a:extLst>
              <a:ext uri="{FF2B5EF4-FFF2-40B4-BE49-F238E27FC236}">
                <a16:creationId xmlns:a16="http://schemas.microsoft.com/office/drawing/2014/main" id="{F600D95D-154D-F1B6-A7A1-041C63CABEA4}"/>
              </a:ext>
            </a:extLst>
          </p:cNvPr>
          <p:cNvPicPr>
            <a:picLocks noChangeAspect="1"/>
          </p:cNvPicPr>
          <p:nvPr/>
        </p:nvPicPr>
        <p:blipFill>
          <a:blip r:embed="rId4"/>
          <a:stretch>
            <a:fillRect/>
          </a:stretch>
        </p:blipFill>
        <p:spPr>
          <a:xfrm>
            <a:off x="6458482" y="1193799"/>
            <a:ext cx="2685518" cy="3225799"/>
          </a:xfrm>
          <a:prstGeom prst="rect">
            <a:avLst/>
          </a:prstGeom>
        </p:spPr>
      </p:pic>
    </p:spTree>
    <p:extLst>
      <p:ext uri="{BB962C8B-B14F-4D97-AF65-F5344CB8AC3E}">
        <p14:creationId xmlns:p14="http://schemas.microsoft.com/office/powerpoint/2010/main" val="40083477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676921"/>
            <a:ext cx="4722763" cy="1328961"/>
          </a:xfrm>
          <a:prstGeom prst="rect">
            <a:avLst/>
          </a:prstGeom>
          <a:noFill/>
          <a:ln/>
        </p:spPr>
        <p:txBody>
          <a:bodyPr wrap="square" lIns="0" tIns="0" rIns="0" bIns="0" rtlCol="0" anchor="t"/>
          <a:lstStyle/>
          <a:p>
            <a:pPr>
              <a:lnSpc>
                <a:spcPts val="3469"/>
              </a:lnSpc>
            </a:pPr>
            <a:r>
              <a:rPr lang="en-US" sz="2781" dirty="0">
                <a:solidFill>
                  <a:srgbClr val="403CCF"/>
                </a:solidFill>
                <a:latin typeface="Libre Baskerville" pitchFamily="34" charset="0"/>
                <a:ea typeface="Libre Baskerville" pitchFamily="34" charset="-122"/>
                <a:cs typeface="Libre Baskerville" pitchFamily="34" charset="-120"/>
              </a:rPr>
              <a:t>Networking Basics: Introduction to Key Components</a:t>
            </a:r>
            <a:endParaRPr lang="en-US" sz="2781" dirty="0"/>
          </a:p>
        </p:txBody>
      </p:sp>
      <p:sp>
        <p:nvSpPr>
          <p:cNvPr id="4" name="Shape 1"/>
          <p:cNvSpPr/>
          <p:nvPr/>
        </p:nvSpPr>
        <p:spPr>
          <a:xfrm>
            <a:off x="3925119" y="3229050"/>
            <a:ext cx="226814" cy="226814"/>
          </a:xfrm>
          <a:prstGeom prst="roundRect">
            <a:avLst>
              <a:gd name="adj" fmla="val 25194296"/>
            </a:avLst>
          </a:prstGeom>
          <a:noFill/>
          <a:ln w="7620">
            <a:solidFill>
              <a:srgbClr val="FFFFFF"/>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47133" y="350416"/>
            <a:ext cx="8350830" cy="470851"/>
          </a:xfrm>
          <a:prstGeom prst="rect">
            <a:avLst/>
          </a:prstGeom>
          <a:noFill/>
          <a:ln/>
        </p:spPr>
        <p:txBody>
          <a:bodyPr wrap="square" lIns="0" tIns="0" rIns="0" bIns="0" rtlCol="0" anchor="t"/>
          <a:lstStyle/>
          <a:p>
            <a:pPr>
              <a:lnSpc>
                <a:spcPts val="3125"/>
              </a:lnSpc>
            </a:pPr>
            <a:r>
              <a:rPr lang="en-US" sz="2500" dirty="0">
                <a:solidFill>
                  <a:srgbClr val="403CCF"/>
                </a:solidFill>
                <a:latin typeface="Libre Baskerville" pitchFamily="34" charset="0"/>
                <a:ea typeface="Libre Baskerville" pitchFamily="34" charset="-122"/>
                <a:cs typeface="Libre Baskerville" pitchFamily="34" charset="-120"/>
              </a:rPr>
              <a:t>Hub: Sharing Data Across a Local Network</a:t>
            </a:r>
            <a:endParaRPr lang="en-US" sz="2500" dirty="0"/>
          </a:p>
        </p:txBody>
      </p:sp>
      <p:sp>
        <p:nvSpPr>
          <p:cNvPr id="14" name="TextBox 13">
            <a:extLst>
              <a:ext uri="{FF2B5EF4-FFF2-40B4-BE49-F238E27FC236}">
                <a16:creationId xmlns:a16="http://schemas.microsoft.com/office/drawing/2014/main" id="{9665E95F-62AB-36F4-400C-6D11DCA92D37}"/>
              </a:ext>
            </a:extLst>
          </p:cNvPr>
          <p:cNvSpPr txBox="1"/>
          <p:nvPr/>
        </p:nvSpPr>
        <p:spPr>
          <a:xfrm>
            <a:off x="262467" y="971312"/>
            <a:ext cx="7442200" cy="2462213"/>
          </a:xfrm>
          <a:prstGeom prst="rect">
            <a:avLst/>
          </a:prstGeom>
          <a:noFill/>
        </p:spPr>
        <p:txBody>
          <a:bodyPr wrap="square">
            <a:spAutoFit/>
          </a:bodyPr>
          <a:lstStyle/>
          <a:p>
            <a:r>
              <a:rPr lang="en-US" dirty="0"/>
              <a:t>🔸 A hub is a basic networking device</a:t>
            </a:r>
          </a:p>
          <a:p>
            <a:endParaRPr lang="en-US" dirty="0"/>
          </a:p>
          <a:p>
            <a:r>
              <a:rPr lang="en-US" dirty="0"/>
              <a:t>🔸 It connects multiple devices in a local network</a:t>
            </a:r>
          </a:p>
          <a:p>
            <a:endParaRPr lang="en-US" dirty="0"/>
          </a:p>
          <a:p>
            <a:r>
              <a:rPr lang="en-US" dirty="0"/>
              <a:t>🔸 Sends data to all connected devices, not just the intended one</a:t>
            </a:r>
          </a:p>
          <a:p>
            <a:endParaRPr lang="en-US" dirty="0"/>
          </a:p>
          <a:p>
            <a:r>
              <a:rPr lang="en-US" dirty="0"/>
              <a:t>🔸 When one device sends data, the hub broadcasts it to all ports</a:t>
            </a:r>
          </a:p>
          <a:p>
            <a:endParaRPr lang="en-US" dirty="0"/>
          </a:p>
          <a:p>
            <a:r>
              <a:rPr lang="en-US" dirty="0"/>
              <a:t>🔸 All devices receive the data, but only the target device uses it</a:t>
            </a:r>
          </a:p>
          <a:p>
            <a:endParaRPr lang="en-US" dirty="0"/>
          </a:p>
          <a:p>
            <a:r>
              <a:rPr lang="en-US" dirty="0"/>
              <a:t>🔸 Works like a loudspeaker, not a private message</a:t>
            </a:r>
          </a:p>
        </p:txBody>
      </p:sp>
    </p:spTree>
    <p:extLst>
      <p:ext uri="{BB962C8B-B14F-4D97-AF65-F5344CB8AC3E}">
        <p14:creationId xmlns:p14="http://schemas.microsoft.com/office/powerpoint/2010/main" val="17841867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74A1C-0BF1-D9E5-1B5C-920733D9BD35}"/>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1B551F7B-80D8-3A33-8B41-73744384D6D5}"/>
              </a:ext>
            </a:extLst>
          </p:cNvPr>
          <p:cNvSpPr/>
          <p:nvPr/>
        </p:nvSpPr>
        <p:spPr>
          <a:xfrm>
            <a:off x="347133" y="350416"/>
            <a:ext cx="8350830" cy="470851"/>
          </a:xfrm>
          <a:prstGeom prst="rect">
            <a:avLst/>
          </a:prstGeom>
          <a:noFill/>
          <a:ln/>
        </p:spPr>
        <p:txBody>
          <a:bodyPr wrap="square" lIns="0" tIns="0" rIns="0" bIns="0" rtlCol="0" anchor="t"/>
          <a:lstStyle/>
          <a:p>
            <a:pPr>
              <a:lnSpc>
                <a:spcPts val="3125"/>
              </a:lnSpc>
            </a:pPr>
            <a:r>
              <a:rPr lang="en-US" sz="2500" dirty="0">
                <a:solidFill>
                  <a:srgbClr val="403CCF"/>
                </a:solidFill>
                <a:latin typeface="Libre Baskerville" pitchFamily="34" charset="0"/>
                <a:ea typeface="Libre Baskerville" pitchFamily="34" charset="-122"/>
                <a:cs typeface="Libre Baskerville" pitchFamily="34" charset="-120"/>
              </a:rPr>
              <a:t>Hub: Sharing Data Across a Local Network</a:t>
            </a:r>
            <a:endParaRPr lang="en-US" sz="2500" dirty="0"/>
          </a:p>
        </p:txBody>
      </p:sp>
      <p:sp>
        <p:nvSpPr>
          <p:cNvPr id="14" name="TextBox 13">
            <a:extLst>
              <a:ext uri="{FF2B5EF4-FFF2-40B4-BE49-F238E27FC236}">
                <a16:creationId xmlns:a16="http://schemas.microsoft.com/office/drawing/2014/main" id="{300CEFD0-D3F8-ADA6-6A51-A870E33DCCD2}"/>
              </a:ext>
            </a:extLst>
          </p:cNvPr>
          <p:cNvSpPr txBox="1"/>
          <p:nvPr/>
        </p:nvSpPr>
        <p:spPr>
          <a:xfrm>
            <a:off x="262467" y="971312"/>
            <a:ext cx="7442200" cy="3831818"/>
          </a:xfrm>
          <a:prstGeom prst="rect">
            <a:avLst/>
          </a:prstGeom>
          <a:noFill/>
        </p:spPr>
        <p:txBody>
          <a:bodyPr wrap="square">
            <a:spAutoFit/>
          </a:bodyPr>
          <a:lstStyle/>
          <a:p>
            <a:r>
              <a:rPr lang="en-US" b="1" dirty="0"/>
              <a:t>Working: </a:t>
            </a:r>
          </a:p>
          <a:p>
            <a:endParaRPr lang="en-US" sz="1100" dirty="0"/>
          </a:p>
          <a:p>
            <a:r>
              <a:rPr lang="en-US" sz="1600" b="1" dirty="0">
                <a:highlight>
                  <a:srgbClr val="00FFFF"/>
                </a:highlight>
              </a:rPr>
              <a:t>At the sender’s side:</a:t>
            </a:r>
          </a:p>
          <a:p>
            <a:endParaRPr lang="en-US" sz="1100" dirty="0"/>
          </a:p>
          <a:p>
            <a:pPr marL="171450" indent="-171450">
              <a:buFont typeface="Wingdings" panose="05000000000000000000" pitchFamily="2" charset="2"/>
              <a:buChar char="ü"/>
            </a:pPr>
            <a:r>
              <a:rPr lang="en-US" sz="1100" dirty="0"/>
              <a:t>Device (say PC1) creates a frame (layer 2 data unit).</a:t>
            </a:r>
          </a:p>
          <a:p>
            <a:pPr marL="171450" indent="-171450">
              <a:buFont typeface="Wingdings" panose="05000000000000000000" pitchFamily="2" charset="2"/>
              <a:buChar char="ü"/>
            </a:pPr>
            <a:r>
              <a:rPr lang="en-US" sz="1100" dirty="0"/>
              <a:t>The frame has a source MAC address (PC1’s MAC) and a destination MAC address (the target PC’s MAC).</a:t>
            </a:r>
          </a:p>
          <a:p>
            <a:endParaRPr lang="en-US" sz="1100" dirty="0"/>
          </a:p>
          <a:p>
            <a:r>
              <a:rPr lang="en-US" sz="1600" b="1" dirty="0">
                <a:highlight>
                  <a:srgbClr val="00FFFF"/>
                </a:highlight>
              </a:rPr>
              <a:t>At the hub:</a:t>
            </a:r>
          </a:p>
          <a:p>
            <a:pPr marL="171450" indent="-171450">
              <a:buFont typeface="Wingdings" panose="05000000000000000000" pitchFamily="2" charset="2"/>
              <a:buChar char="ü"/>
            </a:pPr>
            <a:r>
              <a:rPr lang="en-US" sz="1100" dirty="0"/>
              <a:t>The hub does not look at MAC addresses at all.</a:t>
            </a:r>
          </a:p>
          <a:p>
            <a:pPr marL="171450" indent="-171450">
              <a:buFont typeface="Wingdings" panose="05000000000000000000" pitchFamily="2" charset="2"/>
              <a:buChar char="ü"/>
            </a:pPr>
            <a:r>
              <a:rPr lang="en-US" sz="1100" dirty="0"/>
              <a:t>It is a Layer 1 device (Physical layer).</a:t>
            </a:r>
          </a:p>
          <a:p>
            <a:pPr marL="171450" indent="-171450">
              <a:buFont typeface="Wingdings" panose="05000000000000000000" pitchFamily="2" charset="2"/>
              <a:buChar char="ü"/>
            </a:pPr>
            <a:r>
              <a:rPr lang="en-US" sz="1100" dirty="0"/>
              <a:t>It only deals with electrical signals / bits.</a:t>
            </a:r>
          </a:p>
          <a:p>
            <a:endParaRPr lang="en-US" sz="1100" dirty="0"/>
          </a:p>
          <a:p>
            <a:r>
              <a:rPr lang="en-US" sz="1600" b="1" dirty="0">
                <a:highlight>
                  <a:srgbClr val="00FFFF"/>
                </a:highlight>
              </a:rPr>
              <a:t>Broadcasting:</a:t>
            </a:r>
          </a:p>
          <a:p>
            <a:r>
              <a:rPr lang="en-US" sz="1100" dirty="0"/>
              <a:t>The hub simply regenerates and forwards the signal to all ports (except the one it came from).</a:t>
            </a:r>
          </a:p>
          <a:p>
            <a:r>
              <a:rPr lang="en-US" sz="1100" dirty="0"/>
              <a:t>It does not check which MAC is inside, or who the real destination is.</a:t>
            </a:r>
          </a:p>
          <a:p>
            <a:endParaRPr lang="en-US" sz="1100" dirty="0"/>
          </a:p>
          <a:p>
            <a:r>
              <a:rPr lang="en-US" sz="1600" b="1" dirty="0">
                <a:highlight>
                  <a:srgbClr val="00FFFF"/>
                </a:highlight>
              </a:rPr>
              <a:t>At the receiving devices:</a:t>
            </a:r>
          </a:p>
          <a:p>
            <a:pPr marL="171450" indent="-171450">
              <a:buFont typeface="Wingdings" panose="05000000000000000000" pitchFamily="2" charset="2"/>
              <a:buChar char="ü"/>
            </a:pPr>
            <a:r>
              <a:rPr lang="en-US" sz="1100" dirty="0"/>
              <a:t>All connected devices see the frame.</a:t>
            </a:r>
          </a:p>
          <a:p>
            <a:pPr marL="171450" indent="-171450">
              <a:buFont typeface="Wingdings" panose="05000000000000000000" pitchFamily="2" charset="2"/>
              <a:buChar char="ü"/>
            </a:pPr>
            <a:r>
              <a:rPr lang="en-US" sz="1100" dirty="0"/>
              <a:t>Each device checks the destination MAC address inside the frame.</a:t>
            </a:r>
          </a:p>
          <a:p>
            <a:pPr marL="171450" indent="-171450">
              <a:buFont typeface="Wingdings" panose="05000000000000000000" pitchFamily="2" charset="2"/>
              <a:buChar char="ü"/>
            </a:pPr>
            <a:r>
              <a:rPr lang="en-US" sz="1100" dirty="0"/>
              <a:t>Only the device with the matching MAC accepts it; others discard it.</a:t>
            </a:r>
            <a:endParaRPr lang="en-PK" sz="1100" dirty="0"/>
          </a:p>
        </p:txBody>
      </p:sp>
    </p:spTree>
    <p:extLst>
      <p:ext uri="{BB962C8B-B14F-4D97-AF65-F5344CB8AC3E}">
        <p14:creationId xmlns:p14="http://schemas.microsoft.com/office/powerpoint/2010/main" val="8175930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69E83-DFE8-459A-9093-DF7C25528D50}"/>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33DB156-F897-0447-F322-5041E8F76631}"/>
              </a:ext>
            </a:extLst>
          </p:cNvPr>
          <p:cNvSpPr/>
          <p:nvPr/>
        </p:nvSpPr>
        <p:spPr>
          <a:xfrm>
            <a:off x="347133" y="350416"/>
            <a:ext cx="8350830" cy="470851"/>
          </a:xfrm>
          <a:prstGeom prst="rect">
            <a:avLst/>
          </a:prstGeom>
          <a:noFill/>
          <a:ln/>
        </p:spPr>
        <p:txBody>
          <a:bodyPr wrap="square" lIns="0" tIns="0" rIns="0" bIns="0" rtlCol="0" anchor="t"/>
          <a:lstStyle/>
          <a:p>
            <a:pPr>
              <a:lnSpc>
                <a:spcPts val="3125"/>
              </a:lnSpc>
            </a:pPr>
            <a:r>
              <a:rPr lang="en-US" sz="2500" dirty="0">
                <a:solidFill>
                  <a:srgbClr val="403CCF"/>
                </a:solidFill>
                <a:latin typeface="Libre Baskerville" pitchFamily="34" charset="0"/>
                <a:ea typeface="Libre Baskerville" pitchFamily="34" charset="-122"/>
                <a:cs typeface="Libre Baskerville" pitchFamily="34" charset="-120"/>
              </a:rPr>
              <a:t>Hub: Sharing Data Across a Local Network</a:t>
            </a:r>
            <a:endParaRPr lang="en-US" sz="2500" dirty="0"/>
          </a:p>
        </p:txBody>
      </p:sp>
      <p:sp>
        <p:nvSpPr>
          <p:cNvPr id="14" name="TextBox 13">
            <a:extLst>
              <a:ext uri="{FF2B5EF4-FFF2-40B4-BE49-F238E27FC236}">
                <a16:creationId xmlns:a16="http://schemas.microsoft.com/office/drawing/2014/main" id="{30A49C44-2853-987F-4B85-51F91FCBC1F8}"/>
              </a:ext>
            </a:extLst>
          </p:cNvPr>
          <p:cNvSpPr txBox="1"/>
          <p:nvPr/>
        </p:nvSpPr>
        <p:spPr>
          <a:xfrm>
            <a:off x="262467" y="971312"/>
            <a:ext cx="7442200" cy="307777"/>
          </a:xfrm>
          <a:prstGeom prst="rect">
            <a:avLst/>
          </a:prstGeom>
          <a:noFill/>
        </p:spPr>
        <p:txBody>
          <a:bodyPr wrap="square">
            <a:spAutoFit/>
          </a:bodyPr>
          <a:lstStyle/>
          <a:p>
            <a:r>
              <a:rPr lang="en-US" b="1" dirty="0"/>
              <a:t>Visual View (Ethernet Frame):</a:t>
            </a:r>
            <a:endParaRPr lang="en-US" sz="1100" dirty="0"/>
          </a:p>
        </p:txBody>
      </p:sp>
      <p:pic>
        <p:nvPicPr>
          <p:cNvPr id="4" name="Picture 3">
            <a:extLst>
              <a:ext uri="{FF2B5EF4-FFF2-40B4-BE49-F238E27FC236}">
                <a16:creationId xmlns:a16="http://schemas.microsoft.com/office/drawing/2014/main" id="{319E591A-BDD1-8C1E-B852-8E6591E91F71}"/>
              </a:ext>
            </a:extLst>
          </p:cNvPr>
          <p:cNvPicPr>
            <a:picLocks noChangeAspect="1"/>
          </p:cNvPicPr>
          <p:nvPr/>
        </p:nvPicPr>
        <p:blipFill>
          <a:blip r:embed="rId3"/>
          <a:stretch>
            <a:fillRect/>
          </a:stretch>
        </p:blipFill>
        <p:spPr>
          <a:xfrm>
            <a:off x="431800" y="1539201"/>
            <a:ext cx="7916333" cy="2282188"/>
          </a:xfrm>
          <a:prstGeom prst="rect">
            <a:avLst/>
          </a:prstGeom>
        </p:spPr>
      </p:pic>
    </p:spTree>
    <p:extLst>
      <p:ext uri="{BB962C8B-B14F-4D97-AF65-F5344CB8AC3E}">
        <p14:creationId xmlns:p14="http://schemas.microsoft.com/office/powerpoint/2010/main" val="14308864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451AB-85E2-3A3C-12E1-11280A65EDC0}"/>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D3CB1E39-BB9D-F5E2-E79D-3AF585B7F9C7}"/>
              </a:ext>
            </a:extLst>
          </p:cNvPr>
          <p:cNvSpPr/>
          <p:nvPr/>
        </p:nvSpPr>
        <p:spPr>
          <a:xfrm>
            <a:off x="347133" y="350416"/>
            <a:ext cx="8350830" cy="470851"/>
          </a:xfrm>
          <a:prstGeom prst="rect">
            <a:avLst/>
          </a:prstGeom>
          <a:noFill/>
          <a:ln/>
        </p:spPr>
        <p:txBody>
          <a:bodyPr wrap="square" lIns="0" tIns="0" rIns="0" bIns="0" rtlCol="0" anchor="t"/>
          <a:lstStyle/>
          <a:p>
            <a:pPr>
              <a:lnSpc>
                <a:spcPts val="3125"/>
              </a:lnSpc>
            </a:pPr>
            <a:r>
              <a:rPr lang="en-US" sz="2500" dirty="0">
                <a:solidFill>
                  <a:srgbClr val="403CCF"/>
                </a:solidFill>
                <a:latin typeface="Libre Baskerville" pitchFamily="34" charset="0"/>
                <a:ea typeface="Libre Baskerville" pitchFamily="34" charset="-122"/>
                <a:cs typeface="Libre Baskerville" pitchFamily="34" charset="-120"/>
              </a:rPr>
              <a:t>Hub: Sharing Data Across a Local Network</a:t>
            </a:r>
            <a:endParaRPr lang="en-US" sz="2500" dirty="0"/>
          </a:p>
        </p:txBody>
      </p:sp>
      <p:sp>
        <p:nvSpPr>
          <p:cNvPr id="14" name="TextBox 13">
            <a:extLst>
              <a:ext uri="{FF2B5EF4-FFF2-40B4-BE49-F238E27FC236}">
                <a16:creationId xmlns:a16="http://schemas.microsoft.com/office/drawing/2014/main" id="{1B07C5BB-0A8B-EC27-8193-5976A6219D97}"/>
              </a:ext>
            </a:extLst>
          </p:cNvPr>
          <p:cNvSpPr txBox="1"/>
          <p:nvPr/>
        </p:nvSpPr>
        <p:spPr>
          <a:xfrm>
            <a:off x="262467" y="971312"/>
            <a:ext cx="7442200" cy="307777"/>
          </a:xfrm>
          <a:prstGeom prst="rect">
            <a:avLst/>
          </a:prstGeom>
          <a:noFill/>
        </p:spPr>
        <p:txBody>
          <a:bodyPr wrap="square">
            <a:spAutoFit/>
          </a:bodyPr>
          <a:lstStyle/>
          <a:p>
            <a:r>
              <a:rPr lang="en-US" b="1" dirty="0"/>
              <a:t>Visual View (Ethernet Frame)</a:t>
            </a:r>
            <a:endParaRPr lang="en-US" sz="1100" dirty="0"/>
          </a:p>
        </p:txBody>
      </p:sp>
      <p:sp>
        <p:nvSpPr>
          <p:cNvPr id="5" name="TextBox 4">
            <a:extLst>
              <a:ext uri="{FF2B5EF4-FFF2-40B4-BE49-F238E27FC236}">
                <a16:creationId xmlns:a16="http://schemas.microsoft.com/office/drawing/2014/main" id="{C3F8B72A-90C3-9987-8911-490E837D1E9E}"/>
              </a:ext>
            </a:extLst>
          </p:cNvPr>
          <p:cNvSpPr txBox="1"/>
          <p:nvPr/>
        </p:nvSpPr>
        <p:spPr>
          <a:xfrm>
            <a:off x="423333" y="1279089"/>
            <a:ext cx="6595534" cy="3693319"/>
          </a:xfrm>
          <a:prstGeom prst="rect">
            <a:avLst/>
          </a:prstGeom>
          <a:noFill/>
        </p:spPr>
        <p:txBody>
          <a:bodyPr wrap="square">
            <a:spAutoFit/>
          </a:bodyPr>
          <a:lstStyle/>
          <a:p>
            <a:r>
              <a:rPr lang="en-US" sz="900" dirty="0">
                <a:highlight>
                  <a:srgbClr val="00FFFF"/>
                </a:highlight>
              </a:rPr>
              <a:t>Preamble (7 bytes) + Start Frame Delimiter (1 byte):</a:t>
            </a:r>
          </a:p>
          <a:p>
            <a:pPr marL="171450" indent="-171450">
              <a:buFont typeface="Wingdings" panose="05000000000000000000" pitchFamily="2" charset="2"/>
              <a:buChar char="ü"/>
            </a:pPr>
            <a:r>
              <a:rPr lang="en-US" sz="900" dirty="0"/>
              <a:t>Helps devices synchronize.</a:t>
            </a:r>
          </a:p>
          <a:p>
            <a:pPr marL="171450" indent="-171450">
              <a:buFont typeface="Wingdings" panose="05000000000000000000" pitchFamily="2" charset="2"/>
              <a:buChar char="ü"/>
            </a:pPr>
            <a:r>
              <a:rPr lang="en-US" sz="900" dirty="0"/>
              <a:t>Tells the receiver: “A new frame is starting.”</a:t>
            </a:r>
          </a:p>
          <a:p>
            <a:endParaRPr lang="en-US" sz="900" dirty="0"/>
          </a:p>
          <a:p>
            <a:endParaRPr lang="en-US" sz="900" dirty="0"/>
          </a:p>
          <a:p>
            <a:r>
              <a:rPr lang="en-US" sz="900" dirty="0">
                <a:highlight>
                  <a:srgbClr val="00FFFF"/>
                </a:highlight>
              </a:rPr>
              <a:t>Destination MAC Address (6 bytes):</a:t>
            </a:r>
          </a:p>
          <a:p>
            <a:pPr marL="171450" indent="-171450">
              <a:buFont typeface="Wingdings" panose="05000000000000000000" pitchFamily="2" charset="2"/>
              <a:buChar char="ü"/>
            </a:pPr>
            <a:r>
              <a:rPr lang="en-US" sz="900" dirty="0"/>
              <a:t>The hardware (MAC) address of the device the frame is meant for.</a:t>
            </a:r>
          </a:p>
          <a:p>
            <a:pPr marL="171450" indent="-171450">
              <a:buFont typeface="Wingdings" panose="05000000000000000000" pitchFamily="2" charset="2"/>
              <a:buChar char="ü"/>
            </a:pPr>
            <a:r>
              <a:rPr lang="en-US" sz="900" dirty="0"/>
              <a:t>All devices see it, but only the one with this MAC accepts it.</a:t>
            </a:r>
          </a:p>
          <a:p>
            <a:pPr marL="171450" indent="-171450">
              <a:buFont typeface="Wingdings" panose="05000000000000000000" pitchFamily="2" charset="2"/>
              <a:buChar char="ü"/>
            </a:pPr>
            <a:endParaRPr lang="en-US" sz="900" dirty="0"/>
          </a:p>
          <a:p>
            <a:r>
              <a:rPr lang="en-US" sz="900" dirty="0">
                <a:highlight>
                  <a:srgbClr val="00FFFF"/>
                </a:highlight>
              </a:rPr>
              <a:t>Source MAC Address (6 bytes):</a:t>
            </a:r>
          </a:p>
          <a:p>
            <a:pPr marL="171450" indent="-171450">
              <a:buFont typeface="Wingdings" panose="05000000000000000000" pitchFamily="2" charset="2"/>
              <a:buChar char="ü"/>
            </a:pPr>
            <a:r>
              <a:rPr lang="en-US" sz="900" dirty="0"/>
              <a:t>The MAC address of the sender.</a:t>
            </a:r>
          </a:p>
          <a:p>
            <a:endParaRPr lang="en-US" sz="900" dirty="0"/>
          </a:p>
          <a:p>
            <a:endParaRPr lang="en-US" sz="900" dirty="0"/>
          </a:p>
          <a:p>
            <a:r>
              <a:rPr lang="en-US" sz="900" dirty="0" err="1">
                <a:highlight>
                  <a:srgbClr val="00FFFF"/>
                </a:highlight>
              </a:rPr>
              <a:t>EtherType</a:t>
            </a:r>
            <a:r>
              <a:rPr lang="en-US" sz="900" dirty="0">
                <a:highlight>
                  <a:srgbClr val="00FFFF"/>
                </a:highlight>
              </a:rPr>
              <a:t> / Length (2 bytes):</a:t>
            </a:r>
          </a:p>
          <a:p>
            <a:r>
              <a:rPr lang="en-US" sz="900" dirty="0"/>
              <a:t>Either tells the type of protocol inside (like IPv4, IPv6, ARP)</a:t>
            </a:r>
          </a:p>
          <a:p>
            <a:r>
              <a:rPr lang="en-US" sz="900" dirty="0"/>
              <a:t>Or the length of the data field.</a:t>
            </a:r>
          </a:p>
          <a:p>
            <a:endParaRPr lang="en-US" sz="900" dirty="0"/>
          </a:p>
          <a:p>
            <a:endParaRPr lang="en-US" sz="900" dirty="0"/>
          </a:p>
          <a:p>
            <a:r>
              <a:rPr lang="en-US" sz="900" dirty="0">
                <a:highlight>
                  <a:srgbClr val="00FFFF"/>
                </a:highlight>
              </a:rPr>
              <a:t>Payload / Data (46–1500 bytes):</a:t>
            </a:r>
          </a:p>
          <a:p>
            <a:r>
              <a:rPr lang="en-US" sz="900" dirty="0"/>
              <a:t>The actual data being carried (like an IP packet).  “IP packet” means the data unit that carries the sender’s IP and receiver’s IP</a:t>
            </a:r>
          </a:p>
          <a:p>
            <a:r>
              <a:rPr lang="en-US" sz="900" dirty="0"/>
              <a:t>If the data is too short, padding is added to meet the minimum size.</a:t>
            </a:r>
          </a:p>
          <a:p>
            <a:endParaRPr lang="en-US" sz="900" dirty="0"/>
          </a:p>
          <a:p>
            <a:endParaRPr lang="en-US" sz="900" dirty="0"/>
          </a:p>
          <a:p>
            <a:r>
              <a:rPr lang="en-US" sz="900" dirty="0">
                <a:highlight>
                  <a:srgbClr val="00FFFF"/>
                </a:highlight>
              </a:rPr>
              <a:t>Frame Check Sequence – FCS (4 bytes):</a:t>
            </a:r>
          </a:p>
          <a:p>
            <a:pPr marL="171450" indent="-171450">
              <a:buFont typeface="Wingdings" panose="05000000000000000000" pitchFamily="2" charset="2"/>
              <a:buChar char="ü"/>
            </a:pPr>
            <a:r>
              <a:rPr lang="en-US" sz="900" dirty="0"/>
              <a:t>Used for error detection (CRC).</a:t>
            </a:r>
          </a:p>
          <a:p>
            <a:pPr marL="171450" indent="-171450">
              <a:buFont typeface="Wingdings" panose="05000000000000000000" pitchFamily="2" charset="2"/>
              <a:buChar char="ü"/>
            </a:pPr>
            <a:r>
              <a:rPr lang="en-US" sz="900" dirty="0"/>
              <a:t>The receiver checks this to see if the frame arrived correctly.</a:t>
            </a:r>
            <a:endParaRPr lang="en-PK" sz="900" dirty="0"/>
          </a:p>
        </p:txBody>
      </p:sp>
      <p:sp>
        <p:nvSpPr>
          <p:cNvPr id="7" name="TextBox 6">
            <a:extLst>
              <a:ext uri="{FF2B5EF4-FFF2-40B4-BE49-F238E27FC236}">
                <a16:creationId xmlns:a16="http://schemas.microsoft.com/office/drawing/2014/main" id="{03B6BC8F-D8AD-128E-D750-B076A5BBFFEF}"/>
              </a:ext>
            </a:extLst>
          </p:cNvPr>
          <p:cNvSpPr txBox="1"/>
          <p:nvPr/>
        </p:nvSpPr>
        <p:spPr>
          <a:xfrm>
            <a:off x="6028267" y="4449188"/>
            <a:ext cx="3047999" cy="523220"/>
          </a:xfrm>
          <a:prstGeom prst="rect">
            <a:avLst/>
          </a:prstGeom>
          <a:noFill/>
        </p:spPr>
        <p:txBody>
          <a:bodyPr wrap="square">
            <a:spAutoFit/>
          </a:bodyPr>
          <a:lstStyle/>
          <a:p>
            <a:r>
              <a:rPr lang="en-US" b="1" dirty="0">
                <a:highlight>
                  <a:srgbClr val="00FF00"/>
                </a:highlight>
              </a:rPr>
              <a:t>Hub</a:t>
            </a:r>
            <a:r>
              <a:rPr lang="en-US" dirty="0">
                <a:highlight>
                  <a:srgbClr val="00FF00"/>
                </a:highlight>
              </a:rPr>
              <a:t>: Doesn’t read the frame → just sends bits to all ports.</a:t>
            </a:r>
            <a:endParaRPr lang="en-PK" dirty="0">
              <a:highlight>
                <a:srgbClr val="00FF00"/>
              </a:highlight>
            </a:endParaRPr>
          </a:p>
        </p:txBody>
      </p:sp>
    </p:spTree>
    <p:extLst>
      <p:ext uri="{BB962C8B-B14F-4D97-AF65-F5344CB8AC3E}">
        <p14:creationId xmlns:p14="http://schemas.microsoft.com/office/powerpoint/2010/main" val="36508881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2BBA4-5BB4-8FAE-18E4-D8AB2BD49B32}"/>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93BC35E-CE18-FEC9-DB9B-D356CDB23154}"/>
              </a:ext>
            </a:extLst>
          </p:cNvPr>
          <p:cNvSpPr/>
          <p:nvPr/>
        </p:nvSpPr>
        <p:spPr>
          <a:xfrm>
            <a:off x="347133" y="350416"/>
            <a:ext cx="8350830" cy="470851"/>
          </a:xfrm>
          <a:prstGeom prst="rect">
            <a:avLst/>
          </a:prstGeom>
          <a:noFill/>
          <a:ln/>
        </p:spPr>
        <p:txBody>
          <a:bodyPr wrap="square" lIns="0" tIns="0" rIns="0" bIns="0" rtlCol="0" anchor="t"/>
          <a:lstStyle/>
          <a:p>
            <a:pPr>
              <a:lnSpc>
                <a:spcPts val="3125"/>
              </a:lnSpc>
            </a:pPr>
            <a:r>
              <a:rPr lang="en-US" sz="2500" dirty="0">
                <a:solidFill>
                  <a:srgbClr val="403CCF"/>
                </a:solidFill>
                <a:latin typeface="Libre Baskerville" pitchFamily="34" charset="0"/>
                <a:ea typeface="Libre Baskerville" pitchFamily="34" charset="-122"/>
                <a:cs typeface="Libre Baskerville" pitchFamily="34" charset="-120"/>
              </a:rPr>
              <a:t>Hub: Sharing Data Across a Local Network</a:t>
            </a:r>
            <a:endParaRPr lang="en-US" sz="2500" dirty="0"/>
          </a:p>
        </p:txBody>
      </p:sp>
      <p:pic>
        <p:nvPicPr>
          <p:cNvPr id="4" name="Picture 3">
            <a:extLst>
              <a:ext uri="{FF2B5EF4-FFF2-40B4-BE49-F238E27FC236}">
                <a16:creationId xmlns:a16="http://schemas.microsoft.com/office/drawing/2014/main" id="{4E0C7586-9686-7357-ACBD-1B6BBBEAFA6C}"/>
              </a:ext>
            </a:extLst>
          </p:cNvPr>
          <p:cNvPicPr>
            <a:picLocks noChangeAspect="1"/>
          </p:cNvPicPr>
          <p:nvPr/>
        </p:nvPicPr>
        <p:blipFill>
          <a:blip r:embed="rId3"/>
          <a:stretch>
            <a:fillRect/>
          </a:stretch>
        </p:blipFill>
        <p:spPr>
          <a:xfrm>
            <a:off x="5005161" y="1083733"/>
            <a:ext cx="4138839" cy="1854200"/>
          </a:xfrm>
          <a:prstGeom prst="rect">
            <a:avLst/>
          </a:prstGeom>
        </p:spPr>
      </p:pic>
      <p:pic>
        <p:nvPicPr>
          <p:cNvPr id="6" name="Picture 5">
            <a:extLst>
              <a:ext uri="{FF2B5EF4-FFF2-40B4-BE49-F238E27FC236}">
                <a16:creationId xmlns:a16="http://schemas.microsoft.com/office/drawing/2014/main" id="{12EF90FF-2A80-AE10-AEF4-F215F4F1594D}"/>
              </a:ext>
            </a:extLst>
          </p:cNvPr>
          <p:cNvPicPr>
            <a:picLocks noChangeAspect="1"/>
          </p:cNvPicPr>
          <p:nvPr/>
        </p:nvPicPr>
        <p:blipFill>
          <a:blip r:embed="rId4"/>
          <a:stretch>
            <a:fillRect/>
          </a:stretch>
        </p:blipFill>
        <p:spPr>
          <a:xfrm>
            <a:off x="0" y="2801830"/>
            <a:ext cx="4928847" cy="1991254"/>
          </a:xfrm>
          <a:prstGeom prst="rect">
            <a:avLst/>
          </a:prstGeom>
        </p:spPr>
      </p:pic>
    </p:spTree>
    <p:extLst>
      <p:ext uri="{BB962C8B-B14F-4D97-AF65-F5344CB8AC3E}">
        <p14:creationId xmlns:p14="http://schemas.microsoft.com/office/powerpoint/2010/main" val="26920036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7611" y="311484"/>
            <a:ext cx="8397056" cy="834926"/>
          </a:xfrm>
          <a:prstGeom prst="rect">
            <a:avLst/>
          </a:prstGeom>
          <a:noFill/>
          <a:ln/>
        </p:spPr>
        <p:txBody>
          <a:bodyPr wrap="square" lIns="0" tIns="0" rIns="0" bIns="0" rtlCol="0" anchor="t"/>
          <a:lstStyle/>
          <a:p>
            <a:pPr>
              <a:lnSpc>
                <a:spcPts val="3281"/>
              </a:lnSpc>
            </a:pPr>
            <a:r>
              <a:rPr lang="en-US" sz="2625" dirty="0">
                <a:solidFill>
                  <a:srgbClr val="403CCF"/>
                </a:solidFill>
                <a:latin typeface="Libre Baskerville" pitchFamily="34" charset="0"/>
                <a:ea typeface="Libre Baskerville" pitchFamily="34" charset="-122"/>
                <a:cs typeface="Libre Baskerville" pitchFamily="34" charset="-120"/>
              </a:rPr>
              <a:t>Switch: Connecting Devices on a Local Network</a:t>
            </a:r>
            <a:endParaRPr lang="en-US" sz="2625" dirty="0"/>
          </a:p>
        </p:txBody>
      </p:sp>
      <p:sp>
        <p:nvSpPr>
          <p:cNvPr id="5" name="Text 2"/>
          <p:cNvSpPr/>
          <p:nvPr/>
        </p:nvSpPr>
        <p:spPr>
          <a:xfrm>
            <a:off x="4030117" y="1745308"/>
            <a:ext cx="1670001" cy="208731"/>
          </a:xfrm>
          <a:prstGeom prst="rect">
            <a:avLst/>
          </a:prstGeom>
          <a:noFill/>
          <a:ln/>
        </p:spPr>
        <p:txBody>
          <a:bodyPr wrap="none" lIns="0" tIns="0" rIns="0" bIns="0" rtlCol="0" anchor="t"/>
          <a:lstStyle/>
          <a:p>
            <a:pPr>
              <a:lnSpc>
                <a:spcPts val="1625"/>
              </a:lnSpc>
            </a:pPr>
            <a:endParaRPr lang="en-US" sz="1313" dirty="0"/>
          </a:p>
        </p:txBody>
      </p:sp>
      <p:sp>
        <p:nvSpPr>
          <p:cNvPr id="8" name="Text 5"/>
          <p:cNvSpPr/>
          <p:nvPr/>
        </p:nvSpPr>
        <p:spPr>
          <a:xfrm>
            <a:off x="6486897" y="1745308"/>
            <a:ext cx="1670001" cy="208731"/>
          </a:xfrm>
          <a:prstGeom prst="rect">
            <a:avLst/>
          </a:prstGeom>
          <a:noFill/>
          <a:ln/>
        </p:spPr>
        <p:txBody>
          <a:bodyPr wrap="none" lIns="0" tIns="0" rIns="0" bIns="0" rtlCol="0" anchor="t"/>
          <a:lstStyle/>
          <a:p>
            <a:pPr>
              <a:lnSpc>
                <a:spcPts val="1625"/>
              </a:lnSpc>
            </a:pPr>
            <a:endParaRPr lang="en-US" sz="1313" dirty="0"/>
          </a:p>
        </p:txBody>
      </p:sp>
      <p:sp>
        <p:nvSpPr>
          <p:cNvPr id="14" name="TextBox 13">
            <a:extLst>
              <a:ext uri="{FF2B5EF4-FFF2-40B4-BE49-F238E27FC236}">
                <a16:creationId xmlns:a16="http://schemas.microsoft.com/office/drawing/2014/main" id="{24A42713-C7ED-4667-C594-23E31CD4E441}"/>
              </a:ext>
            </a:extLst>
          </p:cNvPr>
          <p:cNvSpPr txBox="1"/>
          <p:nvPr/>
        </p:nvSpPr>
        <p:spPr>
          <a:xfrm>
            <a:off x="449572" y="1116733"/>
            <a:ext cx="6780962" cy="646331"/>
          </a:xfrm>
          <a:prstGeom prst="rect">
            <a:avLst/>
          </a:prstGeom>
          <a:noFill/>
        </p:spPr>
        <p:txBody>
          <a:bodyPr wrap="square">
            <a:spAutoFit/>
          </a:bodyPr>
          <a:lstStyle/>
          <a:p>
            <a:r>
              <a:rPr lang="en-US" sz="1200" dirty="0"/>
              <a:t>🔸 A switch connects multiple computers in a network</a:t>
            </a:r>
          </a:p>
          <a:p>
            <a:r>
              <a:rPr lang="en-US" sz="1200" dirty="0"/>
              <a:t>🔸 It creates a local area network (LAN). To connect devices like PCs, printers, etc.</a:t>
            </a:r>
          </a:p>
          <a:p>
            <a:r>
              <a:rPr lang="en-US" sz="1200" dirty="0"/>
              <a:t>🔸 Sends data only to the correct device using MAC addresses</a:t>
            </a:r>
            <a:endParaRPr lang="en-PK" sz="1200" dirty="0"/>
          </a:p>
        </p:txBody>
      </p:sp>
      <p:sp>
        <p:nvSpPr>
          <p:cNvPr id="16" name="TextBox 15">
            <a:extLst>
              <a:ext uri="{FF2B5EF4-FFF2-40B4-BE49-F238E27FC236}">
                <a16:creationId xmlns:a16="http://schemas.microsoft.com/office/drawing/2014/main" id="{1969099C-6019-49A3-53D3-CC7BBD5808AA}"/>
              </a:ext>
            </a:extLst>
          </p:cNvPr>
          <p:cNvSpPr txBox="1"/>
          <p:nvPr/>
        </p:nvSpPr>
        <p:spPr>
          <a:xfrm>
            <a:off x="449572" y="1873790"/>
            <a:ext cx="4732029" cy="861774"/>
          </a:xfrm>
          <a:prstGeom prst="rect">
            <a:avLst/>
          </a:prstGeom>
          <a:noFill/>
        </p:spPr>
        <p:txBody>
          <a:bodyPr wrap="square">
            <a:spAutoFit/>
          </a:bodyPr>
          <a:lstStyle/>
          <a:p>
            <a:r>
              <a:rPr lang="en-US" b="1" dirty="0"/>
              <a:t>🧠 How Does a Switch Work?</a:t>
            </a:r>
          </a:p>
          <a:p>
            <a:r>
              <a:rPr lang="en-US" sz="1200" dirty="0"/>
              <a:t>🔸 Every device has a MAC address</a:t>
            </a:r>
          </a:p>
          <a:p>
            <a:r>
              <a:rPr lang="en-US" sz="1200" dirty="0"/>
              <a:t>🔸 The switch keeps a table of these addresses</a:t>
            </a:r>
          </a:p>
          <a:p>
            <a:r>
              <a:rPr lang="en-US" sz="1200" dirty="0"/>
              <a:t>🔸 It sends data only where it’s needed, not to everyone</a:t>
            </a:r>
            <a:endParaRPr lang="en-PK" sz="1200" dirty="0"/>
          </a:p>
        </p:txBody>
      </p:sp>
      <p:pic>
        <p:nvPicPr>
          <p:cNvPr id="4" name="Picture 3">
            <a:extLst>
              <a:ext uri="{FF2B5EF4-FFF2-40B4-BE49-F238E27FC236}">
                <a16:creationId xmlns:a16="http://schemas.microsoft.com/office/drawing/2014/main" id="{CB816507-3495-1B80-025B-736F76AF0223}"/>
              </a:ext>
            </a:extLst>
          </p:cNvPr>
          <p:cNvPicPr>
            <a:picLocks noChangeAspect="1"/>
          </p:cNvPicPr>
          <p:nvPr/>
        </p:nvPicPr>
        <p:blipFill>
          <a:blip r:embed="rId3"/>
          <a:stretch>
            <a:fillRect/>
          </a:stretch>
        </p:blipFill>
        <p:spPr>
          <a:xfrm>
            <a:off x="258287" y="2811053"/>
            <a:ext cx="5665970" cy="1373743"/>
          </a:xfrm>
          <a:prstGeom prst="rect">
            <a:avLst/>
          </a:prstGeom>
        </p:spPr>
      </p:pic>
      <p:sp>
        <p:nvSpPr>
          <p:cNvPr id="7" name="TextBox 6">
            <a:extLst>
              <a:ext uri="{FF2B5EF4-FFF2-40B4-BE49-F238E27FC236}">
                <a16:creationId xmlns:a16="http://schemas.microsoft.com/office/drawing/2014/main" id="{FCCD3476-A3D5-C184-26F5-195CCAC683D3}"/>
              </a:ext>
            </a:extLst>
          </p:cNvPr>
          <p:cNvSpPr txBox="1"/>
          <p:nvPr/>
        </p:nvSpPr>
        <p:spPr>
          <a:xfrm>
            <a:off x="6383867" y="4308796"/>
            <a:ext cx="3064933" cy="523220"/>
          </a:xfrm>
          <a:prstGeom prst="rect">
            <a:avLst/>
          </a:prstGeom>
          <a:noFill/>
        </p:spPr>
        <p:txBody>
          <a:bodyPr wrap="square">
            <a:spAutoFit/>
          </a:bodyPr>
          <a:lstStyle/>
          <a:p>
            <a:r>
              <a:rPr lang="en-US" b="1" dirty="0">
                <a:highlight>
                  <a:srgbClr val="00FF00"/>
                </a:highlight>
              </a:rPr>
              <a:t>Switch</a:t>
            </a:r>
            <a:r>
              <a:rPr lang="en-US" dirty="0">
                <a:highlight>
                  <a:srgbClr val="00FF00"/>
                </a:highlight>
              </a:rPr>
              <a:t>: Reads the frame’s MAC addresses → forwards it smartly.</a:t>
            </a:r>
          </a:p>
        </p:txBody>
      </p:sp>
      <p:sp>
        <p:nvSpPr>
          <p:cNvPr id="10" name="TextBox 9">
            <a:extLst>
              <a:ext uri="{FF2B5EF4-FFF2-40B4-BE49-F238E27FC236}">
                <a16:creationId xmlns:a16="http://schemas.microsoft.com/office/drawing/2014/main" id="{7CE03693-E165-5712-0F8C-A9EAB75D1302}"/>
              </a:ext>
            </a:extLst>
          </p:cNvPr>
          <p:cNvSpPr txBox="1"/>
          <p:nvPr/>
        </p:nvSpPr>
        <p:spPr>
          <a:xfrm>
            <a:off x="365944" y="4339573"/>
            <a:ext cx="5027322" cy="461665"/>
          </a:xfrm>
          <a:prstGeom prst="rect">
            <a:avLst/>
          </a:prstGeom>
          <a:noFill/>
        </p:spPr>
        <p:txBody>
          <a:bodyPr wrap="square">
            <a:spAutoFit/>
          </a:bodyPr>
          <a:lstStyle/>
          <a:p>
            <a:r>
              <a:rPr lang="en-US" sz="1200" dirty="0">
                <a:highlight>
                  <a:srgbClr val="00FF00"/>
                </a:highlight>
              </a:rPr>
              <a:t>The frame itself is the same whether it’s sent through a hub or a switch:</a:t>
            </a:r>
          </a:p>
          <a:p>
            <a:pPr marL="171450" indent="-171450">
              <a:buFont typeface="Wingdings" panose="05000000000000000000" pitchFamily="2" charset="2"/>
              <a:buChar char="ü"/>
            </a:pPr>
            <a:r>
              <a:rPr lang="en-US" sz="1200" dirty="0">
                <a:highlight>
                  <a:srgbClr val="00FF00"/>
                </a:highlight>
              </a:rPr>
              <a:t>Ethernet frame format does not change.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F156F-9B6F-EAD2-2A4E-C2E8AC4CE0B2}"/>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BCD13CBE-186F-12D0-F707-32B7A32C906A}"/>
              </a:ext>
            </a:extLst>
          </p:cNvPr>
          <p:cNvSpPr/>
          <p:nvPr/>
        </p:nvSpPr>
        <p:spPr>
          <a:xfrm>
            <a:off x="501410" y="319273"/>
            <a:ext cx="8397057" cy="453344"/>
          </a:xfrm>
          <a:prstGeom prst="rect">
            <a:avLst/>
          </a:prstGeom>
          <a:noFill/>
          <a:ln/>
        </p:spPr>
        <p:txBody>
          <a:bodyPr wrap="square" lIns="0" tIns="0" rIns="0" bIns="0" rtlCol="0" anchor="t"/>
          <a:lstStyle/>
          <a:p>
            <a:pPr>
              <a:lnSpc>
                <a:spcPts val="3281"/>
              </a:lnSpc>
            </a:pPr>
            <a:r>
              <a:rPr lang="en-US" sz="2625" dirty="0">
                <a:solidFill>
                  <a:srgbClr val="403CCF"/>
                </a:solidFill>
                <a:latin typeface="Libre Baskerville" pitchFamily="34" charset="0"/>
              </a:rPr>
              <a:t>Switch: Connecting Devices on a Local Network</a:t>
            </a:r>
          </a:p>
        </p:txBody>
      </p:sp>
      <p:sp>
        <p:nvSpPr>
          <p:cNvPr id="6" name="Text 3">
            <a:extLst>
              <a:ext uri="{FF2B5EF4-FFF2-40B4-BE49-F238E27FC236}">
                <a16:creationId xmlns:a16="http://schemas.microsoft.com/office/drawing/2014/main" id="{BF4CDCB1-FB8C-C204-5C4F-62047939595C}"/>
              </a:ext>
            </a:extLst>
          </p:cNvPr>
          <p:cNvSpPr/>
          <p:nvPr/>
        </p:nvSpPr>
        <p:spPr>
          <a:xfrm>
            <a:off x="905917" y="2862792"/>
            <a:ext cx="6841083" cy="534293"/>
          </a:xfrm>
          <a:prstGeom prst="rect">
            <a:avLst/>
          </a:prstGeom>
          <a:noFill/>
          <a:ln/>
        </p:spPr>
        <p:txBody>
          <a:bodyPr wrap="square" lIns="0" tIns="0" rIns="0" bIns="0" rtlCol="0" anchor="t"/>
          <a:lstStyle/>
          <a:p>
            <a:pPr>
              <a:lnSpc>
                <a:spcPts val="1656"/>
              </a:lnSpc>
            </a:pPr>
            <a:endParaRPr lang="en-US" sz="1000" dirty="0"/>
          </a:p>
        </p:txBody>
      </p:sp>
      <p:sp>
        <p:nvSpPr>
          <p:cNvPr id="8" name="Text 5">
            <a:extLst>
              <a:ext uri="{FF2B5EF4-FFF2-40B4-BE49-F238E27FC236}">
                <a16:creationId xmlns:a16="http://schemas.microsoft.com/office/drawing/2014/main" id="{E340CCF6-492E-FC1E-3540-9099F70C89DF}"/>
              </a:ext>
            </a:extLst>
          </p:cNvPr>
          <p:cNvSpPr/>
          <p:nvPr/>
        </p:nvSpPr>
        <p:spPr>
          <a:xfrm>
            <a:off x="783121" y="3606768"/>
            <a:ext cx="3225891" cy="973798"/>
          </a:xfrm>
          <a:prstGeom prst="rect">
            <a:avLst/>
          </a:prstGeom>
          <a:noFill/>
          <a:ln/>
        </p:spPr>
        <p:txBody>
          <a:bodyPr wrap="none" lIns="0" tIns="0" rIns="0" bIns="0" rtlCol="0" anchor="t"/>
          <a:lstStyle/>
          <a:p>
            <a:pPr>
              <a:lnSpc>
                <a:spcPts val="1625"/>
              </a:lnSpc>
            </a:pPr>
            <a:endParaRPr lang="en-US" b="1" dirty="0"/>
          </a:p>
        </p:txBody>
      </p:sp>
      <p:sp>
        <p:nvSpPr>
          <p:cNvPr id="9" name="Text 6">
            <a:extLst>
              <a:ext uri="{FF2B5EF4-FFF2-40B4-BE49-F238E27FC236}">
                <a16:creationId xmlns:a16="http://schemas.microsoft.com/office/drawing/2014/main" id="{7C60C5D7-9377-E8A2-75E3-E14AC2867727}"/>
              </a:ext>
            </a:extLst>
          </p:cNvPr>
          <p:cNvSpPr/>
          <p:nvPr/>
        </p:nvSpPr>
        <p:spPr>
          <a:xfrm>
            <a:off x="601042" y="4093667"/>
            <a:ext cx="7721691" cy="277216"/>
          </a:xfrm>
          <a:prstGeom prst="rect">
            <a:avLst/>
          </a:prstGeom>
          <a:noFill/>
          <a:ln/>
        </p:spPr>
        <p:txBody>
          <a:bodyPr wrap="square" lIns="0" tIns="0" rIns="0" bIns="0" rtlCol="0" anchor="t"/>
          <a:lstStyle/>
          <a:p>
            <a:pPr>
              <a:lnSpc>
                <a:spcPts val="1656"/>
              </a:lnSpc>
            </a:pPr>
            <a:endParaRPr lang="en-US" sz="1031" dirty="0"/>
          </a:p>
        </p:txBody>
      </p:sp>
      <p:sp>
        <p:nvSpPr>
          <p:cNvPr id="14" name="TextBox 13">
            <a:extLst>
              <a:ext uri="{FF2B5EF4-FFF2-40B4-BE49-F238E27FC236}">
                <a16:creationId xmlns:a16="http://schemas.microsoft.com/office/drawing/2014/main" id="{0F7A7465-E25A-821F-0043-20E7EA450B18}"/>
              </a:ext>
            </a:extLst>
          </p:cNvPr>
          <p:cNvSpPr txBox="1"/>
          <p:nvPr/>
        </p:nvSpPr>
        <p:spPr>
          <a:xfrm>
            <a:off x="501410" y="772617"/>
            <a:ext cx="7431857" cy="3990836"/>
          </a:xfrm>
          <a:prstGeom prst="rect">
            <a:avLst/>
          </a:prstGeom>
          <a:noFill/>
        </p:spPr>
        <p:txBody>
          <a:bodyPr wrap="square">
            <a:spAutoFit/>
          </a:bodyPr>
          <a:lstStyle/>
          <a:p>
            <a:pPr>
              <a:lnSpc>
                <a:spcPts val="1625"/>
              </a:lnSpc>
            </a:pPr>
            <a:endParaRPr lang="en-US" sz="1400" b="1" dirty="0"/>
          </a:p>
          <a:p>
            <a:pPr>
              <a:lnSpc>
                <a:spcPts val="1625"/>
              </a:lnSpc>
            </a:pPr>
            <a:r>
              <a:rPr lang="en-US" sz="2000" b="1" dirty="0"/>
              <a:t>Manageable Switch:</a:t>
            </a:r>
          </a:p>
          <a:p>
            <a:pPr>
              <a:lnSpc>
                <a:spcPts val="1625"/>
              </a:lnSpc>
            </a:pPr>
            <a:endParaRPr lang="en-US" b="1" dirty="0"/>
          </a:p>
          <a:p>
            <a:pPr>
              <a:lnSpc>
                <a:spcPts val="1625"/>
              </a:lnSpc>
            </a:pPr>
            <a:r>
              <a:rPr lang="en-US" sz="1400" b="1" dirty="0"/>
              <a:t> </a:t>
            </a:r>
            <a:r>
              <a:rPr lang="en-US" dirty="0"/>
              <a:t>A switch that can be configured and managed, allowing control over network settings, traffic prioritization, VLANs, and monitoring through tools like a web interface or CLI.</a:t>
            </a:r>
          </a:p>
          <a:p>
            <a:pPr>
              <a:lnSpc>
                <a:spcPts val="1625"/>
              </a:lnSpc>
            </a:pPr>
            <a:endParaRPr lang="en-US" dirty="0"/>
          </a:p>
          <a:p>
            <a:pPr marL="171450" indent="-171450">
              <a:lnSpc>
                <a:spcPts val="1625"/>
              </a:lnSpc>
              <a:buFont typeface="Wingdings" panose="05000000000000000000" pitchFamily="2" charset="2"/>
              <a:buChar char="ü"/>
            </a:pPr>
            <a:r>
              <a:rPr lang="en-US" sz="1000" dirty="0"/>
              <a:t>Catalyst 2960, 3560, 3650, 3850, 9200, 9300, 9500, etc.</a:t>
            </a:r>
          </a:p>
          <a:p>
            <a:pPr marL="171450" indent="-171450">
              <a:lnSpc>
                <a:spcPts val="1625"/>
              </a:lnSpc>
              <a:buFont typeface="Wingdings" panose="05000000000000000000" pitchFamily="2" charset="2"/>
              <a:buChar char="ü"/>
            </a:pPr>
            <a:r>
              <a:rPr lang="en-US" sz="1000" dirty="0"/>
              <a:t>Nexus 2000, 3000, 5000, 7000, and 9000 series.</a:t>
            </a:r>
          </a:p>
          <a:p>
            <a:pPr marL="171450" indent="-171450">
              <a:lnSpc>
                <a:spcPts val="1625"/>
              </a:lnSpc>
              <a:buFont typeface="Wingdings" panose="05000000000000000000" pitchFamily="2" charset="2"/>
              <a:buChar char="ü"/>
            </a:pPr>
            <a:r>
              <a:rPr lang="en-US" sz="1000" dirty="0"/>
              <a:t>Cisco 250, 350, 550 series.</a:t>
            </a:r>
          </a:p>
          <a:p>
            <a:pPr>
              <a:lnSpc>
                <a:spcPts val="1625"/>
              </a:lnSpc>
            </a:pPr>
            <a:endParaRPr lang="en-US" b="1" dirty="0"/>
          </a:p>
          <a:p>
            <a:pPr>
              <a:lnSpc>
                <a:spcPts val="1625"/>
              </a:lnSpc>
            </a:pPr>
            <a:endParaRPr lang="en-US" sz="1400" b="1" dirty="0"/>
          </a:p>
          <a:p>
            <a:pPr>
              <a:lnSpc>
                <a:spcPts val="1625"/>
              </a:lnSpc>
            </a:pPr>
            <a:r>
              <a:rPr lang="en-US" sz="2000" b="1" dirty="0"/>
              <a:t>Unmanageable Switch:</a:t>
            </a:r>
          </a:p>
          <a:p>
            <a:pPr>
              <a:lnSpc>
                <a:spcPts val="1625"/>
              </a:lnSpc>
            </a:pPr>
            <a:endParaRPr lang="en-US" sz="1400" b="1" dirty="0"/>
          </a:p>
          <a:p>
            <a:pPr>
              <a:lnSpc>
                <a:spcPts val="1625"/>
              </a:lnSpc>
            </a:pPr>
            <a:r>
              <a:rPr lang="en-US" sz="1400" b="1" dirty="0"/>
              <a:t> </a:t>
            </a:r>
            <a:r>
              <a:rPr lang="en-US" dirty="0"/>
              <a:t>A simple, plug-and-play switch with no configuration or management options, ideal for basic network connectivity.</a:t>
            </a:r>
          </a:p>
          <a:p>
            <a:pPr marL="285750" indent="-285750">
              <a:lnSpc>
                <a:spcPts val="1625"/>
              </a:lnSpc>
              <a:buFont typeface="Wingdings" panose="05000000000000000000" pitchFamily="2" charset="2"/>
              <a:buChar char="ü"/>
            </a:pPr>
            <a:endParaRPr lang="en-US" dirty="0"/>
          </a:p>
          <a:p>
            <a:pPr marL="171450" indent="-171450">
              <a:lnSpc>
                <a:spcPts val="1625"/>
              </a:lnSpc>
              <a:buFont typeface="Wingdings" panose="05000000000000000000" pitchFamily="2" charset="2"/>
              <a:buChar char="ü"/>
            </a:pPr>
            <a:r>
              <a:rPr lang="en-US" sz="1000" dirty="0"/>
              <a:t>Cisco 100 Series.</a:t>
            </a:r>
          </a:p>
          <a:p>
            <a:pPr marL="171450" indent="-171450">
              <a:lnSpc>
                <a:spcPts val="1625"/>
              </a:lnSpc>
              <a:buFont typeface="Wingdings" panose="05000000000000000000" pitchFamily="2" charset="2"/>
              <a:buChar char="ü"/>
            </a:pPr>
            <a:r>
              <a:rPr lang="en-US" sz="1000" dirty="0"/>
              <a:t>Cisco 110 Series</a:t>
            </a:r>
          </a:p>
          <a:p>
            <a:pPr>
              <a:lnSpc>
                <a:spcPts val="1625"/>
              </a:lnSpc>
            </a:pPr>
            <a:endParaRPr lang="en-US" sz="1400" b="1" dirty="0"/>
          </a:p>
        </p:txBody>
      </p:sp>
    </p:spTree>
    <p:extLst>
      <p:ext uri="{BB962C8B-B14F-4D97-AF65-F5344CB8AC3E}">
        <p14:creationId xmlns:p14="http://schemas.microsoft.com/office/powerpoint/2010/main" val="23915345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0F46D-7C24-9A5D-551E-546BE1B5087A}"/>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36DD558C-4BB5-84EE-BA5A-D97299E574EC}"/>
              </a:ext>
            </a:extLst>
          </p:cNvPr>
          <p:cNvSpPr/>
          <p:nvPr/>
        </p:nvSpPr>
        <p:spPr>
          <a:xfrm>
            <a:off x="501410" y="319273"/>
            <a:ext cx="8397057" cy="453344"/>
          </a:xfrm>
          <a:prstGeom prst="rect">
            <a:avLst/>
          </a:prstGeom>
          <a:noFill/>
          <a:ln/>
        </p:spPr>
        <p:txBody>
          <a:bodyPr wrap="square" lIns="0" tIns="0" rIns="0" bIns="0" rtlCol="0" anchor="t"/>
          <a:lstStyle/>
          <a:p>
            <a:pPr>
              <a:lnSpc>
                <a:spcPts val="3281"/>
              </a:lnSpc>
            </a:pPr>
            <a:r>
              <a:rPr lang="en-US" sz="2625" dirty="0">
                <a:solidFill>
                  <a:srgbClr val="403CCF"/>
                </a:solidFill>
                <a:latin typeface="Libre Baskerville" pitchFamily="34" charset="0"/>
              </a:rPr>
              <a:t>Switch: Connecting Devices on a Local Network</a:t>
            </a:r>
          </a:p>
        </p:txBody>
      </p:sp>
      <p:sp>
        <p:nvSpPr>
          <p:cNvPr id="6" name="Text 3">
            <a:extLst>
              <a:ext uri="{FF2B5EF4-FFF2-40B4-BE49-F238E27FC236}">
                <a16:creationId xmlns:a16="http://schemas.microsoft.com/office/drawing/2014/main" id="{E2551867-E8DE-682C-CAC3-210AB3F90965}"/>
              </a:ext>
            </a:extLst>
          </p:cNvPr>
          <p:cNvSpPr/>
          <p:nvPr/>
        </p:nvSpPr>
        <p:spPr>
          <a:xfrm>
            <a:off x="905917" y="2862792"/>
            <a:ext cx="6841083" cy="534293"/>
          </a:xfrm>
          <a:prstGeom prst="rect">
            <a:avLst/>
          </a:prstGeom>
          <a:noFill/>
          <a:ln/>
        </p:spPr>
        <p:txBody>
          <a:bodyPr wrap="square" lIns="0" tIns="0" rIns="0" bIns="0" rtlCol="0" anchor="t"/>
          <a:lstStyle/>
          <a:p>
            <a:pPr>
              <a:lnSpc>
                <a:spcPts val="1656"/>
              </a:lnSpc>
            </a:pPr>
            <a:endParaRPr lang="en-US" sz="1000" dirty="0"/>
          </a:p>
        </p:txBody>
      </p:sp>
      <p:sp>
        <p:nvSpPr>
          <p:cNvPr id="8" name="Text 5">
            <a:extLst>
              <a:ext uri="{FF2B5EF4-FFF2-40B4-BE49-F238E27FC236}">
                <a16:creationId xmlns:a16="http://schemas.microsoft.com/office/drawing/2014/main" id="{0BF05036-03E8-563F-15EF-3A23F2C5D3CE}"/>
              </a:ext>
            </a:extLst>
          </p:cNvPr>
          <p:cNvSpPr/>
          <p:nvPr/>
        </p:nvSpPr>
        <p:spPr>
          <a:xfrm>
            <a:off x="783121" y="3606768"/>
            <a:ext cx="3225891" cy="973798"/>
          </a:xfrm>
          <a:prstGeom prst="rect">
            <a:avLst/>
          </a:prstGeom>
          <a:noFill/>
          <a:ln/>
        </p:spPr>
        <p:txBody>
          <a:bodyPr wrap="none" lIns="0" tIns="0" rIns="0" bIns="0" rtlCol="0" anchor="t"/>
          <a:lstStyle/>
          <a:p>
            <a:pPr>
              <a:lnSpc>
                <a:spcPts val="1625"/>
              </a:lnSpc>
            </a:pPr>
            <a:endParaRPr lang="en-US" b="1" dirty="0"/>
          </a:p>
        </p:txBody>
      </p:sp>
      <p:sp>
        <p:nvSpPr>
          <p:cNvPr id="9" name="Text 6">
            <a:extLst>
              <a:ext uri="{FF2B5EF4-FFF2-40B4-BE49-F238E27FC236}">
                <a16:creationId xmlns:a16="http://schemas.microsoft.com/office/drawing/2014/main" id="{6C708CF6-09D5-955B-70DE-0AE4F49DA3D9}"/>
              </a:ext>
            </a:extLst>
          </p:cNvPr>
          <p:cNvSpPr/>
          <p:nvPr/>
        </p:nvSpPr>
        <p:spPr>
          <a:xfrm>
            <a:off x="601042" y="4093667"/>
            <a:ext cx="7721691" cy="277216"/>
          </a:xfrm>
          <a:prstGeom prst="rect">
            <a:avLst/>
          </a:prstGeom>
          <a:noFill/>
          <a:ln/>
        </p:spPr>
        <p:txBody>
          <a:bodyPr wrap="square" lIns="0" tIns="0" rIns="0" bIns="0" rtlCol="0" anchor="t"/>
          <a:lstStyle/>
          <a:p>
            <a:pPr>
              <a:lnSpc>
                <a:spcPts val="1656"/>
              </a:lnSpc>
            </a:pPr>
            <a:endParaRPr lang="en-US" sz="1031" dirty="0"/>
          </a:p>
        </p:txBody>
      </p:sp>
      <p:pic>
        <p:nvPicPr>
          <p:cNvPr id="4" name="Picture 3">
            <a:extLst>
              <a:ext uri="{FF2B5EF4-FFF2-40B4-BE49-F238E27FC236}">
                <a16:creationId xmlns:a16="http://schemas.microsoft.com/office/drawing/2014/main" id="{1C5A4B7D-799A-603E-E3E7-3B24AF6E2EF7}"/>
              </a:ext>
            </a:extLst>
          </p:cNvPr>
          <p:cNvPicPr>
            <a:picLocks noChangeAspect="1"/>
          </p:cNvPicPr>
          <p:nvPr/>
        </p:nvPicPr>
        <p:blipFill>
          <a:blip r:embed="rId3"/>
          <a:stretch>
            <a:fillRect/>
          </a:stretch>
        </p:blipFill>
        <p:spPr>
          <a:xfrm>
            <a:off x="501409" y="833867"/>
            <a:ext cx="7380709" cy="3617399"/>
          </a:xfrm>
          <a:prstGeom prst="rect">
            <a:avLst/>
          </a:prstGeom>
        </p:spPr>
      </p:pic>
    </p:spTree>
    <p:extLst>
      <p:ext uri="{BB962C8B-B14F-4D97-AF65-F5344CB8AC3E}">
        <p14:creationId xmlns:p14="http://schemas.microsoft.com/office/powerpoint/2010/main" val="4108142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DA7F6-52F5-598E-310B-20C1C797748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8AE8D0E2-995C-EB41-DF64-D2A07180E327}"/>
              </a:ext>
            </a:extLst>
          </p:cNvPr>
          <p:cNvSpPr/>
          <p:nvPr/>
        </p:nvSpPr>
        <p:spPr>
          <a:xfrm>
            <a:off x="501410" y="319273"/>
            <a:ext cx="8397057" cy="453344"/>
          </a:xfrm>
          <a:prstGeom prst="rect">
            <a:avLst/>
          </a:prstGeom>
          <a:noFill/>
          <a:ln/>
        </p:spPr>
        <p:txBody>
          <a:bodyPr wrap="square" lIns="0" tIns="0" rIns="0" bIns="0" rtlCol="0" anchor="t"/>
          <a:lstStyle/>
          <a:p>
            <a:pPr>
              <a:lnSpc>
                <a:spcPts val="3281"/>
              </a:lnSpc>
            </a:pPr>
            <a:r>
              <a:rPr lang="en-US" sz="2625" dirty="0">
                <a:solidFill>
                  <a:srgbClr val="403CCF"/>
                </a:solidFill>
                <a:latin typeface="Libre Baskerville" pitchFamily="34" charset="0"/>
              </a:rPr>
              <a:t>MAC Address</a:t>
            </a:r>
          </a:p>
        </p:txBody>
      </p:sp>
      <p:sp>
        <p:nvSpPr>
          <p:cNvPr id="6" name="Text 3">
            <a:extLst>
              <a:ext uri="{FF2B5EF4-FFF2-40B4-BE49-F238E27FC236}">
                <a16:creationId xmlns:a16="http://schemas.microsoft.com/office/drawing/2014/main" id="{27D06686-6097-1E95-AEA9-22A6FBFED67E}"/>
              </a:ext>
            </a:extLst>
          </p:cNvPr>
          <p:cNvSpPr/>
          <p:nvPr/>
        </p:nvSpPr>
        <p:spPr>
          <a:xfrm>
            <a:off x="905917" y="2862792"/>
            <a:ext cx="6841083" cy="534293"/>
          </a:xfrm>
          <a:prstGeom prst="rect">
            <a:avLst/>
          </a:prstGeom>
          <a:noFill/>
          <a:ln/>
        </p:spPr>
        <p:txBody>
          <a:bodyPr wrap="square" lIns="0" tIns="0" rIns="0" bIns="0" rtlCol="0" anchor="t"/>
          <a:lstStyle/>
          <a:p>
            <a:pPr>
              <a:lnSpc>
                <a:spcPts val="1656"/>
              </a:lnSpc>
            </a:pPr>
            <a:endParaRPr lang="en-US" sz="1000" dirty="0"/>
          </a:p>
        </p:txBody>
      </p:sp>
      <p:sp>
        <p:nvSpPr>
          <p:cNvPr id="8" name="Text 5">
            <a:extLst>
              <a:ext uri="{FF2B5EF4-FFF2-40B4-BE49-F238E27FC236}">
                <a16:creationId xmlns:a16="http://schemas.microsoft.com/office/drawing/2014/main" id="{B1297EF6-18BC-E617-5A63-4525F8EA5E81}"/>
              </a:ext>
            </a:extLst>
          </p:cNvPr>
          <p:cNvSpPr/>
          <p:nvPr/>
        </p:nvSpPr>
        <p:spPr>
          <a:xfrm>
            <a:off x="783121" y="3606768"/>
            <a:ext cx="3225891" cy="973798"/>
          </a:xfrm>
          <a:prstGeom prst="rect">
            <a:avLst/>
          </a:prstGeom>
          <a:noFill/>
          <a:ln/>
        </p:spPr>
        <p:txBody>
          <a:bodyPr wrap="none" lIns="0" tIns="0" rIns="0" bIns="0" rtlCol="0" anchor="t"/>
          <a:lstStyle/>
          <a:p>
            <a:pPr>
              <a:lnSpc>
                <a:spcPts val="1625"/>
              </a:lnSpc>
            </a:pPr>
            <a:endParaRPr lang="en-US" b="1" dirty="0"/>
          </a:p>
        </p:txBody>
      </p:sp>
      <p:sp>
        <p:nvSpPr>
          <p:cNvPr id="9" name="Text 6">
            <a:extLst>
              <a:ext uri="{FF2B5EF4-FFF2-40B4-BE49-F238E27FC236}">
                <a16:creationId xmlns:a16="http://schemas.microsoft.com/office/drawing/2014/main" id="{A7233F6F-9F1A-9C7A-3E2A-ED0A8B4BF85C}"/>
              </a:ext>
            </a:extLst>
          </p:cNvPr>
          <p:cNvSpPr/>
          <p:nvPr/>
        </p:nvSpPr>
        <p:spPr>
          <a:xfrm>
            <a:off x="601042" y="4093667"/>
            <a:ext cx="7721691" cy="277216"/>
          </a:xfrm>
          <a:prstGeom prst="rect">
            <a:avLst/>
          </a:prstGeom>
          <a:noFill/>
          <a:ln/>
        </p:spPr>
        <p:txBody>
          <a:bodyPr wrap="square" lIns="0" tIns="0" rIns="0" bIns="0" rtlCol="0" anchor="t"/>
          <a:lstStyle/>
          <a:p>
            <a:pPr>
              <a:lnSpc>
                <a:spcPts val="1656"/>
              </a:lnSpc>
            </a:pPr>
            <a:endParaRPr lang="en-US" sz="1031" dirty="0"/>
          </a:p>
        </p:txBody>
      </p:sp>
      <p:sp>
        <p:nvSpPr>
          <p:cNvPr id="5" name="TextBox 4">
            <a:extLst>
              <a:ext uri="{FF2B5EF4-FFF2-40B4-BE49-F238E27FC236}">
                <a16:creationId xmlns:a16="http://schemas.microsoft.com/office/drawing/2014/main" id="{1F44D97A-B66D-63BE-A929-06F6B1949E2F}"/>
              </a:ext>
            </a:extLst>
          </p:cNvPr>
          <p:cNvSpPr txBox="1"/>
          <p:nvPr/>
        </p:nvSpPr>
        <p:spPr>
          <a:xfrm>
            <a:off x="501409" y="1038302"/>
            <a:ext cx="8498657" cy="3847207"/>
          </a:xfrm>
          <a:prstGeom prst="rect">
            <a:avLst/>
          </a:prstGeom>
          <a:noFill/>
        </p:spPr>
        <p:txBody>
          <a:bodyPr wrap="square">
            <a:spAutoFit/>
          </a:bodyPr>
          <a:lstStyle/>
          <a:p>
            <a:r>
              <a:rPr lang="en-US" dirty="0"/>
              <a:t>🔸 MAC (Media Access Control) address is a unique hardware ID for every device on a network.</a:t>
            </a:r>
          </a:p>
          <a:p>
            <a:endParaRPr lang="en-US" dirty="0"/>
          </a:p>
          <a:p>
            <a:r>
              <a:rPr lang="en-US" dirty="0"/>
              <a:t>🔸 It is assigned by the device manufacturer and cannot be changed.</a:t>
            </a:r>
          </a:p>
          <a:p>
            <a:endParaRPr lang="en-US" dirty="0"/>
          </a:p>
          <a:p>
            <a:r>
              <a:rPr lang="en-US" dirty="0"/>
              <a:t>🔸 A MAC address looks like this: 00:1A:2B:3C:4D:5E.</a:t>
            </a:r>
          </a:p>
          <a:p>
            <a:endParaRPr lang="en-US" dirty="0"/>
          </a:p>
          <a:p>
            <a:r>
              <a:rPr lang="en-US" dirty="0"/>
              <a:t>🔸It helps in identifying and communicating between devices in a local network.</a:t>
            </a:r>
          </a:p>
          <a:p>
            <a:endParaRPr lang="en-US" dirty="0"/>
          </a:p>
          <a:p>
            <a:r>
              <a:rPr lang="en-US" dirty="0"/>
              <a:t>🔸 Works at the Data Link Layer (Layer 2) of the OSI model.</a:t>
            </a:r>
          </a:p>
          <a:p>
            <a:endParaRPr lang="en-US" dirty="0"/>
          </a:p>
          <a:p>
            <a:endParaRPr lang="en-US" dirty="0"/>
          </a:p>
          <a:p>
            <a:r>
              <a:rPr lang="en-US" sz="2000" b="1" dirty="0"/>
              <a:t>Alternative names: </a:t>
            </a:r>
          </a:p>
          <a:p>
            <a:pPr marL="285750" indent="-285750">
              <a:buFont typeface="Wingdings" panose="05000000000000000000" pitchFamily="2" charset="2"/>
              <a:buChar char="ü"/>
            </a:pPr>
            <a:r>
              <a:rPr lang="en-US" dirty="0"/>
              <a:t>Physical Address</a:t>
            </a:r>
          </a:p>
          <a:p>
            <a:pPr marL="285750" indent="-285750">
              <a:buFont typeface="Wingdings" panose="05000000000000000000" pitchFamily="2" charset="2"/>
              <a:buChar char="ü"/>
            </a:pPr>
            <a:r>
              <a:rPr lang="en-US" dirty="0"/>
              <a:t>Hardware Address </a:t>
            </a:r>
          </a:p>
          <a:p>
            <a:pPr marL="285750" indent="-285750">
              <a:buFont typeface="Wingdings" panose="05000000000000000000" pitchFamily="2" charset="2"/>
              <a:buChar char="ü"/>
            </a:pPr>
            <a:r>
              <a:rPr lang="en-US" dirty="0"/>
              <a:t>Burned-In Address (BIA)</a:t>
            </a:r>
          </a:p>
          <a:p>
            <a:pPr marL="285750" indent="-285750">
              <a:buFont typeface="Wingdings" panose="05000000000000000000" pitchFamily="2" charset="2"/>
              <a:buChar char="ü"/>
            </a:pPr>
            <a:r>
              <a:rPr lang="en-US" dirty="0"/>
              <a:t>LAN Address</a:t>
            </a:r>
          </a:p>
          <a:p>
            <a:pPr marL="285750" indent="-285750">
              <a:buFont typeface="Wingdings" panose="05000000000000000000" pitchFamily="2" charset="2"/>
              <a:buChar char="ü"/>
            </a:pPr>
            <a:r>
              <a:rPr lang="en-US" dirty="0"/>
              <a:t>NIC Address</a:t>
            </a:r>
          </a:p>
        </p:txBody>
      </p:sp>
    </p:spTree>
    <p:extLst>
      <p:ext uri="{BB962C8B-B14F-4D97-AF65-F5344CB8AC3E}">
        <p14:creationId xmlns:p14="http://schemas.microsoft.com/office/powerpoint/2010/main" val="9899208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DF8BF0-7CED-668A-6973-C2A8A753A0E6}"/>
              </a:ext>
            </a:extLst>
          </p:cNvPr>
          <p:cNvSpPr txBox="1"/>
          <p:nvPr/>
        </p:nvSpPr>
        <p:spPr>
          <a:xfrm>
            <a:off x="1667933" y="256061"/>
            <a:ext cx="5765800" cy="474232"/>
          </a:xfrm>
          <a:prstGeom prst="rect">
            <a:avLst/>
          </a:prstGeom>
          <a:noFill/>
        </p:spPr>
        <p:txBody>
          <a:bodyPr wrap="square">
            <a:spAutoFit/>
          </a:bodyPr>
          <a:lstStyle/>
          <a:p>
            <a:pPr>
              <a:lnSpc>
                <a:spcPts val="3125"/>
              </a:lnSpc>
            </a:pPr>
            <a:r>
              <a:rPr lang="en-US" sz="2500" b="1" dirty="0">
                <a:solidFill>
                  <a:srgbClr val="403CCF"/>
                </a:solidFill>
                <a:latin typeface="Libre Baskerville" pitchFamily="34" charset="0"/>
              </a:rPr>
              <a:t>Difference b/w Hub &amp; Switch</a:t>
            </a:r>
          </a:p>
        </p:txBody>
      </p:sp>
      <p:sp>
        <p:nvSpPr>
          <p:cNvPr id="7" name="TextBox 6">
            <a:extLst>
              <a:ext uri="{FF2B5EF4-FFF2-40B4-BE49-F238E27FC236}">
                <a16:creationId xmlns:a16="http://schemas.microsoft.com/office/drawing/2014/main" id="{3000C3F9-7953-875F-3A56-E1552C8CFA90}"/>
              </a:ext>
            </a:extLst>
          </p:cNvPr>
          <p:cNvSpPr txBox="1"/>
          <p:nvPr/>
        </p:nvSpPr>
        <p:spPr>
          <a:xfrm>
            <a:off x="177799" y="968775"/>
            <a:ext cx="3454399" cy="3580467"/>
          </a:xfrm>
          <a:prstGeom prst="rect">
            <a:avLst/>
          </a:prstGeom>
          <a:noFill/>
        </p:spPr>
        <p:txBody>
          <a:bodyPr wrap="square">
            <a:spAutoFit/>
          </a:bodyPr>
          <a:lstStyle/>
          <a:p>
            <a:pPr>
              <a:lnSpc>
                <a:spcPts val="1563"/>
              </a:lnSpc>
            </a:pPr>
            <a:r>
              <a:rPr lang="en-US" sz="2400" b="1" dirty="0"/>
              <a:t>Hub:</a:t>
            </a:r>
          </a:p>
          <a:p>
            <a:pPr>
              <a:lnSpc>
                <a:spcPts val="1563"/>
              </a:lnSpc>
            </a:pPr>
            <a:endParaRPr lang="en-US" dirty="0"/>
          </a:p>
          <a:p>
            <a:pPr marL="285750" indent="-285750">
              <a:lnSpc>
                <a:spcPts val="1563"/>
              </a:lnSpc>
              <a:buFont typeface="Wingdings" panose="05000000000000000000" pitchFamily="2" charset="2"/>
              <a:buChar char="ü"/>
            </a:pPr>
            <a:r>
              <a:rPr lang="en-US" dirty="0"/>
              <a:t>Layer 1 Device</a:t>
            </a:r>
          </a:p>
          <a:p>
            <a:pPr marL="285750" indent="-285750">
              <a:lnSpc>
                <a:spcPts val="1563"/>
              </a:lnSpc>
              <a:buFont typeface="Wingdings" panose="05000000000000000000" pitchFamily="2" charset="2"/>
              <a:buChar char="ü"/>
            </a:pPr>
            <a:endParaRPr lang="en-US" dirty="0"/>
          </a:p>
          <a:p>
            <a:pPr marL="285750" indent="-285750">
              <a:lnSpc>
                <a:spcPts val="1563"/>
              </a:lnSpc>
              <a:buFont typeface="Wingdings" panose="05000000000000000000" pitchFamily="2" charset="2"/>
              <a:buChar char="ü"/>
            </a:pPr>
            <a:r>
              <a:rPr lang="en-US" dirty="0"/>
              <a:t>Operate on Physical Layer</a:t>
            </a:r>
          </a:p>
          <a:p>
            <a:pPr marL="285750" indent="-285750">
              <a:lnSpc>
                <a:spcPts val="1563"/>
              </a:lnSpc>
              <a:buFont typeface="Wingdings" panose="05000000000000000000" pitchFamily="2" charset="2"/>
              <a:buChar char="ü"/>
            </a:pPr>
            <a:endParaRPr lang="en-US" dirty="0"/>
          </a:p>
          <a:p>
            <a:pPr marL="285750" indent="-285750">
              <a:lnSpc>
                <a:spcPts val="1563"/>
              </a:lnSpc>
              <a:buFont typeface="Wingdings" panose="05000000000000000000" pitchFamily="2" charset="2"/>
              <a:buChar char="ü"/>
            </a:pPr>
            <a:r>
              <a:rPr lang="en-US" dirty="0"/>
              <a:t>Multiple Broadcast domain Device</a:t>
            </a:r>
          </a:p>
          <a:p>
            <a:pPr marL="285750" indent="-285750">
              <a:lnSpc>
                <a:spcPts val="1563"/>
              </a:lnSpc>
              <a:buFont typeface="Wingdings" panose="05000000000000000000" pitchFamily="2" charset="2"/>
              <a:buChar char="ü"/>
            </a:pPr>
            <a:endParaRPr lang="en-US" dirty="0"/>
          </a:p>
          <a:p>
            <a:pPr marL="285750" indent="-285750">
              <a:lnSpc>
                <a:spcPts val="1563"/>
              </a:lnSpc>
              <a:buFont typeface="Wingdings" panose="05000000000000000000" pitchFamily="2" charset="2"/>
              <a:buChar char="ü"/>
            </a:pPr>
            <a:r>
              <a:rPr lang="en-US" dirty="0"/>
              <a:t>Single Collision domain device</a:t>
            </a:r>
          </a:p>
          <a:p>
            <a:pPr marL="285750" indent="-285750">
              <a:lnSpc>
                <a:spcPts val="1563"/>
              </a:lnSpc>
              <a:buFont typeface="Wingdings" panose="05000000000000000000" pitchFamily="2" charset="2"/>
              <a:buChar char="ü"/>
            </a:pPr>
            <a:r>
              <a:rPr lang="en-US" dirty="0"/>
              <a:t>Half Duplex</a:t>
            </a:r>
          </a:p>
          <a:p>
            <a:pPr marL="285750" indent="-285750">
              <a:lnSpc>
                <a:spcPts val="1563"/>
              </a:lnSpc>
              <a:buFont typeface="Wingdings" panose="05000000000000000000" pitchFamily="2" charset="2"/>
              <a:buChar char="ü"/>
            </a:pPr>
            <a:endParaRPr lang="en-US" dirty="0"/>
          </a:p>
          <a:p>
            <a:pPr marL="285750" indent="-285750">
              <a:lnSpc>
                <a:spcPts val="1563"/>
              </a:lnSpc>
              <a:buFont typeface="Wingdings" panose="05000000000000000000" pitchFamily="2" charset="2"/>
              <a:buChar char="ü"/>
            </a:pPr>
            <a:r>
              <a:rPr lang="en-US" dirty="0"/>
              <a:t>Shared Bandwidth device</a:t>
            </a:r>
          </a:p>
          <a:p>
            <a:pPr marL="285750" indent="-285750">
              <a:lnSpc>
                <a:spcPts val="1563"/>
              </a:lnSpc>
              <a:buFont typeface="Wingdings" panose="05000000000000000000" pitchFamily="2" charset="2"/>
              <a:buChar char="ü"/>
            </a:pPr>
            <a:endParaRPr lang="en-US" dirty="0"/>
          </a:p>
          <a:p>
            <a:pPr marL="285750" indent="-285750">
              <a:lnSpc>
                <a:spcPts val="1563"/>
              </a:lnSpc>
              <a:buFont typeface="Wingdings" panose="05000000000000000000" pitchFamily="2" charset="2"/>
              <a:buChar char="ü"/>
            </a:pPr>
            <a:r>
              <a:rPr lang="en-US" dirty="0"/>
              <a:t>Not intelligent Device</a:t>
            </a:r>
          </a:p>
          <a:p>
            <a:pPr marL="285750" indent="-285750">
              <a:lnSpc>
                <a:spcPts val="1563"/>
              </a:lnSpc>
              <a:buFont typeface="Wingdings" panose="05000000000000000000" pitchFamily="2" charset="2"/>
              <a:buChar char="ü"/>
            </a:pPr>
            <a:endParaRPr lang="en-US" dirty="0"/>
          </a:p>
          <a:p>
            <a:pPr marL="285750" indent="-285750">
              <a:lnSpc>
                <a:spcPts val="1563"/>
              </a:lnSpc>
              <a:buFont typeface="Wingdings" panose="05000000000000000000" pitchFamily="2" charset="2"/>
              <a:buChar char="ü"/>
            </a:pPr>
            <a:r>
              <a:rPr lang="en-US" dirty="0"/>
              <a:t>It have no IOS</a:t>
            </a:r>
          </a:p>
          <a:p>
            <a:pPr>
              <a:lnSpc>
                <a:spcPts val="1563"/>
              </a:lnSpc>
            </a:pPr>
            <a:endParaRPr lang="en-US" sz="1400" b="1" dirty="0"/>
          </a:p>
        </p:txBody>
      </p:sp>
      <p:sp>
        <p:nvSpPr>
          <p:cNvPr id="9" name="TextBox 8">
            <a:extLst>
              <a:ext uri="{FF2B5EF4-FFF2-40B4-BE49-F238E27FC236}">
                <a16:creationId xmlns:a16="http://schemas.microsoft.com/office/drawing/2014/main" id="{D722D25F-4013-3970-7719-A7995C775014}"/>
              </a:ext>
            </a:extLst>
          </p:cNvPr>
          <p:cNvSpPr txBox="1"/>
          <p:nvPr/>
        </p:nvSpPr>
        <p:spPr>
          <a:xfrm>
            <a:off x="4550833" y="968775"/>
            <a:ext cx="4106333" cy="3785652"/>
          </a:xfrm>
          <a:prstGeom prst="rect">
            <a:avLst/>
          </a:prstGeom>
          <a:noFill/>
        </p:spPr>
        <p:txBody>
          <a:bodyPr wrap="square">
            <a:spAutoFit/>
          </a:bodyPr>
          <a:lstStyle/>
          <a:p>
            <a:pPr>
              <a:lnSpc>
                <a:spcPts val="1563"/>
              </a:lnSpc>
            </a:pPr>
            <a:r>
              <a:rPr lang="en-US" sz="2400" b="1" dirty="0"/>
              <a:t>Switch:</a:t>
            </a:r>
          </a:p>
          <a:p>
            <a:pPr>
              <a:lnSpc>
                <a:spcPts val="1563"/>
              </a:lnSpc>
            </a:pPr>
            <a:endParaRPr lang="en-US" dirty="0"/>
          </a:p>
          <a:p>
            <a:pPr marL="285750" indent="-285750">
              <a:lnSpc>
                <a:spcPts val="1563"/>
              </a:lnSpc>
              <a:buFont typeface="Wingdings" panose="05000000000000000000" pitchFamily="2" charset="2"/>
              <a:buChar char="ü"/>
            </a:pPr>
            <a:r>
              <a:rPr lang="en-US" dirty="0"/>
              <a:t>Layer 2 Device</a:t>
            </a:r>
          </a:p>
          <a:p>
            <a:pPr marL="285750" indent="-285750">
              <a:lnSpc>
                <a:spcPts val="1563"/>
              </a:lnSpc>
              <a:buFont typeface="Wingdings" panose="05000000000000000000" pitchFamily="2" charset="2"/>
              <a:buChar char="ü"/>
            </a:pPr>
            <a:endParaRPr lang="en-US" dirty="0"/>
          </a:p>
          <a:p>
            <a:pPr marL="285750" indent="-285750">
              <a:lnSpc>
                <a:spcPts val="1563"/>
              </a:lnSpc>
              <a:buFont typeface="Wingdings" panose="05000000000000000000" pitchFamily="2" charset="2"/>
              <a:buChar char="ü"/>
            </a:pPr>
            <a:r>
              <a:rPr lang="en-US" dirty="0"/>
              <a:t>Operate on Data Link layer</a:t>
            </a:r>
          </a:p>
          <a:p>
            <a:pPr marL="285750" indent="-285750">
              <a:lnSpc>
                <a:spcPts val="1563"/>
              </a:lnSpc>
              <a:buFont typeface="Wingdings" panose="05000000000000000000" pitchFamily="2" charset="2"/>
              <a:buChar char="ü"/>
            </a:pPr>
            <a:endParaRPr lang="en-US" dirty="0"/>
          </a:p>
          <a:p>
            <a:pPr marL="285750" indent="-285750">
              <a:lnSpc>
                <a:spcPts val="1563"/>
              </a:lnSpc>
              <a:buFont typeface="Wingdings" panose="05000000000000000000" pitchFamily="2" charset="2"/>
              <a:buChar char="ü"/>
            </a:pPr>
            <a:r>
              <a:rPr lang="en-US" dirty="0"/>
              <a:t>Single Broadcast domain device</a:t>
            </a:r>
          </a:p>
          <a:p>
            <a:pPr marL="285750" indent="-285750">
              <a:lnSpc>
                <a:spcPts val="1563"/>
              </a:lnSpc>
              <a:buFont typeface="Wingdings" panose="05000000000000000000" pitchFamily="2" charset="2"/>
              <a:buChar char="ü"/>
            </a:pPr>
            <a:endParaRPr lang="en-US" dirty="0"/>
          </a:p>
          <a:p>
            <a:pPr marL="285750" indent="-285750">
              <a:lnSpc>
                <a:spcPts val="1563"/>
              </a:lnSpc>
              <a:buFont typeface="Wingdings" panose="05000000000000000000" pitchFamily="2" charset="2"/>
              <a:buChar char="ü"/>
            </a:pPr>
            <a:r>
              <a:rPr lang="en-US" dirty="0"/>
              <a:t>Multiple collision domain device</a:t>
            </a:r>
          </a:p>
          <a:p>
            <a:pPr marL="285750" indent="-285750">
              <a:lnSpc>
                <a:spcPts val="1563"/>
              </a:lnSpc>
              <a:buFont typeface="Wingdings" panose="05000000000000000000" pitchFamily="2" charset="2"/>
              <a:buChar char="ü"/>
            </a:pPr>
            <a:endParaRPr lang="en-US" dirty="0"/>
          </a:p>
          <a:p>
            <a:pPr marL="285750" indent="-285750">
              <a:lnSpc>
                <a:spcPts val="1563"/>
              </a:lnSpc>
              <a:buFont typeface="Wingdings" panose="05000000000000000000" pitchFamily="2" charset="2"/>
              <a:buChar char="ü"/>
            </a:pPr>
            <a:r>
              <a:rPr lang="en-US" dirty="0"/>
              <a:t>Full duplex</a:t>
            </a:r>
          </a:p>
          <a:p>
            <a:pPr marL="285750" indent="-285750">
              <a:lnSpc>
                <a:spcPts val="1563"/>
              </a:lnSpc>
              <a:buFont typeface="Wingdings" panose="05000000000000000000" pitchFamily="2" charset="2"/>
              <a:buChar char="ü"/>
            </a:pPr>
            <a:endParaRPr lang="en-US" dirty="0"/>
          </a:p>
          <a:p>
            <a:pPr marL="285750" indent="-285750">
              <a:lnSpc>
                <a:spcPts val="1563"/>
              </a:lnSpc>
              <a:buFont typeface="Wingdings" panose="05000000000000000000" pitchFamily="2" charset="2"/>
              <a:buChar char="ü"/>
            </a:pPr>
            <a:r>
              <a:rPr lang="en-US" dirty="0"/>
              <a:t>Dedicated Bandwidth</a:t>
            </a:r>
          </a:p>
          <a:p>
            <a:pPr marL="285750" indent="-285750">
              <a:lnSpc>
                <a:spcPts val="1563"/>
              </a:lnSpc>
              <a:buFont typeface="Wingdings" panose="05000000000000000000" pitchFamily="2" charset="2"/>
              <a:buChar char="ü"/>
            </a:pPr>
            <a:endParaRPr lang="en-US" dirty="0"/>
          </a:p>
          <a:p>
            <a:pPr marL="285750" indent="-285750">
              <a:lnSpc>
                <a:spcPts val="1563"/>
              </a:lnSpc>
              <a:buFont typeface="Wingdings" panose="05000000000000000000" pitchFamily="2" charset="2"/>
              <a:buChar char="ü"/>
            </a:pPr>
            <a:r>
              <a:rPr lang="en-US" dirty="0"/>
              <a:t>Intelligent device</a:t>
            </a:r>
          </a:p>
          <a:p>
            <a:pPr marL="285750" indent="-285750">
              <a:lnSpc>
                <a:spcPts val="1563"/>
              </a:lnSpc>
              <a:buFont typeface="Wingdings" panose="05000000000000000000" pitchFamily="2" charset="2"/>
              <a:buChar char="ü"/>
            </a:pPr>
            <a:endParaRPr lang="en-US" dirty="0"/>
          </a:p>
          <a:p>
            <a:pPr marL="285750" indent="-285750">
              <a:lnSpc>
                <a:spcPts val="1563"/>
              </a:lnSpc>
              <a:buFont typeface="Wingdings" panose="05000000000000000000" pitchFamily="2" charset="2"/>
              <a:buChar char="ü"/>
            </a:pPr>
            <a:r>
              <a:rPr lang="en-US" dirty="0"/>
              <a:t>It have IOS</a:t>
            </a:r>
          </a:p>
          <a:p>
            <a:pPr>
              <a:lnSpc>
                <a:spcPts val="1563"/>
              </a:lnSpc>
            </a:pPr>
            <a:endParaRPr lang="en-US" sz="1400" b="1" dirty="0"/>
          </a:p>
        </p:txBody>
      </p:sp>
    </p:spTree>
    <p:extLst>
      <p:ext uri="{BB962C8B-B14F-4D97-AF65-F5344CB8AC3E}">
        <p14:creationId xmlns:p14="http://schemas.microsoft.com/office/powerpoint/2010/main" val="33726023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4984" y="402141"/>
            <a:ext cx="7955756" cy="442987"/>
          </a:xfrm>
          <a:prstGeom prst="rect">
            <a:avLst/>
          </a:prstGeom>
          <a:noFill/>
          <a:ln/>
        </p:spPr>
        <p:txBody>
          <a:bodyPr wrap="none" lIns="0" tIns="0" rIns="0" bIns="0" rtlCol="0" anchor="t"/>
          <a:lstStyle/>
          <a:p>
            <a:pPr>
              <a:lnSpc>
                <a:spcPts val="3469"/>
              </a:lnSpc>
            </a:pPr>
            <a:r>
              <a:rPr lang="en-US" sz="2781" dirty="0">
                <a:solidFill>
                  <a:srgbClr val="403CCF"/>
                </a:solidFill>
                <a:latin typeface="Libre Baskerville" pitchFamily="34" charset="0"/>
                <a:ea typeface="Libre Baskerville" pitchFamily="34" charset="-122"/>
                <a:cs typeface="Libre Baskerville" pitchFamily="34" charset="-120"/>
              </a:rPr>
              <a:t>Router:</a:t>
            </a:r>
            <a:endParaRPr lang="en-US" sz="2781" dirty="0"/>
          </a:p>
        </p:txBody>
      </p:sp>
      <p:sp>
        <p:nvSpPr>
          <p:cNvPr id="8" name="TextBox 7">
            <a:extLst>
              <a:ext uri="{FF2B5EF4-FFF2-40B4-BE49-F238E27FC236}">
                <a16:creationId xmlns:a16="http://schemas.microsoft.com/office/drawing/2014/main" id="{832A8DDC-3D7A-85B7-77B7-6DD39078A2A9}"/>
              </a:ext>
            </a:extLst>
          </p:cNvPr>
          <p:cNvSpPr txBox="1"/>
          <p:nvPr/>
        </p:nvSpPr>
        <p:spPr>
          <a:xfrm>
            <a:off x="344983" y="1048378"/>
            <a:ext cx="7698349" cy="3600986"/>
          </a:xfrm>
          <a:prstGeom prst="rect">
            <a:avLst/>
          </a:prstGeom>
          <a:noFill/>
        </p:spPr>
        <p:txBody>
          <a:bodyPr wrap="square">
            <a:spAutoFit/>
          </a:bodyPr>
          <a:lstStyle/>
          <a:p>
            <a:r>
              <a:rPr lang="en-US" dirty="0"/>
              <a:t>✅ A router is a network device.</a:t>
            </a:r>
          </a:p>
          <a:p>
            <a:r>
              <a:rPr lang="en-US" dirty="0"/>
              <a:t>✅ It connects multiple networks together</a:t>
            </a:r>
          </a:p>
          <a:p>
            <a:r>
              <a:rPr lang="en-US" dirty="0"/>
              <a:t>✅ It forwards data from one network to another</a:t>
            </a:r>
          </a:p>
          <a:p>
            <a:r>
              <a:rPr lang="en-US" dirty="0"/>
              <a:t>✅ It connect different networks (like LAN and internet)</a:t>
            </a:r>
          </a:p>
          <a:p>
            <a:r>
              <a:rPr lang="en-US" dirty="0"/>
              <a:t>✅ It send data to the correct device (like a traffic cop 🚦)</a:t>
            </a:r>
          </a:p>
          <a:p>
            <a:r>
              <a:rPr lang="en-US" dirty="0"/>
              <a:t>✅ Every device has an IP address 🏠</a:t>
            </a:r>
          </a:p>
          <a:p>
            <a:r>
              <a:rPr lang="en-US" dirty="0"/>
              <a:t>✅ The router checks the IP and sends the data to the right place</a:t>
            </a:r>
          </a:p>
          <a:p>
            <a:r>
              <a:rPr lang="en-US" dirty="0"/>
              <a:t>✅ It uses a routing table to make smart decisions</a:t>
            </a:r>
          </a:p>
          <a:p>
            <a:endParaRPr lang="en-US" dirty="0"/>
          </a:p>
          <a:p>
            <a:endParaRPr lang="en-US" dirty="0"/>
          </a:p>
          <a:p>
            <a:endParaRPr lang="en-US" dirty="0"/>
          </a:p>
          <a:p>
            <a:r>
              <a:rPr lang="en-US" sz="1800" b="1" dirty="0"/>
              <a:t>Types of Routers:</a:t>
            </a:r>
          </a:p>
          <a:p>
            <a:r>
              <a:rPr lang="en-US" dirty="0"/>
              <a:t>✅ Home Router – Used in homes 🏠</a:t>
            </a:r>
          </a:p>
          <a:p>
            <a:r>
              <a:rPr lang="en-US" dirty="0"/>
              <a:t>✅ Enterprise Router – Used in offices 🏢</a:t>
            </a:r>
          </a:p>
          <a:p>
            <a:r>
              <a:rPr lang="en-US" dirty="0"/>
              <a:t>✅ Core Router – Used by ISPs 🌐</a:t>
            </a:r>
          </a:p>
          <a:p>
            <a:endParaRPr lang="en-PK"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A6FD3-EF5F-0331-6C34-903A12713D2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99AE136-2BC4-DABF-7FA2-2826320FC87C}"/>
              </a:ext>
            </a:extLst>
          </p:cNvPr>
          <p:cNvSpPr/>
          <p:nvPr/>
        </p:nvSpPr>
        <p:spPr>
          <a:xfrm>
            <a:off x="344984" y="402141"/>
            <a:ext cx="7955756" cy="442987"/>
          </a:xfrm>
          <a:prstGeom prst="rect">
            <a:avLst/>
          </a:prstGeom>
          <a:noFill/>
          <a:ln/>
        </p:spPr>
        <p:txBody>
          <a:bodyPr wrap="none" lIns="0" tIns="0" rIns="0" bIns="0" rtlCol="0" anchor="t"/>
          <a:lstStyle/>
          <a:p>
            <a:pPr>
              <a:lnSpc>
                <a:spcPts val="3469"/>
              </a:lnSpc>
            </a:pPr>
            <a:r>
              <a:rPr lang="en-US" sz="2781" dirty="0">
                <a:solidFill>
                  <a:srgbClr val="403CCF"/>
                </a:solidFill>
                <a:latin typeface="Libre Baskerville" pitchFamily="34" charset="0"/>
                <a:ea typeface="Libre Baskerville" pitchFamily="34" charset="-122"/>
                <a:cs typeface="Libre Baskerville" pitchFamily="34" charset="-120"/>
              </a:rPr>
              <a:t>Router:</a:t>
            </a:r>
            <a:endParaRPr lang="en-US" sz="2781" dirty="0"/>
          </a:p>
        </p:txBody>
      </p:sp>
      <p:pic>
        <p:nvPicPr>
          <p:cNvPr id="4" name="Picture 3">
            <a:extLst>
              <a:ext uri="{FF2B5EF4-FFF2-40B4-BE49-F238E27FC236}">
                <a16:creationId xmlns:a16="http://schemas.microsoft.com/office/drawing/2014/main" id="{EB710DDE-90BB-1C38-A283-5A96155A5B3E}"/>
              </a:ext>
            </a:extLst>
          </p:cNvPr>
          <p:cNvPicPr>
            <a:picLocks noChangeAspect="1"/>
          </p:cNvPicPr>
          <p:nvPr/>
        </p:nvPicPr>
        <p:blipFill>
          <a:blip r:embed="rId3"/>
          <a:stretch>
            <a:fillRect/>
          </a:stretch>
        </p:blipFill>
        <p:spPr>
          <a:xfrm>
            <a:off x="1168400" y="1454150"/>
            <a:ext cx="5300133" cy="2944518"/>
          </a:xfrm>
          <a:prstGeom prst="rect">
            <a:avLst/>
          </a:prstGeom>
        </p:spPr>
      </p:pic>
      <p:sp>
        <p:nvSpPr>
          <p:cNvPr id="6" name="TextBox 5">
            <a:extLst>
              <a:ext uri="{FF2B5EF4-FFF2-40B4-BE49-F238E27FC236}">
                <a16:creationId xmlns:a16="http://schemas.microsoft.com/office/drawing/2014/main" id="{A65BF7F1-D270-A725-E861-91B6D98A56BB}"/>
              </a:ext>
            </a:extLst>
          </p:cNvPr>
          <p:cNvSpPr txBox="1"/>
          <p:nvPr/>
        </p:nvSpPr>
        <p:spPr>
          <a:xfrm>
            <a:off x="344984" y="921378"/>
            <a:ext cx="4572000" cy="307777"/>
          </a:xfrm>
          <a:prstGeom prst="rect">
            <a:avLst/>
          </a:prstGeom>
          <a:noFill/>
        </p:spPr>
        <p:txBody>
          <a:bodyPr wrap="square">
            <a:spAutoFit/>
          </a:bodyPr>
          <a:lstStyle/>
          <a:p>
            <a:r>
              <a:rPr lang="en-US" b="1" dirty="0"/>
              <a:t>Visual View IP Packet: </a:t>
            </a:r>
            <a:endParaRPr lang="en-PK" b="1" dirty="0"/>
          </a:p>
        </p:txBody>
      </p:sp>
    </p:spTree>
    <p:extLst>
      <p:ext uri="{BB962C8B-B14F-4D97-AF65-F5344CB8AC3E}">
        <p14:creationId xmlns:p14="http://schemas.microsoft.com/office/powerpoint/2010/main" val="6518871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EC033-D762-DE6F-D63C-D5E654D88B6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413731B-6753-FBFB-D870-9FBC0C53D160}"/>
              </a:ext>
            </a:extLst>
          </p:cNvPr>
          <p:cNvSpPr/>
          <p:nvPr/>
        </p:nvSpPr>
        <p:spPr>
          <a:xfrm>
            <a:off x="344984" y="200281"/>
            <a:ext cx="7955756" cy="442987"/>
          </a:xfrm>
          <a:prstGeom prst="rect">
            <a:avLst/>
          </a:prstGeom>
          <a:noFill/>
          <a:ln/>
        </p:spPr>
        <p:txBody>
          <a:bodyPr wrap="none" lIns="0" tIns="0" rIns="0" bIns="0" rtlCol="0" anchor="t"/>
          <a:lstStyle/>
          <a:p>
            <a:pPr>
              <a:lnSpc>
                <a:spcPts val="3469"/>
              </a:lnSpc>
            </a:pPr>
            <a:r>
              <a:rPr lang="en-US" sz="2781" dirty="0">
                <a:solidFill>
                  <a:srgbClr val="403CCF"/>
                </a:solidFill>
                <a:latin typeface="Libre Baskerville" pitchFamily="34" charset="0"/>
                <a:ea typeface="Libre Baskerville" pitchFamily="34" charset="-122"/>
                <a:cs typeface="Libre Baskerville" pitchFamily="34" charset="-120"/>
              </a:rPr>
              <a:t>Router:</a:t>
            </a:r>
            <a:endParaRPr lang="en-US" sz="2781" dirty="0"/>
          </a:p>
        </p:txBody>
      </p:sp>
      <p:sp>
        <p:nvSpPr>
          <p:cNvPr id="6" name="TextBox 5">
            <a:extLst>
              <a:ext uri="{FF2B5EF4-FFF2-40B4-BE49-F238E27FC236}">
                <a16:creationId xmlns:a16="http://schemas.microsoft.com/office/drawing/2014/main" id="{0045B494-3C47-2057-83B4-E39E6E8E5145}"/>
              </a:ext>
            </a:extLst>
          </p:cNvPr>
          <p:cNvSpPr txBox="1"/>
          <p:nvPr/>
        </p:nvSpPr>
        <p:spPr>
          <a:xfrm>
            <a:off x="344984" y="666559"/>
            <a:ext cx="4572000" cy="307777"/>
          </a:xfrm>
          <a:prstGeom prst="rect">
            <a:avLst/>
          </a:prstGeom>
          <a:noFill/>
        </p:spPr>
        <p:txBody>
          <a:bodyPr wrap="square">
            <a:spAutoFit/>
          </a:bodyPr>
          <a:lstStyle/>
          <a:p>
            <a:r>
              <a:rPr lang="en-US" b="1" dirty="0"/>
              <a:t>Visual View IP Packet: </a:t>
            </a:r>
            <a:endParaRPr lang="en-PK" b="1" dirty="0"/>
          </a:p>
        </p:txBody>
      </p:sp>
      <p:sp>
        <p:nvSpPr>
          <p:cNvPr id="5" name="TextBox 4">
            <a:extLst>
              <a:ext uri="{FF2B5EF4-FFF2-40B4-BE49-F238E27FC236}">
                <a16:creationId xmlns:a16="http://schemas.microsoft.com/office/drawing/2014/main" id="{55CF2A5A-FE37-C6B0-E08C-77CB75EE4626}"/>
              </a:ext>
            </a:extLst>
          </p:cNvPr>
          <p:cNvSpPr txBox="1"/>
          <p:nvPr/>
        </p:nvSpPr>
        <p:spPr>
          <a:xfrm>
            <a:off x="344984" y="974336"/>
            <a:ext cx="6513016" cy="3970318"/>
          </a:xfrm>
          <a:prstGeom prst="rect">
            <a:avLst/>
          </a:prstGeom>
          <a:noFill/>
        </p:spPr>
        <p:txBody>
          <a:bodyPr wrap="square">
            <a:spAutoFit/>
          </a:bodyPr>
          <a:lstStyle/>
          <a:p>
            <a:pPr marL="171450" indent="-171450">
              <a:buFont typeface="Wingdings" panose="05000000000000000000" pitchFamily="2" charset="2"/>
              <a:buChar char="ü"/>
            </a:pPr>
            <a:r>
              <a:rPr lang="en-US" sz="900" dirty="0"/>
              <a:t>Version (4 bits): Says if it’s IPv4 or IPv6. (Here it’s IPv4.)</a:t>
            </a:r>
          </a:p>
          <a:p>
            <a:pPr marL="171450" indent="-171450">
              <a:buFont typeface="Wingdings" panose="05000000000000000000" pitchFamily="2" charset="2"/>
              <a:buChar char="ü"/>
            </a:pPr>
            <a:r>
              <a:rPr lang="en-US" sz="900" dirty="0"/>
              <a:t>Header Length (4 bits): Tells how long the header is (minimum 20 bytes).</a:t>
            </a:r>
          </a:p>
          <a:p>
            <a:pPr marL="171450" indent="-171450">
              <a:buFont typeface="Wingdings" panose="05000000000000000000" pitchFamily="2" charset="2"/>
              <a:buChar char="ü"/>
            </a:pPr>
            <a:r>
              <a:rPr lang="en-US" sz="900" dirty="0"/>
              <a:t>Type of Service (8 bits): Tells routers how to handle the packet (priority, speed, delay).</a:t>
            </a:r>
          </a:p>
          <a:p>
            <a:pPr marL="171450" indent="-171450">
              <a:buFont typeface="Wingdings" panose="05000000000000000000" pitchFamily="2" charset="2"/>
              <a:buChar char="ü"/>
            </a:pPr>
            <a:r>
              <a:rPr lang="en-US" sz="900" dirty="0"/>
              <a:t>Total Length (16 bits): Size of the whole packet (header + data).</a:t>
            </a:r>
          </a:p>
          <a:p>
            <a:endParaRPr lang="en-US" sz="900" dirty="0"/>
          </a:p>
          <a:p>
            <a:endParaRPr lang="en-US" sz="900" dirty="0"/>
          </a:p>
          <a:p>
            <a:r>
              <a:rPr lang="en-US" sz="900" dirty="0"/>
              <a:t>Identification, Flags, Fragment Offset:</a:t>
            </a:r>
          </a:p>
          <a:p>
            <a:r>
              <a:rPr lang="en-US" sz="900" dirty="0"/>
              <a:t>These three work together when a large packet is split (fragmented) into smaller ones.</a:t>
            </a:r>
          </a:p>
          <a:p>
            <a:pPr marL="171450" indent="-171450">
              <a:buFont typeface="Wingdings" panose="05000000000000000000" pitchFamily="2" charset="2"/>
              <a:buChar char="ü"/>
            </a:pPr>
            <a:r>
              <a:rPr lang="en-US" sz="900" dirty="0"/>
              <a:t>Identification: A number to group fragments of the same packet.</a:t>
            </a:r>
          </a:p>
          <a:p>
            <a:pPr marL="171450" indent="-171450">
              <a:buFont typeface="Wingdings" panose="05000000000000000000" pitchFamily="2" charset="2"/>
              <a:buChar char="ü"/>
            </a:pPr>
            <a:r>
              <a:rPr lang="en-US" sz="900" dirty="0"/>
              <a:t>Flags: Tells if more fragments follow.</a:t>
            </a:r>
          </a:p>
          <a:p>
            <a:pPr marL="171450" indent="-171450">
              <a:buFont typeface="Wingdings" panose="05000000000000000000" pitchFamily="2" charset="2"/>
              <a:buChar char="ü"/>
            </a:pPr>
            <a:r>
              <a:rPr lang="en-US" sz="900" dirty="0"/>
              <a:t>Fragment Offset: Position of this fragment in the original packet.</a:t>
            </a:r>
          </a:p>
          <a:p>
            <a:endParaRPr lang="en-US" sz="900" dirty="0"/>
          </a:p>
          <a:p>
            <a:endParaRPr lang="en-US" sz="900" dirty="0"/>
          </a:p>
          <a:p>
            <a:pPr marL="171450" indent="-171450">
              <a:buFont typeface="Wingdings" panose="05000000000000000000" pitchFamily="2" charset="2"/>
              <a:buChar char="ü"/>
            </a:pPr>
            <a:r>
              <a:rPr lang="en-US" sz="900" dirty="0"/>
              <a:t>TTL – Time To Live (8 bits): A countdown value</a:t>
            </a:r>
          </a:p>
          <a:p>
            <a:pPr marL="171450" indent="-171450">
              <a:buFont typeface="Wingdings" panose="05000000000000000000" pitchFamily="2" charset="2"/>
              <a:buChar char="ü"/>
            </a:pPr>
            <a:endParaRPr lang="en-US" sz="900" dirty="0"/>
          </a:p>
          <a:p>
            <a:pPr marL="171450" indent="-171450">
              <a:buFont typeface="Wingdings" panose="05000000000000000000" pitchFamily="2" charset="2"/>
              <a:buChar char="ü"/>
            </a:pPr>
            <a:endParaRPr lang="en-US" sz="900" dirty="0"/>
          </a:p>
          <a:p>
            <a:r>
              <a:rPr lang="en-US" sz="900" dirty="0"/>
              <a:t>Protocol (8 bits): Says what’s inside the packet. Example:</a:t>
            </a:r>
          </a:p>
          <a:p>
            <a:pPr marL="171450" indent="-171450">
              <a:buFont typeface="Wingdings" panose="05000000000000000000" pitchFamily="2" charset="2"/>
              <a:buChar char="ü"/>
            </a:pPr>
            <a:r>
              <a:rPr lang="en-US" sz="900" dirty="0"/>
              <a:t>6 = TCP</a:t>
            </a:r>
          </a:p>
          <a:p>
            <a:pPr marL="171450" indent="-171450">
              <a:buFont typeface="Wingdings" panose="05000000000000000000" pitchFamily="2" charset="2"/>
              <a:buChar char="ü"/>
            </a:pPr>
            <a:r>
              <a:rPr lang="en-US" sz="900" dirty="0"/>
              <a:t>17 = UDP</a:t>
            </a:r>
          </a:p>
          <a:p>
            <a:pPr marL="171450" indent="-171450">
              <a:buFont typeface="Wingdings" panose="05000000000000000000" pitchFamily="2" charset="2"/>
              <a:buChar char="ü"/>
            </a:pPr>
            <a:r>
              <a:rPr lang="en-US" sz="900" dirty="0"/>
              <a:t>1 = ICMP</a:t>
            </a:r>
          </a:p>
          <a:p>
            <a:endParaRPr lang="en-US" sz="900" dirty="0"/>
          </a:p>
          <a:p>
            <a:endParaRPr lang="en-US" sz="900" dirty="0"/>
          </a:p>
          <a:p>
            <a:pPr marL="171450" indent="-171450">
              <a:buFont typeface="Wingdings" panose="05000000000000000000" pitchFamily="2" charset="2"/>
              <a:buChar char="ü"/>
            </a:pPr>
            <a:r>
              <a:rPr lang="en-US" sz="900" dirty="0"/>
              <a:t>Header Checksum (16 bits): Used to check if the header got corrupted in transit.</a:t>
            </a:r>
          </a:p>
          <a:p>
            <a:pPr marL="171450" indent="-171450">
              <a:buFont typeface="Wingdings" panose="05000000000000000000" pitchFamily="2" charset="2"/>
              <a:buChar char="ü"/>
            </a:pPr>
            <a:r>
              <a:rPr lang="en-US" sz="900" dirty="0"/>
              <a:t>Source IP (32 bits): The sender’s IP address.</a:t>
            </a:r>
          </a:p>
          <a:p>
            <a:pPr marL="171450" indent="-171450">
              <a:buFont typeface="Wingdings" panose="05000000000000000000" pitchFamily="2" charset="2"/>
              <a:buChar char="ü"/>
            </a:pPr>
            <a:r>
              <a:rPr lang="en-US" sz="900" dirty="0"/>
              <a:t>Destination IP (32 bits): The receiver’s IP address.</a:t>
            </a:r>
          </a:p>
          <a:p>
            <a:pPr marL="171450" indent="-171450">
              <a:buFont typeface="Wingdings" panose="05000000000000000000" pitchFamily="2" charset="2"/>
              <a:buChar char="ü"/>
            </a:pPr>
            <a:r>
              <a:rPr lang="en-US" sz="900" dirty="0"/>
              <a:t>Options + Padding (optional): Extra features (rarely used).</a:t>
            </a:r>
          </a:p>
          <a:p>
            <a:pPr marL="171450" indent="-171450">
              <a:buFont typeface="Wingdings" panose="05000000000000000000" pitchFamily="2" charset="2"/>
              <a:buChar char="ü"/>
            </a:pPr>
            <a:r>
              <a:rPr lang="en-US" sz="900" dirty="0"/>
              <a:t>Payload (Data): The real content being carried (e.g., a TCP/UDP segment, which has ports and the actual message).</a:t>
            </a:r>
            <a:endParaRPr lang="en-PK" sz="900" dirty="0"/>
          </a:p>
        </p:txBody>
      </p:sp>
      <p:sp>
        <p:nvSpPr>
          <p:cNvPr id="8" name="TextBox 7">
            <a:extLst>
              <a:ext uri="{FF2B5EF4-FFF2-40B4-BE49-F238E27FC236}">
                <a16:creationId xmlns:a16="http://schemas.microsoft.com/office/drawing/2014/main" id="{B7903BDB-412E-35C1-D501-C9359DC797E3}"/>
              </a:ext>
            </a:extLst>
          </p:cNvPr>
          <p:cNvSpPr txBox="1"/>
          <p:nvPr/>
        </p:nvSpPr>
        <p:spPr>
          <a:xfrm>
            <a:off x="5238716" y="138221"/>
            <a:ext cx="4572000" cy="400110"/>
          </a:xfrm>
          <a:prstGeom prst="rect">
            <a:avLst/>
          </a:prstGeom>
          <a:noFill/>
        </p:spPr>
        <p:txBody>
          <a:bodyPr wrap="square">
            <a:spAutoFit/>
          </a:bodyPr>
          <a:lstStyle/>
          <a:p>
            <a:r>
              <a:rPr lang="en-US" sz="1000" b="1" dirty="0">
                <a:highlight>
                  <a:srgbClr val="00FF00"/>
                </a:highlight>
              </a:rPr>
              <a:t>Frame (Layer 2): MAC to MAC, only inside a local network.</a:t>
            </a:r>
          </a:p>
          <a:p>
            <a:r>
              <a:rPr lang="en-US" sz="1000" b="1" dirty="0">
                <a:highlight>
                  <a:srgbClr val="00FF00"/>
                </a:highlight>
              </a:rPr>
              <a:t>Packet (Layer 3): IP to IP, can travel across multiple networks.</a:t>
            </a:r>
            <a:endParaRPr lang="en-PK" sz="1000" b="1" dirty="0">
              <a:highlight>
                <a:srgbClr val="00FF00"/>
              </a:highlight>
            </a:endParaRPr>
          </a:p>
        </p:txBody>
      </p:sp>
    </p:spTree>
    <p:extLst>
      <p:ext uri="{BB962C8B-B14F-4D97-AF65-F5344CB8AC3E}">
        <p14:creationId xmlns:p14="http://schemas.microsoft.com/office/powerpoint/2010/main" val="15499930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9FBA71-02BF-5C58-ACDF-B1F9F6680521}"/>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7592090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E2543E7-C6F4-644A-4C66-EBDDA665666F}"/>
              </a:ext>
            </a:extLst>
          </p:cNvPr>
          <p:cNvPicPr>
            <a:picLocks noChangeAspect="1"/>
          </p:cNvPicPr>
          <p:nvPr/>
        </p:nvPicPr>
        <p:blipFill>
          <a:blip r:embed="rId2"/>
          <a:stretch>
            <a:fillRect/>
          </a:stretch>
        </p:blipFill>
        <p:spPr>
          <a:xfrm>
            <a:off x="0" y="0"/>
            <a:ext cx="4436533" cy="2159000"/>
          </a:xfrm>
          <a:prstGeom prst="rect">
            <a:avLst/>
          </a:prstGeom>
        </p:spPr>
      </p:pic>
      <p:pic>
        <p:nvPicPr>
          <p:cNvPr id="6" name="Picture 5">
            <a:extLst>
              <a:ext uri="{FF2B5EF4-FFF2-40B4-BE49-F238E27FC236}">
                <a16:creationId xmlns:a16="http://schemas.microsoft.com/office/drawing/2014/main" id="{80D07ACD-5353-9BD6-F4EC-4E74664D891E}"/>
              </a:ext>
            </a:extLst>
          </p:cNvPr>
          <p:cNvPicPr>
            <a:picLocks noChangeAspect="1"/>
          </p:cNvPicPr>
          <p:nvPr/>
        </p:nvPicPr>
        <p:blipFill>
          <a:blip r:embed="rId3"/>
          <a:stretch>
            <a:fillRect/>
          </a:stretch>
        </p:blipFill>
        <p:spPr>
          <a:xfrm>
            <a:off x="4436534" y="0"/>
            <a:ext cx="4648200" cy="2019300"/>
          </a:xfrm>
          <a:prstGeom prst="rect">
            <a:avLst/>
          </a:prstGeom>
        </p:spPr>
      </p:pic>
      <p:sp>
        <p:nvSpPr>
          <p:cNvPr id="8" name="TextBox 7">
            <a:extLst>
              <a:ext uri="{FF2B5EF4-FFF2-40B4-BE49-F238E27FC236}">
                <a16:creationId xmlns:a16="http://schemas.microsoft.com/office/drawing/2014/main" id="{0F17798B-3C39-E789-1244-B230002807CB}"/>
              </a:ext>
            </a:extLst>
          </p:cNvPr>
          <p:cNvSpPr txBox="1"/>
          <p:nvPr/>
        </p:nvSpPr>
        <p:spPr>
          <a:xfrm>
            <a:off x="160865" y="2417861"/>
            <a:ext cx="7924801" cy="2345001"/>
          </a:xfrm>
          <a:prstGeom prst="rect">
            <a:avLst/>
          </a:prstGeom>
          <a:noFill/>
        </p:spPr>
        <p:txBody>
          <a:bodyPr wrap="square">
            <a:spAutoFit/>
          </a:bodyPr>
          <a:lstStyle/>
          <a:p>
            <a:r>
              <a:rPr lang="en-US" sz="1375" dirty="0">
                <a:solidFill>
                  <a:srgbClr val="403CCF"/>
                </a:solidFill>
                <a:latin typeface="Libre Baskerville" pitchFamily="34" charset="0"/>
              </a:rPr>
              <a:t>Power Port       </a:t>
            </a:r>
            <a:r>
              <a:rPr lang="en-US" sz="1094" dirty="0">
                <a:solidFill>
                  <a:srgbClr val="49495A"/>
                </a:solidFill>
                <a:latin typeface="Open Sans" pitchFamily="34" charset="0"/>
                <a:ea typeface="Open Sans" pitchFamily="34" charset="-122"/>
                <a:cs typeface="Open Sans" pitchFamily="34" charset="-120"/>
              </a:rPr>
              <a:t>is used for Power Supply</a:t>
            </a:r>
          </a:p>
          <a:p>
            <a:endParaRPr lang="en-US" dirty="0"/>
          </a:p>
          <a:p>
            <a:r>
              <a:rPr lang="en-US" sz="1375" dirty="0">
                <a:solidFill>
                  <a:srgbClr val="403CCF"/>
                </a:solidFill>
                <a:latin typeface="Libre Baskerville" pitchFamily="34" charset="0"/>
              </a:rPr>
              <a:t>Power on/off   </a:t>
            </a:r>
            <a:r>
              <a:rPr lang="en-US" sz="1094" dirty="0">
                <a:solidFill>
                  <a:srgbClr val="49495A"/>
                </a:solidFill>
                <a:latin typeface="Open Sans" pitchFamily="34" charset="0"/>
                <a:ea typeface="Open Sans" pitchFamily="34" charset="-122"/>
                <a:cs typeface="Open Sans" pitchFamily="34" charset="-120"/>
              </a:rPr>
              <a:t>Button is used to turn on the router </a:t>
            </a:r>
          </a:p>
          <a:p>
            <a:endParaRPr lang="en-US" dirty="0"/>
          </a:p>
          <a:p>
            <a:r>
              <a:rPr lang="en-US" sz="1375" dirty="0">
                <a:solidFill>
                  <a:srgbClr val="403CCF"/>
                </a:solidFill>
                <a:latin typeface="Libre Baskerville" pitchFamily="34" charset="0"/>
              </a:rPr>
              <a:t>Console port    </a:t>
            </a:r>
            <a:r>
              <a:rPr lang="en-US" sz="1094" dirty="0">
                <a:solidFill>
                  <a:srgbClr val="49495A"/>
                </a:solidFill>
                <a:latin typeface="Open Sans" pitchFamily="34" charset="0"/>
                <a:ea typeface="Open Sans" pitchFamily="34" charset="-122"/>
                <a:cs typeface="Open Sans" pitchFamily="34" charset="-120"/>
              </a:rPr>
              <a:t>is used for router configuration</a:t>
            </a:r>
          </a:p>
          <a:p>
            <a:endParaRPr lang="en-US" dirty="0"/>
          </a:p>
          <a:p>
            <a:r>
              <a:rPr lang="en-US" sz="1375" dirty="0">
                <a:solidFill>
                  <a:srgbClr val="403CCF"/>
                </a:solidFill>
                <a:latin typeface="Libre Baskerville" pitchFamily="34" charset="0"/>
              </a:rPr>
              <a:t>Aux port           </a:t>
            </a:r>
            <a:r>
              <a:rPr lang="en-US" sz="1094" dirty="0">
                <a:solidFill>
                  <a:srgbClr val="49495A"/>
                </a:solidFill>
                <a:latin typeface="Open Sans" pitchFamily="34" charset="0"/>
                <a:ea typeface="Open Sans" pitchFamily="34" charset="-122"/>
                <a:cs typeface="Open Sans" pitchFamily="34" charset="-120"/>
              </a:rPr>
              <a:t>is used for remotely accessing the router  (It is old method) </a:t>
            </a:r>
          </a:p>
          <a:p>
            <a:endParaRPr lang="en-US" sz="1094" dirty="0">
              <a:solidFill>
                <a:srgbClr val="49495A"/>
              </a:solidFill>
              <a:latin typeface="Open Sans" pitchFamily="34" charset="0"/>
              <a:ea typeface="Open Sans" pitchFamily="34" charset="-122"/>
              <a:cs typeface="Open Sans" pitchFamily="34" charset="-120"/>
            </a:endParaRPr>
          </a:p>
          <a:p>
            <a:r>
              <a:rPr lang="en-US" sz="1375" dirty="0">
                <a:solidFill>
                  <a:srgbClr val="403CCF"/>
                </a:solidFill>
                <a:latin typeface="Libre Baskerville" pitchFamily="34" charset="0"/>
              </a:rPr>
              <a:t>Serial</a:t>
            </a:r>
            <a:r>
              <a:rPr lang="en-US" sz="1094" dirty="0">
                <a:solidFill>
                  <a:srgbClr val="49495A"/>
                </a:solidFill>
                <a:latin typeface="Open Sans" pitchFamily="34" charset="0"/>
                <a:ea typeface="Open Sans" pitchFamily="34" charset="-122"/>
                <a:cs typeface="Open Sans" pitchFamily="34" charset="-120"/>
              </a:rPr>
              <a:t>                       Port  is used for WAN Connectivity </a:t>
            </a:r>
          </a:p>
          <a:p>
            <a:endParaRPr lang="en-US" sz="1094" dirty="0">
              <a:solidFill>
                <a:srgbClr val="49495A"/>
              </a:solidFill>
              <a:latin typeface="Open Sans" pitchFamily="34" charset="0"/>
              <a:ea typeface="Open Sans" pitchFamily="34" charset="-122"/>
              <a:cs typeface="Open Sans" pitchFamily="34" charset="-120"/>
            </a:endParaRPr>
          </a:p>
          <a:p>
            <a:r>
              <a:rPr lang="en-US" sz="1375" dirty="0">
                <a:solidFill>
                  <a:srgbClr val="403CCF"/>
                </a:solidFill>
                <a:latin typeface="Libre Baskerville" pitchFamily="34" charset="0"/>
              </a:rPr>
              <a:t>AUI</a:t>
            </a:r>
            <a:r>
              <a:rPr lang="en-US" sz="1094" dirty="0">
                <a:solidFill>
                  <a:srgbClr val="49495A"/>
                </a:solidFill>
                <a:latin typeface="Open Sans" pitchFamily="34" charset="0"/>
                <a:ea typeface="Open Sans" pitchFamily="34" charset="-122"/>
                <a:cs typeface="Open Sans" pitchFamily="34" charset="-120"/>
              </a:rPr>
              <a:t>                           (Attachment Unit Interface)   is used for LAN Connectivity, Switches are connected to this port</a:t>
            </a:r>
          </a:p>
        </p:txBody>
      </p:sp>
    </p:spTree>
    <p:extLst>
      <p:ext uri="{BB962C8B-B14F-4D97-AF65-F5344CB8AC3E}">
        <p14:creationId xmlns:p14="http://schemas.microsoft.com/office/powerpoint/2010/main" val="33523801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F1210-860D-0C8F-1410-B1D03D3E33D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0154841-BA3B-638A-36CA-A1C592C838C3}"/>
              </a:ext>
            </a:extLst>
          </p:cNvPr>
          <p:cNvSpPr/>
          <p:nvPr/>
        </p:nvSpPr>
        <p:spPr>
          <a:xfrm>
            <a:off x="496119" y="359809"/>
            <a:ext cx="7955756" cy="442987"/>
          </a:xfrm>
          <a:prstGeom prst="rect">
            <a:avLst/>
          </a:prstGeom>
          <a:noFill/>
          <a:ln/>
        </p:spPr>
        <p:txBody>
          <a:bodyPr wrap="none" lIns="0" tIns="0" rIns="0" bIns="0" rtlCol="0" anchor="t"/>
          <a:lstStyle/>
          <a:p>
            <a:pPr>
              <a:lnSpc>
                <a:spcPts val="3469"/>
              </a:lnSpc>
            </a:pPr>
            <a:r>
              <a:rPr lang="en-US" sz="2781" dirty="0">
                <a:solidFill>
                  <a:srgbClr val="403CCF"/>
                </a:solidFill>
                <a:latin typeface="Libre Baskerville" pitchFamily="34" charset="0"/>
                <a:ea typeface="Libre Baskerville" pitchFamily="34" charset="-122"/>
                <a:cs typeface="Libre Baskerville" pitchFamily="34" charset="-120"/>
              </a:rPr>
              <a:t>Router:</a:t>
            </a:r>
            <a:endParaRPr lang="en-US" sz="2781" dirty="0"/>
          </a:p>
        </p:txBody>
      </p:sp>
      <p:sp>
        <p:nvSpPr>
          <p:cNvPr id="3" name="Text 1">
            <a:extLst>
              <a:ext uri="{FF2B5EF4-FFF2-40B4-BE49-F238E27FC236}">
                <a16:creationId xmlns:a16="http://schemas.microsoft.com/office/drawing/2014/main" id="{D1CDF61F-9246-3166-4EBC-7883F322298F}"/>
              </a:ext>
            </a:extLst>
          </p:cNvPr>
          <p:cNvSpPr/>
          <p:nvPr/>
        </p:nvSpPr>
        <p:spPr>
          <a:xfrm>
            <a:off x="484175" y="1175473"/>
            <a:ext cx="1963415" cy="221456"/>
          </a:xfrm>
          <a:prstGeom prst="rect">
            <a:avLst/>
          </a:prstGeom>
          <a:noFill/>
          <a:ln/>
        </p:spPr>
        <p:txBody>
          <a:bodyPr wrap="none" lIns="0" tIns="0" rIns="0" bIns="0" rtlCol="0" anchor="t"/>
          <a:lstStyle/>
          <a:p>
            <a:pPr>
              <a:lnSpc>
                <a:spcPts val="1719"/>
              </a:lnSpc>
            </a:pPr>
            <a:r>
              <a:rPr lang="en-US" sz="1375" b="1" dirty="0">
                <a:solidFill>
                  <a:srgbClr val="403CCF"/>
                </a:solidFill>
                <a:latin typeface="Libre Baskerville" pitchFamily="34" charset="0"/>
                <a:ea typeface="Libre Baskerville" pitchFamily="34" charset="-122"/>
                <a:cs typeface="Libre Baskerville" pitchFamily="34" charset="-120"/>
              </a:rPr>
              <a:t>Non-Modular Router:</a:t>
            </a:r>
            <a:endParaRPr lang="en-US" sz="1375" b="1" dirty="0"/>
          </a:p>
        </p:txBody>
      </p:sp>
      <p:sp>
        <p:nvSpPr>
          <p:cNvPr id="4" name="Text 2">
            <a:extLst>
              <a:ext uri="{FF2B5EF4-FFF2-40B4-BE49-F238E27FC236}">
                <a16:creationId xmlns:a16="http://schemas.microsoft.com/office/drawing/2014/main" id="{9B1F152E-DEB8-7805-0590-8111BD4C5A7F}"/>
              </a:ext>
            </a:extLst>
          </p:cNvPr>
          <p:cNvSpPr/>
          <p:nvPr/>
        </p:nvSpPr>
        <p:spPr>
          <a:xfrm>
            <a:off x="484175" y="1477074"/>
            <a:ext cx="3902943" cy="680443"/>
          </a:xfrm>
          <a:prstGeom prst="rect">
            <a:avLst/>
          </a:prstGeom>
          <a:noFill/>
          <a:ln/>
        </p:spPr>
        <p:txBody>
          <a:bodyPr wrap="square" lIns="0" tIns="0" rIns="0" bIns="0" rtlCol="0" anchor="t"/>
          <a:lstStyle/>
          <a:p>
            <a:pPr>
              <a:lnSpc>
                <a:spcPts val="1781"/>
              </a:lnSpc>
            </a:pPr>
            <a:r>
              <a:rPr lang="en-US" sz="1400" dirty="0"/>
              <a:t>A fixed hardware router with no upgrade options, ideal for smaller networks.</a:t>
            </a:r>
          </a:p>
          <a:p>
            <a:pPr>
              <a:lnSpc>
                <a:spcPts val="1781"/>
              </a:lnSpc>
            </a:pPr>
            <a:endParaRPr lang="en-US" dirty="0"/>
          </a:p>
          <a:p>
            <a:pPr>
              <a:lnSpc>
                <a:spcPts val="1781"/>
              </a:lnSpc>
            </a:pPr>
            <a:r>
              <a:rPr lang="en-US" sz="1094" dirty="0"/>
              <a:t>Cisco 2500 series routers (2500 to 2599) are non-modular routers.</a:t>
            </a:r>
          </a:p>
        </p:txBody>
      </p:sp>
      <p:sp>
        <p:nvSpPr>
          <p:cNvPr id="5" name="Text 3">
            <a:extLst>
              <a:ext uri="{FF2B5EF4-FFF2-40B4-BE49-F238E27FC236}">
                <a16:creationId xmlns:a16="http://schemas.microsoft.com/office/drawing/2014/main" id="{078C5759-3409-3E4A-2688-68E812FC4F4D}"/>
              </a:ext>
            </a:extLst>
          </p:cNvPr>
          <p:cNvSpPr/>
          <p:nvPr/>
        </p:nvSpPr>
        <p:spPr>
          <a:xfrm>
            <a:off x="491356" y="3221179"/>
            <a:ext cx="1772022" cy="221456"/>
          </a:xfrm>
          <a:prstGeom prst="rect">
            <a:avLst/>
          </a:prstGeom>
          <a:noFill/>
          <a:ln/>
        </p:spPr>
        <p:txBody>
          <a:bodyPr wrap="none" lIns="0" tIns="0" rIns="0" bIns="0" rtlCol="0" anchor="t"/>
          <a:lstStyle/>
          <a:p>
            <a:pPr>
              <a:lnSpc>
                <a:spcPts val="1719"/>
              </a:lnSpc>
            </a:pPr>
            <a:r>
              <a:rPr lang="en-US" sz="1375" b="1" dirty="0">
                <a:solidFill>
                  <a:srgbClr val="403CCF"/>
                </a:solidFill>
                <a:latin typeface="Libre Baskerville" pitchFamily="34" charset="0"/>
                <a:ea typeface="Libre Baskerville" pitchFamily="34" charset="-122"/>
                <a:cs typeface="Libre Baskerville" pitchFamily="34" charset="-120"/>
              </a:rPr>
              <a:t>Modular Router:</a:t>
            </a:r>
            <a:endParaRPr lang="en-US" sz="1375" b="1" dirty="0"/>
          </a:p>
        </p:txBody>
      </p:sp>
      <p:sp>
        <p:nvSpPr>
          <p:cNvPr id="6" name="Text 4">
            <a:extLst>
              <a:ext uri="{FF2B5EF4-FFF2-40B4-BE49-F238E27FC236}">
                <a16:creationId xmlns:a16="http://schemas.microsoft.com/office/drawing/2014/main" id="{0F565504-249E-0EA9-4D80-022E8AE11037}"/>
              </a:ext>
            </a:extLst>
          </p:cNvPr>
          <p:cNvSpPr/>
          <p:nvPr/>
        </p:nvSpPr>
        <p:spPr>
          <a:xfrm>
            <a:off x="496118" y="3598549"/>
            <a:ext cx="3902943" cy="680443"/>
          </a:xfrm>
          <a:prstGeom prst="rect">
            <a:avLst/>
          </a:prstGeom>
          <a:noFill/>
          <a:ln/>
        </p:spPr>
        <p:txBody>
          <a:bodyPr wrap="square" lIns="0" tIns="0" rIns="0" bIns="0" rtlCol="0" anchor="t"/>
          <a:lstStyle/>
          <a:p>
            <a:pPr>
              <a:lnSpc>
                <a:spcPts val="1781"/>
              </a:lnSpc>
            </a:pPr>
            <a:r>
              <a:rPr lang="en-US" sz="1400" dirty="0"/>
              <a:t>A router with customizable hardware components for scalability and flexibility.</a:t>
            </a:r>
          </a:p>
          <a:p>
            <a:pPr>
              <a:lnSpc>
                <a:spcPts val="1781"/>
              </a:lnSpc>
            </a:pPr>
            <a:endParaRPr lang="en-US" dirty="0"/>
          </a:p>
          <a:p>
            <a:pPr>
              <a:lnSpc>
                <a:spcPts val="1781"/>
              </a:lnSpc>
            </a:pPr>
            <a:r>
              <a:rPr lang="en-US" sz="1094" dirty="0"/>
              <a:t>Cisco 2600 series and above are generally modular routers.</a:t>
            </a:r>
          </a:p>
        </p:txBody>
      </p:sp>
    </p:spTree>
    <p:extLst>
      <p:ext uri="{BB962C8B-B14F-4D97-AF65-F5344CB8AC3E}">
        <p14:creationId xmlns:p14="http://schemas.microsoft.com/office/powerpoint/2010/main" val="18449112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29563" y="261007"/>
            <a:ext cx="8484874" cy="568726"/>
          </a:xfrm>
          <a:prstGeom prst="rect">
            <a:avLst/>
          </a:prstGeom>
          <a:noFill/>
          <a:ln/>
        </p:spPr>
        <p:txBody>
          <a:bodyPr wrap="square" lIns="0" tIns="0" rIns="0" bIns="0" rtlCol="0" anchor="t"/>
          <a:lstStyle/>
          <a:p>
            <a:pPr>
              <a:lnSpc>
                <a:spcPts val="3438"/>
              </a:lnSpc>
            </a:pPr>
            <a:r>
              <a:rPr lang="en-US" sz="2000" dirty="0">
                <a:solidFill>
                  <a:srgbClr val="403CCF"/>
                </a:solidFill>
                <a:latin typeface="Libre Baskerville" pitchFamily="34" charset="0"/>
                <a:ea typeface="Libre Baskerville" pitchFamily="34" charset="-122"/>
                <a:cs typeface="Libre Baskerville" pitchFamily="34" charset="-120"/>
              </a:rPr>
              <a:t>Repeater: Extending the Range of a Wired or Wireless Network</a:t>
            </a:r>
            <a:endParaRPr lang="en-US" sz="2000" dirty="0"/>
          </a:p>
        </p:txBody>
      </p:sp>
      <p:sp>
        <p:nvSpPr>
          <p:cNvPr id="5" name="Text 2"/>
          <p:cNvSpPr/>
          <p:nvPr/>
        </p:nvSpPr>
        <p:spPr>
          <a:xfrm>
            <a:off x="4029373" y="2117006"/>
            <a:ext cx="93613" cy="209922"/>
          </a:xfrm>
          <a:prstGeom prst="rect">
            <a:avLst/>
          </a:prstGeom>
          <a:noFill/>
          <a:ln/>
        </p:spPr>
        <p:txBody>
          <a:bodyPr wrap="none" lIns="0" tIns="0" rIns="0" bIns="0" rtlCol="0" anchor="t"/>
          <a:lstStyle/>
          <a:p>
            <a:pPr algn="ctr">
              <a:lnSpc>
                <a:spcPts val="1625"/>
              </a:lnSpc>
            </a:pPr>
            <a:endParaRPr lang="en-US" sz="1625" dirty="0"/>
          </a:p>
        </p:txBody>
      </p:sp>
      <p:sp>
        <p:nvSpPr>
          <p:cNvPr id="9" name="Text 6"/>
          <p:cNvSpPr/>
          <p:nvPr/>
        </p:nvSpPr>
        <p:spPr>
          <a:xfrm>
            <a:off x="6449170" y="2117006"/>
            <a:ext cx="129332" cy="209922"/>
          </a:xfrm>
          <a:prstGeom prst="rect">
            <a:avLst/>
          </a:prstGeom>
          <a:noFill/>
          <a:ln/>
        </p:spPr>
        <p:txBody>
          <a:bodyPr wrap="none" lIns="0" tIns="0" rIns="0" bIns="0" rtlCol="0" anchor="t"/>
          <a:lstStyle/>
          <a:p>
            <a:pPr algn="ctr">
              <a:lnSpc>
                <a:spcPts val="1625"/>
              </a:lnSpc>
            </a:pPr>
            <a:endParaRPr lang="en-US" sz="1625" dirty="0"/>
          </a:p>
        </p:txBody>
      </p:sp>
      <p:sp>
        <p:nvSpPr>
          <p:cNvPr id="19" name="TextBox 18">
            <a:extLst>
              <a:ext uri="{FF2B5EF4-FFF2-40B4-BE49-F238E27FC236}">
                <a16:creationId xmlns:a16="http://schemas.microsoft.com/office/drawing/2014/main" id="{5547A020-9DC6-FBA0-4B24-C77583062F47}"/>
              </a:ext>
            </a:extLst>
          </p:cNvPr>
          <p:cNvSpPr txBox="1"/>
          <p:nvPr/>
        </p:nvSpPr>
        <p:spPr>
          <a:xfrm>
            <a:off x="262466" y="775417"/>
            <a:ext cx="8416504" cy="4154984"/>
          </a:xfrm>
          <a:prstGeom prst="rect">
            <a:avLst/>
          </a:prstGeom>
          <a:noFill/>
        </p:spPr>
        <p:txBody>
          <a:bodyPr wrap="square">
            <a:spAutoFit/>
          </a:bodyPr>
          <a:lstStyle/>
          <a:p>
            <a:r>
              <a:rPr lang="en-US" sz="1200" dirty="0"/>
              <a:t>🔸 A repeater is a network device that boosts signals</a:t>
            </a:r>
          </a:p>
          <a:p>
            <a:r>
              <a:rPr lang="en-US" sz="1200" dirty="0"/>
              <a:t>🔸 It helps data travel longer distances without getting weak</a:t>
            </a:r>
          </a:p>
          <a:p>
            <a:r>
              <a:rPr lang="en-US" sz="1200" dirty="0"/>
              <a:t>🔸 Used in both wired and wireless networks</a:t>
            </a:r>
          </a:p>
          <a:p>
            <a:endParaRPr lang="en-US" sz="1200" dirty="0"/>
          </a:p>
          <a:p>
            <a:endParaRPr lang="en-US" sz="1200" dirty="0"/>
          </a:p>
          <a:p>
            <a:r>
              <a:rPr lang="en-US" sz="1600" b="1" dirty="0"/>
              <a:t>Why Use a Repeater?</a:t>
            </a:r>
          </a:p>
          <a:p>
            <a:r>
              <a:rPr lang="en-US" sz="1200" dirty="0"/>
              <a:t>🔸 Signals lose strength over long distances (called attenuation)</a:t>
            </a:r>
          </a:p>
          <a:p>
            <a:r>
              <a:rPr lang="en-US" sz="1200" dirty="0"/>
              <a:t>🔸 A repeater receives, amplifies, and retransmits the signal</a:t>
            </a:r>
          </a:p>
          <a:p>
            <a:r>
              <a:rPr lang="en-US" sz="1200" dirty="0"/>
              <a:t>🔸 Ensures data reaches the destination clearly and reliably</a:t>
            </a:r>
          </a:p>
          <a:p>
            <a:endParaRPr lang="en-US" sz="1200" dirty="0"/>
          </a:p>
          <a:p>
            <a:endParaRPr lang="en-US" sz="1200" dirty="0"/>
          </a:p>
          <a:p>
            <a:r>
              <a:rPr lang="en-US" sz="1600" b="1" dirty="0"/>
              <a:t>Where is a Repeater Used?</a:t>
            </a:r>
          </a:p>
          <a:p>
            <a:r>
              <a:rPr lang="en-US" sz="1200" dirty="0"/>
              <a:t>🔸 Large office buildings</a:t>
            </a:r>
          </a:p>
          <a:p>
            <a:r>
              <a:rPr lang="en-US" sz="1200" dirty="0"/>
              <a:t>🔸Wi-Fi range extension in homes</a:t>
            </a:r>
          </a:p>
          <a:p>
            <a:r>
              <a:rPr lang="en-US" sz="1200" dirty="0"/>
              <a:t>🔸 Campus networks with long cable runs</a:t>
            </a:r>
          </a:p>
          <a:p>
            <a:endParaRPr lang="en-US" sz="1200" dirty="0"/>
          </a:p>
          <a:p>
            <a:endParaRPr lang="en-US" sz="1200" dirty="0"/>
          </a:p>
          <a:p>
            <a:r>
              <a:rPr lang="en-US" sz="1600" b="1" dirty="0"/>
              <a:t>How Does a Repeater Work?</a:t>
            </a:r>
          </a:p>
          <a:p>
            <a:r>
              <a:rPr lang="en-US" sz="1200" dirty="0"/>
              <a:t>🔸 It has two ports (input and output)</a:t>
            </a:r>
          </a:p>
          <a:p>
            <a:r>
              <a:rPr lang="en-US" sz="1200" dirty="0"/>
              <a:t>🔸 Signal comes in weak, repeater makes it strong again</a:t>
            </a:r>
          </a:p>
          <a:p>
            <a:r>
              <a:rPr lang="en-US" sz="1200" dirty="0"/>
              <a:t>🔸 Then sends it further down the network</a:t>
            </a:r>
            <a:endParaRPr lang="en-PK"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4C346-42C4-5AB6-D326-F7D1BC969610}"/>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5A4DFC2C-9461-6F0B-8E2C-979885D4EBD7}"/>
              </a:ext>
            </a:extLst>
          </p:cNvPr>
          <p:cNvSpPr/>
          <p:nvPr/>
        </p:nvSpPr>
        <p:spPr>
          <a:xfrm>
            <a:off x="329563" y="261007"/>
            <a:ext cx="8484874" cy="568726"/>
          </a:xfrm>
          <a:prstGeom prst="rect">
            <a:avLst/>
          </a:prstGeom>
          <a:noFill/>
          <a:ln/>
        </p:spPr>
        <p:txBody>
          <a:bodyPr wrap="square" lIns="0" tIns="0" rIns="0" bIns="0" rtlCol="0" anchor="t"/>
          <a:lstStyle/>
          <a:p>
            <a:pPr>
              <a:lnSpc>
                <a:spcPts val="3438"/>
              </a:lnSpc>
            </a:pPr>
            <a:r>
              <a:rPr lang="en-US" sz="2000" dirty="0">
                <a:solidFill>
                  <a:srgbClr val="403CCF"/>
                </a:solidFill>
                <a:latin typeface="Libre Baskerville" pitchFamily="34" charset="0"/>
                <a:ea typeface="Libre Baskerville" pitchFamily="34" charset="-122"/>
                <a:cs typeface="Libre Baskerville" pitchFamily="34" charset="-120"/>
              </a:rPr>
              <a:t>Repeater: Extending the Range of a Wired or Wireless Network</a:t>
            </a:r>
            <a:endParaRPr lang="en-US" sz="2000" dirty="0"/>
          </a:p>
        </p:txBody>
      </p:sp>
      <p:sp>
        <p:nvSpPr>
          <p:cNvPr id="5" name="Text 2">
            <a:extLst>
              <a:ext uri="{FF2B5EF4-FFF2-40B4-BE49-F238E27FC236}">
                <a16:creationId xmlns:a16="http://schemas.microsoft.com/office/drawing/2014/main" id="{CD0032D1-6BE7-3D23-FCB5-EACEA5946C67}"/>
              </a:ext>
            </a:extLst>
          </p:cNvPr>
          <p:cNvSpPr/>
          <p:nvPr/>
        </p:nvSpPr>
        <p:spPr>
          <a:xfrm>
            <a:off x="4029373" y="2117006"/>
            <a:ext cx="93613" cy="209922"/>
          </a:xfrm>
          <a:prstGeom prst="rect">
            <a:avLst/>
          </a:prstGeom>
          <a:noFill/>
          <a:ln/>
        </p:spPr>
        <p:txBody>
          <a:bodyPr wrap="none" lIns="0" tIns="0" rIns="0" bIns="0" rtlCol="0" anchor="t"/>
          <a:lstStyle/>
          <a:p>
            <a:pPr algn="ctr">
              <a:lnSpc>
                <a:spcPts val="1625"/>
              </a:lnSpc>
            </a:pPr>
            <a:endParaRPr lang="en-US" sz="1625" dirty="0"/>
          </a:p>
        </p:txBody>
      </p:sp>
      <p:sp>
        <p:nvSpPr>
          <p:cNvPr id="9" name="Text 6">
            <a:extLst>
              <a:ext uri="{FF2B5EF4-FFF2-40B4-BE49-F238E27FC236}">
                <a16:creationId xmlns:a16="http://schemas.microsoft.com/office/drawing/2014/main" id="{D8176309-13D5-AE4E-3884-0545A094D374}"/>
              </a:ext>
            </a:extLst>
          </p:cNvPr>
          <p:cNvSpPr/>
          <p:nvPr/>
        </p:nvSpPr>
        <p:spPr>
          <a:xfrm>
            <a:off x="6449170" y="2117006"/>
            <a:ext cx="129332" cy="209922"/>
          </a:xfrm>
          <a:prstGeom prst="rect">
            <a:avLst/>
          </a:prstGeom>
          <a:noFill/>
          <a:ln/>
        </p:spPr>
        <p:txBody>
          <a:bodyPr wrap="none" lIns="0" tIns="0" rIns="0" bIns="0" rtlCol="0" anchor="t"/>
          <a:lstStyle/>
          <a:p>
            <a:pPr algn="ctr">
              <a:lnSpc>
                <a:spcPts val="1625"/>
              </a:lnSpc>
            </a:pPr>
            <a:endParaRPr lang="en-US" sz="1625" dirty="0"/>
          </a:p>
        </p:txBody>
      </p:sp>
      <p:pic>
        <p:nvPicPr>
          <p:cNvPr id="7" name="Picture 6">
            <a:extLst>
              <a:ext uri="{FF2B5EF4-FFF2-40B4-BE49-F238E27FC236}">
                <a16:creationId xmlns:a16="http://schemas.microsoft.com/office/drawing/2014/main" id="{292E92CE-BE8D-F263-1E1A-1C549BA5C8E1}"/>
              </a:ext>
            </a:extLst>
          </p:cNvPr>
          <p:cNvPicPr>
            <a:picLocks noChangeAspect="1"/>
          </p:cNvPicPr>
          <p:nvPr/>
        </p:nvPicPr>
        <p:blipFill>
          <a:blip r:embed="rId3"/>
          <a:stretch>
            <a:fillRect/>
          </a:stretch>
        </p:blipFill>
        <p:spPr>
          <a:xfrm>
            <a:off x="1630363" y="1077913"/>
            <a:ext cx="5634037" cy="3617379"/>
          </a:xfrm>
          <a:prstGeom prst="rect">
            <a:avLst/>
          </a:prstGeom>
        </p:spPr>
      </p:pic>
    </p:spTree>
    <p:extLst>
      <p:ext uri="{BB962C8B-B14F-4D97-AF65-F5344CB8AC3E}">
        <p14:creationId xmlns:p14="http://schemas.microsoft.com/office/powerpoint/2010/main" val="41158069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4258" y="293228"/>
            <a:ext cx="6984802" cy="423044"/>
          </a:xfrm>
          <a:prstGeom prst="rect">
            <a:avLst/>
          </a:prstGeom>
          <a:noFill/>
          <a:ln/>
        </p:spPr>
        <p:txBody>
          <a:bodyPr wrap="none" lIns="0" tIns="0" rIns="0" bIns="0" rtlCol="0" anchor="t"/>
          <a:lstStyle/>
          <a:p>
            <a:pPr>
              <a:lnSpc>
                <a:spcPts val="3313"/>
              </a:lnSpc>
            </a:pPr>
            <a:r>
              <a:rPr lang="en-US" sz="2656" dirty="0">
                <a:solidFill>
                  <a:srgbClr val="403CCF"/>
                </a:solidFill>
                <a:latin typeface="Libre Baskerville" pitchFamily="34" charset="0"/>
                <a:ea typeface="Libre Baskerville" pitchFamily="34" charset="-122"/>
                <a:cs typeface="Libre Baskerville" pitchFamily="34" charset="-120"/>
              </a:rPr>
              <a:t>Bridge: Connecting Two Local Networks</a:t>
            </a:r>
            <a:endParaRPr lang="en-US" sz="2656" dirty="0"/>
          </a:p>
        </p:txBody>
      </p:sp>
      <p:sp>
        <p:nvSpPr>
          <p:cNvPr id="5" name="Text 2"/>
          <p:cNvSpPr/>
          <p:nvPr/>
        </p:nvSpPr>
        <p:spPr>
          <a:xfrm>
            <a:off x="494258" y="949988"/>
            <a:ext cx="2188592" cy="211485"/>
          </a:xfrm>
          <a:prstGeom prst="rect">
            <a:avLst/>
          </a:prstGeom>
          <a:noFill/>
          <a:ln/>
        </p:spPr>
        <p:txBody>
          <a:bodyPr wrap="none" lIns="0" tIns="0" rIns="0" bIns="0" rtlCol="0" anchor="t"/>
          <a:lstStyle/>
          <a:p>
            <a:pPr>
              <a:lnSpc>
                <a:spcPts val="1656"/>
              </a:lnSpc>
            </a:pPr>
            <a:endParaRPr lang="en-US" sz="1313" dirty="0"/>
          </a:p>
        </p:txBody>
      </p:sp>
      <p:sp>
        <p:nvSpPr>
          <p:cNvPr id="6" name="Text 3"/>
          <p:cNvSpPr/>
          <p:nvPr/>
        </p:nvSpPr>
        <p:spPr>
          <a:xfrm>
            <a:off x="3334420" y="1818159"/>
            <a:ext cx="5200427" cy="433090"/>
          </a:xfrm>
          <a:prstGeom prst="rect">
            <a:avLst/>
          </a:prstGeom>
          <a:noFill/>
          <a:ln/>
        </p:spPr>
        <p:txBody>
          <a:bodyPr wrap="square" lIns="0" tIns="0" rIns="0" bIns="0" rtlCol="0" anchor="t"/>
          <a:lstStyle/>
          <a:p>
            <a:pPr>
              <a:lnSpc>
                <a:spcPts val="1688"/>
              </a:lnSpc>
            </a:pPr>
            <a:endParaRPr lang="en-US" sz="1063" dirty="0"/>
          </a:p>
        </p:txBody>
      </p:sp>
      <p:sp>
        <p:nvSpPr>
          <p:cNvPr id="18" name="TextBox 17">
            <a:extLst>
              <a:ext uri="{FF2B5EF4-FFF2-40B4-BE49-F238E27FC236}">
                <a16:creationId xmlns:a16="http://schemas.microsoft.com/office/drawing/2014/main" id="{8FD562A0-3C41-E992-5408-1A388E2A1F4A}"/>
              </a:ext>
            </a:extLst>
          </p:cNvPr>
          <p:cNvSpPr txBox="1"/>
          <p:nvPr/>
        </p:nvSpPr>
        <p:spPr>
          <a:xfrm>
            <a:off x="494257" y="965722"/>
            <a:ext cx="8378809" cy="2694777"/>
          </a:xfrm>
          <a:prstGeom prst="rect">
            <a:avLst/>
          </a:prstGeom>
          <a:noFill/>
        </p:spPr>
        <p:txBody>
          <a:bodyPr wrap="square">
            <a:spAutoFit/>
          </a:bodyPr>
          <a:lstStyle/>
          <a:p>
            <a:pPr>
              <a:lnSpc>
                <a:spcPts val="1656"/>
              </a:lnSpc>
            </a:pPr>
            <a:endParaRPr lang="en-US" dirty="0">
              <a:solidFill>
                <a:srgbClr val="49495A"/>
              </a:solidFill>
              <a:latin typeface="Libre Baskerville" pitchFamily="34" charset="0"/>
            </a:endParaRPr>
          </a:p>
          <a:p>
            <a:pPr>
              <a:lnSpc>
                <a:spcPts val="1656"/>
              </a:lnSpc>
            </a:pPr>
            <a:r>
              <a:rPr lang="en-US" dirty="0"/>
              <a:t>🔸A bridge connects two local networks, allowing devices on one network to communicate with devices on the other.</a:t>
            </a:r>
          </a:p>
          <a:p>
            <a:pPr>
              <a:lnSpc>
                <a:spcPts val="1656"/>
              </a:lnSpc>
            </a:pPr>
            <a:endParaRPr lang="en-US" dirty="0"/>
          </a:p>
          <a:p>
            <a:pPr>
              <a:lnSpc>
                <a:spcPts val="1656"/>
              </a:lnSpc>
            </a:pPr>
            <a:r>
              <a:rPr lang="en-US" dirty="0"/>
              <a:t>🔸Filters traffic based on MAC addresses</a:t>
            </a:r>
          </a:p>
          <a:p>
            <a:pPr>
              <a:lnSpc>
                <a:spcPts val="1656"/>
              </a:lnSpc>
            </a:pPr>
            <a:endParaRPr lang="en-US" dirty="0"/>
          </a:p>
          <a:p>
            <a:pPr>
              <a:lnSpc>
                <a:spcPts val="1656"/>
              </a:lnSpc>
            </a:pPr>
            <a:r>
              <a:rPr lang="en-US" dirty="0"/>
              <a:t>🔸Forwards data only to the correct segment</a:t>
            </a:r>
          </a:p>
          <a:p>
            <a:pPr>
              <a:lnSpc>
                <a:spcPts val="1656"/>
              </a:lnSpc>
            </a:pPr>
            <a:endParaRPr lang="en-US" dirty="0"/>
          </a:p>
          <a:p>
            <a:pPr>
              <a:lnSpc>
                <a:spcPts val="1656"/>
              </a:lnSpc>
            </a:pPr>
            <a:r>
              <a:rPr lang="en-US" sz="1400" dirty="0"/>
              <a:t>🔸Helps in dividing a large network into smaller, manageable parts</a:t>
            </a:r>
          </a:p>
          <a:p>
            <a:pPr>
              <a:lnSpc>
                <a:spcPts val="1656"/>
              </a:lnSpc>
            </a:pPr>
            <a:endParaRPr lang="en-US" dirty="0"/>
          </a:p>
          <a:p>
            <a:pPr>
              <a:lnSpc>
                <a:spcPts val="1656"/>
              </a:lnSpc>
            </a:pPr>
            <a:endParaRPr lang="en-US" sz="1400" dirty="0"/>
          </a:p>
          <a:p>
            <a:pPr>
              <a:lnSpc>
                <a:spcPts val="1656"/>
              </a:lnSpc>
            </a:pP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A1935-5A17-B6EF-E247-7AEFA6CEF4D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9343194-EB55-4350-45C5-9BB5C9E7D9AC}"/>
              </a:ext>
            </a:extLst>
          </p:cNvPr>
          <p:cNvSpPr/>
          <p:nvPr/>
        </p:nvSpPr>
        <p:spPr>
          <a:xfrm>
            <a:off x="494258" y="293228"/>
            <a:ext cx="6984802" cy="423044"/>
          </a:xfrm>
          <a:prstGeom prst="rect">
            <a:avLst/>
          </a:prstGeom>
          <a:noFill/>
          <a:ln/>
        </p:spPr>
        <p:txBody>
          <a:bodyPr wrap="none" lIns="0" tIns="0" rIns="0" bIns="0" rtlCol="0" anchor="t"/>
          <a:lstStyle/>
          <a:p>
            <a:pPr>
              <a:lnSpc>
                <a:spcPts val="3313"/>
              </a:lnSpc>
            </a:pPr>
            <a:r>
              <a:rPr lang="en-US" sz="2656" dirty="0">
                <a:solidFill>
                  <a:srgbClr val="403CCF"/>
                </a:solidFill>
                <a:latin typeface="Libre Baskerville" pitchFamily="34" charset="0"/>
                <a:ea typeface="Libre Baskerville" pitchFamily="34" charset="-122"/>
                <a:cs typeface="Libre Baskerville" pitchFamily="34" charset="-120"/>
              </a:rPr>
              <a:t>Bridge: Connecting Two Local Networks</a:t>
            </a:r>
            <a:endParaRPr lang="en-US" sz="2656" dirty="0"/>
          </a:p>
        </p:txBody>
      </p:sp>
      <p:sp>
        <p:nvSpPr>
          <p:cNvPr id="5" name="Text 2">
            <a:extLst>
              <a:ext uri="{FF2B5EF4-FFF2-40B4-BE49-F238E27FC236}">
                <a16:creationId xmlns:a16="http://schemas.microsoft.com/office/drawing/2014/main" id="{AE136826-95A1-BCCE-B56C-D32CCBD7FEF5}"/>
              </a:ext>
            </a:extLst>
          </p:cNvPr>
          <p:cNvSpPr/>
          <p:nvPr/>
        </p:nvSpPr>
        <p:spPr>
          <a:xfrm>
            <a:off x="494258" y="949988"/>
            <a:ext cx="2188592" cy="211485"/>
          </a:xfrm>
          <a:prstGeom prst="rect">
            <a:avLst/>
          </a:prstGeom>
          <a:noFill/>
          <a:ln/>
        </p:spPr>
        <p:txBody>
          <a:bodyPr wrap="none" lIns="0" tIns="0" rIns="0" bIns="0" rtlCol="0" anchor="t"/>
          <a:lstStyle/>
          <a:p>
            <a:pPr>
              <a:lnSpc>
                <a:spcPts val="1656"/>
              </a:lnSpc>
            </a:pPr>
            <a:endParaRPr lang="en-US" sz="1313" dirty="0"/>
          </a:p>
        </p:txBody>
      </p:sp>
      <p:sp>
        <p:nvSpPr>
          <p:cNvPr id="6" name="Text 3">
            <a:extLst>
              <a:ext uri="{FF2B5EF4-FFF2-40B4-BE49-F238E27FC236}">
                <a16:creationId xmlns:a16="http://schemas.microsoft.com/office/drawing/2014/main" id="{A0196773-2F8C-ABAE-BCC6-DECE99ACB729}"/>
              </a:ext>
            </a:extLst>
          </p:cNvPr>
          <p:cNvSpPr/>
          <p:nvPr/>
        </p:nvSpPr>
        <p:spPr>
          <a:xfrm>
            <a:off x="3334420" y="1818159"/>
            <a:ext cx="5200427" cy="433090"/>
          </a:xfrm>
          <a:prstGeom prst="rect">
            <a:avLst/>
          </a:prstGeom>
          <a:noFill/>
          <a:ln/>
        </p:spPr>
        <p:txBody>
          <a:bodyPr wrap="square" lIns="0" tIns="0" rIns="0" bIns="0" rtlCol="0" anchor="t"/>
          <a:lstStyle/>
          <a:p>
            <a:pPr>
              <a:lnSpc>
                <a:spcPts val="1688"/>
              </a:lnSpc>
            </a:pPr>
            <a:endParaRPr lang="en-US" sz="1063" dirty="0"/>
          </a:p>
        </p:txBody>
      </p:sp>
      <p:sp>
        <p:nvSpPr>
          <p:cNvPr id="18" name="TextBox 17">
            <a:extLst>
              <a:ext uri="{FF2B5EF4-FFF2-40B4-BE49-F238E27FC236}">
                <a16:creationId xmlns:a16="http://schemas.microsoft.com/office/drawing/2014/main" id="{E6A6F067-5C32-8037-C5DE-BFB5002934D1}"/>
              </a:ext>
            </a:extLst>
          </p:cNvPr>
          <p:cNvSpPr txBox="1"/>
          <p:nvPr/>
        </p:nvSpPr>
        <p:spPr>
          <a:xfrm>
            <a:off x="494257" y="965722"/>
            <a:ext cx="8378809" cy="732701"/>
          </a:xfrm>
          <a:prstGeom prst="rect">
            <a:avLst/>
          </a:prstGeom>
          <a:noFill/>
        </p:spPr>
        <p:txBody>
          <a:bodyPr wrap="square">
            <a:spAutoFit/>
          </a:bodyPr>
          <a:lstStyle/>
          <a:p>
            <a:pPr>
              <a:lnSpc>
                <a:spcPts val="1656"/>
              </a:lnSpc>
            </a:pPr>
            <a:endParaRPr lang="en-US" dirty="0"/>
          </a:p>
          <a:p>
            <a:pPr>
              <a:lnSpc>
                <a:spcPts val="1656"/>
              </a:lnSpc>
            </a:pPr>
            <a:endParaRPr lang="en-US" sz="1400" dirty="0"/>
          </a:p>
          <a:p>
            <a:pPr>
              <a:lnSpc>
                <a:spcPts val="1656"/>
              </a:lnSpc>
            </a:pPr>
            <a:endParaRPr lang="en-US" sz="1400" dirty="0"/>
          </a:p>
        </p:txBody>
      </p:sp>
      <p:pic>
        <p:nvPicPr>
          <p:cNvPr id="4" name="Picture 3">
            <a:extLst>
              <a:ext uri="{FF2B5EF4-FFF2-40B4-BE49-F238E27FC236}">
                <a16:creationId xmlns:a16="http://schemas.microsoft.com/office/drawing/2014/main" id="{375E0EFB-B84E-7B8E-3219-A89DEB0C2934}"/>
              </a:ext>
            </a:extLst>
          </p:cNvPr>
          <p:cNvPicPr>
            <a:picLocks noChangeAspect="1"/>
          </p:cNvPicPr>
          <p:nvPr/>
        </p:nvPicPr>
        <p:blipFill>
          <a:blip r:embed="rId3"/>
          <a:stretch>
            <a:fillRect/>
          </a:stretch>
        </p:blipFill>
        <p:spPr>
          <a:xfrm>
            <a:off x="1180897" y="949988"/>
            <a:ext cx="6298163" cy="3748311"/>
          </a:xfrm>
          <a:prstGeom prst="rect">
            <a:avLst/>
          </a:prstGeom>
        </p:spPr>
      </p:pic>
    </p:spTree>
    <p:extLst>
      <p:ext uri="{BB962C8B-B14F-4D97-AF65-F5344CB8AC3E}">
        <p14:creationId xmlns:p14="http://schemas.microsoft.com/office/powerpoint/2010/main" val="36945642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406;p48">
            <a:extLst>
              <a:ext uri="{FF2B5EF4-FFF2-40B4-BE49-F238E27FC236}">
                <a16:creationId xmlns:a16="http://schemas.microsoft.com/office/drawing/2014/main" id="{B1C98F25-52C7-8A2B-2BEA-EBA097AA0490}"/>
              </a:ext>
            </a:extLst>
          </p:cNvPr>
          <p:cNvPicPr preferRelativeResize="0">
            <a:picLocks/>
          </p:cNvPicPr>
          <p:nvPr/>
        </p:nvPicPr>
        <p:blipFill rotWithShape="1">
          <a:blip r:embed="rId2">
            <a:alphaModFix/>
          </a:blip>
          <a:srcRect l="-130" r="129"/>
          <a:stretch/>
        </p:blipFill>
        <p:spPr>
          <a:xfrm>
            <a:off x="5715875" y="0"/>
            <a:ext cx="3428201" cy="5143501"/>
          </a:xfrm>
          <a:prstGeom prst="rect">
            <a:avLst/>
          </a:prstGeom>
        </p:spPr>
      </p:pic>
      <p:sp>
        <p:nvSpPr>
          <p:cNvPr id="4" name="TextBox 3">
            <a:extLst>
              <a:ext uri="{FF2B5EF4-FFF2-40B4-BE49-F238E27FC236}">
                <a16:creationId xmlns:a16="http://schemas.microsoft.com/office/drawing/2014/main" id="{005D4D7C-C246-1DCA-EBBB-8AB237F25FD4}"/>
              </a:ext>
            </a:extLst>
          </p:cNvPr>
          <p:cNvSpPr txBox="1"/>
          <p:nvPr/>
        </p:nvSpPr>
        <p:spPr>
          <a:xfrm>
            <a:off x="296335" y="2075460"/>
            <a:ext cx="4572000" cy="496290"/>
          </a:xfrm>
          <a:prstGeom prst="rect">
            <a:avLst/>
          </a:prstGeom>
          <a:noFill/>
        </p:spPr>
        <p:txBody>
          <a:bodyPr wrap="square">
            <a:spAutoFit/>
          </a:bodyPr>
          <a:lstStyle/>
          <a:p>
            <a:r>
              <a:rPr lang="en-US" sz="2625" dirty="0">
                <a:solidFill>
                  <a:srgbClr val="403CCF"/>
                </a:solidFill>
                <a:latin typeface="Libre Baskerville" pitchFamily="34" charset="0"/>
              </a:rPr>
              <a:t>Access Point (AP): </a:t>
            </a:r>
            <a:endParaRPr lang="en-PK" sz="2625" dirty="0">
              <a:solidFill>
                <a:srgbClr val="403CCF"/>
              </a:solidFill>
              <a:latin typeface="Libre Baskerville" pitchFamily="34" charset="0"/>
            </a:endParaRPr>
          </a:p>
        </p:txBody>
      </p:sp>
    </p:spTree>
    <p:extLst>
      <p:ext uri="{BB962C8B-B14F-4D97-AF65-F5344CB8AC3E}">
        <p14:creationId xmlns:p14="http://schemas.microsoft.com/office/powerpoint/2010/main" val="29585139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68362" y="288800"/>
            <a:ext cx="8207276" cy="484583"/>
          </a:xfrm>
          <a:prstGeom prst="rect">
            <a:avLst/>
          </a:prstGeom>
          <a:noFill/>
          <a:ln/>
        </p:spPr>
        <p:txBody>
          <a:bodyPr wrap="square" lIns="0" tIns="0" rIns="0" bIns="0" rtlCol="0" anchor="t"/>
          <a:lstStyle/>
          <a:p>
            <a:pPr>
              <a:lnSpc>
                <a:spcPts val="3281"/>
              </a:lnSpc>
            </a:pPr>
            <a:r>
              <a:rPr lang="en-US" sz="2000" dirty="0">
                <a:solidFill>
                  <a:srgbClr val="403CCF"/>
                </a:solidFill>
                <a:latin typeface="Libre Baskerville" pitchFamily="34" charset="0"/>
                <a:ea typeface="Libre Baskerville" pitchFamily="34" charset="-122"/>
                <a:cs typeface="Libre Baskerville" pitchFamily="34" charset="-120"/>
              </a:rPr>
              <a:t>Access Point (AP): Wireless Gateway to a Wired Network</a:t>
            </a:r>
            <a:endParaRPr lang="en-US" sz="2000" dirty="0"/>
          </a:p>
        </p:txBody>
      </p:sp>
      <p:sp>
        <p:nvSpPr>
          <p:cNvPr id="10" name="Text 8"/>
          <p:cNvSpPr/>
          <p:nvPr/>
        </p:nvSpPr>
        <p:spPr>
          <a:xfrm>
            <a:off x="3337842" y="2764929"/>
            <a:ext cx="1672903" cy="209104"/>
          </a:xfrm>
          <a:prstGeom prst="rect">
            <a:avLst/>
          </a:prstGeom>
          <a:noFill/>
          <a:ln/>
        </p:spPr>
        <p:txBody>
          <a:bodyPr wrap="none" lIns="0" tIns="0" rIns="0" bIns="0" rtlCol="0" anchor="t"/>
          <a:lstStyle/>
          <a:p>
            <a:pPr>
              <a:lnSpc>
                <a:spcPts val="1625"/>
              </a:lnSpc>
            </a:pPr>
            <a:endParaRPr lang="en-US" sz="1313" dirty="0"/>
          </a:p>
        </p:txBody>
      </p:sp>
      <p:sp>
        <p:nvSpPr>
          <p:cNvPr id="11" name="Text 9"/>
          <p:cNvSpPr/>
          <p:nvPr/>
        </p:nvSpPr>
        <p:spPr>
          <a:xfrm>
            <a:off x="823242" y="2439011"/>
            <a:ext cx="5203999" cy="428328"/>
          </a:xfrm>
          <a:prstGeom prst="rect">
            <a:avLst/>
          </a:prstGeom>
          <a:noFill/>
          <a:ln/>
        </p:spPr>
        <p:txBody>
          <a:bodyPr wrap="square" lIns="0" tIns="0" rIns="0" bIns="0" rtlCol="0" anchor="t"/>
          <a:lstStyle/>
          <a:p>
            <a:pPr>
              <a:lnSpc>
                <a:spcPts val="1656"/>
              </a:lnSpc>
            </a:pPr>
            <a:endParaRPr lang="en-US" sz="1031" dirty="0"/>
          </a:p>
        </p:txBody>
      </p:sp>
      <p:sp>
        <p:nvSpPr>
          <p:cNvPr id="18" name="TextBox 17">
            <a:extLst>
              <a:ext uri="{FF2B5EF4-FFF2-40B4-BE49-F238E27FC236}">
                <a16:creationId xmlns:a16="http://schemas.microsoft.com/office/drawing/2014/main" id="{ECAF7B0D-0315-8AF9-15AE-A06AF33ED971}"/>
              </a:ext>
            </a:extLst>
          </p:cNvPr>
          <p:cNvSpPr txBox="1"/>
          <p:nvPr/>
        </p:nvSpPr>
        <p:spPr>
          <a:xfrm>
            <a:off x="404879" y="1236191"/>
            <a:ext cx="8207276" cy="2031325"/>
          </a:xfrm>
          <a:prstGeom prst="rect">
            <a:avLst/>
          </a:prstGeom>
          <a:noFill/>
        </p:spPr>
        <p:txBody>
          <a:bodyPr wrap="square">
            <a:spAutoFit/>
          </a:bodyPr>
          <a:lstStyle/>
          <a:p>
            <a:r>
              <a:rPr lang="en-US" dirty="0"/>
              <a:t>🔸An access point (AP) allows wireless devices to connect to a wired network.</a:t>
            </a:r>
          </a:p>
          <a:p>
            <a:endParaRPr lang="en-US" dirty="0"/>
          </a:p>
          <a:p>
            <a:endParaRPr lang="en-US" dirty="0"/>
          </a:p>
          <a:p>
            <a:endParaRPr lang="en-US" dirty="0"/>
          </a:p>
          <a:p>
            <a:r>
              <a:rPr lang="en-US" dirty="0"/>
              <a:t>🔸APs broadcast a Wi-Fi signal, creating a wireless network that allows devices to connect and access the internet.</a:t>
            </a:r>
          </a:p>
          <a:p>
            <a:endParaRPr lang="en-US" dirty="0"/>
          </a:p>
          <a:p>
            <a:endParaRPr lang="en-US" dirty="0"/>
          </a:p>
          <a:p>
            <a:r>
              <a:rPr lang="en-US" dirty="0"/>
              <a:t>🔸Commonly used in homes, offices, and public places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F3EB8-3A37-BDC5-B89C-BA61274A1DE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D2E763B-99E0-6AA0-72E0-13C4A1F1542B}"/>
              </a:ext>
            </a:extLst>
          </p:cNvPr>
          <p:cNvSpPr/>
          <p:nvPr/>
        </p:nvSpPr>
        <p:spPr>
          <a:xfrm>
            <a:off x="468362" y="288800"/>
            <a:ext cx="8207276" cy="484583"/>
          </a:xfrm>
          <a:prstGeom prst="rect">
            <a:avLst/>
          </a:prstGeom>
          <a:noFill/>
          <a:ln/>
        </p:spPr>
        <p:txBody>
          <a:bodyPr wrap="square" lIns="0" tIns="0" rIns="0" bIns="0" rtlCol="0" anchor="t"/>
          <a:lstStyle/>
          <a:p>
            <a:pPr>
              <a:lnSpc>
                <a:spcPts val="3281"/>
              </a:lnSpc>
            </a:pPr>
            <a:r>
              <a:rPr lang="en-US" sz="2000" dirty="0">
                <a:solidFill>
                  <a:srgbClr val="403CCF"/>
                </a:solidFill>
                <a:latin typeface="Libre Baskerville" pitchFamily="34" charset="0"/>
                <a:ea typeface="Libre Baskerville" pitchFamily="34" charset="-122"/>
                <a:cs typeface="Libre Baskerville" pitchFamily="34" charset="-120"/>
              </a:rPr>
              <a:t>Access Point (AP): Wireless Gateway to a Wired Network</a:t>
            </a:r>
            <a:endParaRPr lang="en-US" sz="2000" dirty="0"/>
          </a:p>
        </p:txBody>
      </p:sp>
      <p:sp>
        <p:nvSpPr>
          <p:cNvPr id="10" name="Text 8">
            <a:extLst>
              <a:ext uri="{FF2B5EF4-FFF2-40B4-BE49-F238E27FC236}">
                <a16:creationId xmlns:a16="http://schemas.microsoft.com/office/drawing/2014/main" id="{BCC94D17-3CB5-9FF6-5339-7EC573F9CEE7}"/>
              </a:ext>
            </a:extLst>
          </p:cNvPr>
          <p:cNvSpPr/>
          <p:nvPr/>
        </p:nvSpPr>
        <p:spPr>
          <a:xfrm>
            <a:off x="3337842" y="2764929"/>
            <a:ext cx="1672903" cy="209104"/>
          </a:xfrm>
          <a:prstGeom prst="rect">
            <a:avLst/>
          </a:prstGeom>
          <a:noFill/>
          <a:ln/>
        </p:spPr>
        <p:txBody>
          <a:bodyPr wrap="none" lIns="0" tIns="0" rIns="0" bIns="0" rtlCol="0" anchor="t"/>
          <a:lstStyle/>
          <a:p>
            <a:pPr>
              <a:lnSpc>
                <a:spcPts val="1625"/>
              </a:lnSpc>
            </a:pPr>
            <a:endParaRPr lang="en-US" sz="1313" dirty="0"/>
          </a:p>
        </p:txBody>
      </p:sp>
      <p:sp>
        <p:nvSpPr>
          <p:cNvPr id="11" name="Text 9">
            <a:extLst>
              <a:ext uri="{FF2B5EF4-FFF2-40B4-BE49-F238E27FC236}">
                <a16:creationId xmlns:a16="http://schemas.microsoft.com/office/drawing/2014/main" id="{03EFC2FC-A0BC-5F2D-AB27-22B319E09101}"/>
              </a:ext>
            </a:extLst>
          </p:cNvPr>
          <p:cNvSpPr/>
          <p:nvPr/>
        </p:nvSpPr>
        <p:spPr>
          <a:xfrm>
            <a:off x="823242" y="2439011"/>
            <a:ext cx="5203999" cy="428328"/>
          </a:xfrm>
          <a:prstGeom prst="rect">
            <a:avLst/>
          </a:prstGeom>
          <a:noFill/>
          <a:ln/>
        </p:spPr>
        <p:txBody>
          <a:bodyPr wrap="square" lIns="0" tIns="0" rIns="0" bIns="0" rtlCol="0" anchor="t"/>
          <a:lstStyle/>
          <a:p>
            <a:pPr>
              <a:lnSpc>
                <a:spcPts val="1656"/>
              </a:lnSpc>
            </a:pPr>
            <a:endParaRPr lang="en-US" sz="1031" dirty="0"/>
          </a:p>
        </p:txBody>
      </p:sp>
      <p:pic>
        <p:nvPicPr>
          <p:cNvPr id="4" name="Picture 3">
            <a:extLst>
              <a:ext uri="{FF2B5EF4-FFF2-40B4-BE49-F238E27FC236}">
                <a16:creationId xmlns:a16="http://schemas.microsoft.com/office/drawing/2014/main" id="{5A57CF91-CF17-D5F6-4866-2F0A8ED09093}"/>
              </a:ext>
            </a:extLst>
          </p:cNvPr>
          <p:cNvPicPr>
            <a:picLocks noChangeAspect="1"/>
          </p:cNvPicPr>
          <p:nvPr/>
        </p:nvPicPr>
        <p:blipFill>
          <a:blip r:embed="rId3"/>
          <a:stretch>
            <a:fillRect/>
          </a:stretch>
        </p:blipFill>
        <p:spPr>
          <a:xfrm>
            <a:off x="2233916" y="973667"/>
            <a:ext cx="4116084" cy="3566358"/>
          </a:xfrm>
          <a:prstGeom prst="rect">
            <a:avLst/>
          </a:prstGeom>
        </p:spPr>
      </p:pic>
    </p:spTree>
    <p:extLst>
      <p:ext uri="{BB962C8B-B14F-4D97-AF65-F5344CB8AC3E}">
        <p14:creationId xmlns:p14="http://schemas.microsoft.com/office/powerpoint/2010/main" val="5831488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99157" y="319311"/>
            <a:ext cx="8482376" cy="1069330"/>
          </a:xfrm>
          <a:prstGeom prst="rect">
            <a:avLst/>
          </a:prstGeom>
          <a:noFill/>
          <a:ln/>
        </p:spPr>
        <p:txBody>
          <a:bodyPr wrap="square" lIns="0" tIns="0" rIns="0" bIns="0" rtlCol="0" anchor="t"/>
          <a:lstStyle/>
          <a:p>
            <a:pPr>
              <a:lnSpc>
                <a:spcPts val="2781"/>
              </a:lnSpc>
            </a:pPr>
            <a:r>
              <a:rPr lang="en-US" sz="1800" b="1" dirty="0">
                <a:solidFill>
                  <a:srgbClr val="403CCF"/>
                </a:solidFill>
                <a:latin typeface="Libre Baskerville" pitchFamily="34" charset="0"/>
                <a:ea typeface="Libre Baskerville" pitchFamily="34" charset="-122"/>
                <a:cs typeface="Libre Baskerville" pitchFamily="34" charset="-120"/>
              </a:rPr>
              <a:t>Wireless LAN Controller (WLC): Centralized Management of Wireless Access Points</a:t>
            </a:r>
            <a:endParaRPr lang="en-US" sz="1800" b="1" dirty="0"/>
          </a:p>
        </p:txBody>
      </p:sp>
      <p:sp>
        <p:nvSpPr>
          <p:cNvPr id="6" name="Text 3"/>
          <p:cNvSpPr/>
          <p:nvPr/>
        </p:nvSpPr>
        <p:spPr>
          <a:xfrm>
            <a:off x="5555357" y="3894050"/>
            <a:ext cx="2372767" cy="547390"/>
          </a:xfrm>
          <a:prstGeom prst="rect">
            <a:avLst/>
          </a:prstGeom>
          <a:noFill/>
          <a:ln/>
        </p:spPr>
        <p:txBody>
          <a:bodyPr wrap="square" lIns="0" tIns="0" rIns="0" bIns="0" rtlCol="0" anchor="t"/>
          <a:lstStyle/>
          <a:p>
            <a:pPr algn="ctr">
              <a:lnSpc>
                <a:spcPts val="1406"/>
              </a:lnSpc>
            </a:pPr>
            <a:endParaRPr lang="en-US" sz="875" dirty="0"/>
          </a:p>
        </p:txBody>
      </p:sp>
      <p:sp>
        <p:nvSpPr>
          <p:cNvPr id="8" name="Text 5"/>
          <p:cNvSpPr/>
          <p:nvPr/>
        </p:nvSpPr>
        <p:spPr>
          <a:xfrm>
            <a:off x="3342407" y="3676226"/>
            <a:ext cx="1777157" cy="178222"/>
          </a:xfrm>
          <a:prstGeom prst="rect">
            <a:avLst/>
          </a:prstGeom>
          <a:noFill/>
          <a:ln/>
        </p:spPr>
        <p:txBody>
          <a:bodyPr wrap="none" lIns="0" tIns="0" rIns="0" bIns="0" rtlCol="0" anchor="t"/>
          <a:lstStyle/>
          <a:p>
            <a:pPr algn="ctr">
              <a:lnSpc>
                <a:spcPts val="1375"/>
              </a:lnSpc>
            </a:pPr>
            <a:endParaRPr lang="en-US" sz="1094" dirty="0"/>
          </a:p>
        </p:txBody>
      </p:sp>
      <p:sp>
        <p:nvSpPr>
          <p:cNvPr id="9" name="Text 6"/>
          <p:cNvSpPr/>
          <p:nvPr/>
        </p:nvSpPr>
        <p:spPr>
          <a:xfrm>
            <a:off x="3182590" y="4276725"/>
            <a:ext cx="2372841" cy="547390"/>
          </a:xfrm>
          <a:prstGeom prst="rect">
            <a:avLst/>
          </a:prstGeom>
          <a:noFill/>
          <a:ln/>
        </p:spPr>
        <p:txBody>
          <a:bodyPr wrap="square" lIns="0" tIns="0" rIns="0" bIns="0" rtlCol="0" anchor="t"/>
          <a:lstStyle/>
          <a:p>
            <a:pPr algn="ctr">
              <a:lnSpc>
                <a:spcPts val="1406"/>
              </a:lnSpc>
            </a:pPr>
            <a:endParaRPr lang="en-US" sz="875" dirty="0"/>
          </a:p>
        </p:txBody>
      </p:sp>
      <p:sp>
        <p:nvSpPr>
          <p:cNvPr id="11" name="Text 8"/>
          <p:cNvSpPr/>
          <p:nvPr/>
        </p:nvSpPr>
        <p:spPr>
          <a:xfrm>
            <a:off x="5253247" y="4263218"/>
            <a:ext cx="1425699" cy="178222"/>
          </a:xfrm>
          <a:prstGeom prst="rect">
            <a:avLst/>
          </a:prstGeom>
          <a:noFill/>
          <a:ln/>
        </p:spPr>
        <p:txBody>
          <a:bodyPr wrap="none" lIns="0" tIns="0" rIns="0" bIns="0" rtlCol="0" anchor="t"/>
          <a:lstStyle/>
          <a:p>
            <a:pPr algn="ctr">
              <a:lnSpc>
                <a:spcPts val="1375"/>
              </a:lnSpc>
            </a:pPr>
            <a:endParaRPr lang="en-US" sz="1094" dirty="0"/>
          </a:p>
        </p:txBody>
      </p:sp>
      <p:sp>
        <p:nvSpPr>
          <p:cNvPr id="12" name="Text 9"/>
          <p:cNvSpPr/>
          <p:nvPr/>
        </p:nvSpPr>
        <p:spPr>
          <a:xfrm>
            <a:off x="4930805" y="4550420"/>
            <a:ext cx="2372767" cy="729853"/>
          </a:xfrm>
          <a:prstGeom prst="rect">
            <a:avLst/>
          </a:prstGeom>
          <a:noFill/>
          <a:ln/>
        </p:spPr>
        <p:txBody>
          <a:bodyPr wrap="square" lIns="0" tIns="0" rIns="0" bIns="0" rtlCol="0" anchor="t"/>
          <a:lstStyle/>
          <a:p>
            <a:pPr algn="ctr">
              <a:lnSpc>
                <a:spcPts val="1406"/>
              </a:lnSpc>
            </a:pPr>
            <a:endParaRPr lang="en-US" sz="875" dirty="0"/>
          </a:p>
        </p:txBody>
      </p:sp>
      <p:sp>
        <p:nvSpPr>
          <p:cNvPr id="14" name="TextBox 13">
            <a:extLst>
              <a:ext uri="{FF2B5EF4-FFF2-40B4-BE49-F238E27FC236}">
                <a16:creationId xmlns:a16="http://schemas.microsoft.com/office/drawing/2014/main" id="{E599C426-48B4-231B-28E5-46E4DE4188CA}"/>
              </a:ext>
            </a:extLst>
          </p:cNvPr>
          <p:cNvSpPr txBox="1"/>
          <p:nvPr/>
        </p:nvSpPr>
        <p:spPr>
          <a:xfrm>
            <a:off x="399157" y="1441625"/>
            <a:ext cx="8177576" cy="3385542"/>
          </a:xfrm>
          <a:prstGeom prst="rect">
            <a:avLst/>
          </a:prstGeom>
          <a:noFill/>
        </p:spPr>
        <p:txBody>
          <a:bodyPr wrap="square">
            <a:spAutoFit/>
          </a:bodyPr>
          <a:lstStyle/>
          <a:p>
            <a:r>
              <a:rPr lang="en-US" sz="1800" b="1" dirty="0"/>
              <a:t>Centralized Control</a:t>
            </a:r>
          </a:p>
          <a:p>
            <a:r>
              <a:rPr lang="en-US" dirty="0"/>
              <a:t>A wireless LAN controller (WLC) manages multiple access points (APs), simplifying network configuration and monitoring.</a:t>
            </a:r>
          </a:p>
          <a:p>
            <a:endParaRPr lang="en-US" dirty="0"/>
          </a:p>
          <a:p>
            <a:endParaRPr lang="en-US" dirty="0"/>
          </a:p>
          <a:p>
            <a:r>
              <a:rPr lang="en-US" sz="1800" b="1" dirty="0"/>
              <a:t>Simplified Management</a:t>
            </a:r>
          </a:p>
          <a:p>
            <a:r>
              <a:rPr lang="en-US" dirty="0"/>
              <a:t>WLCs provide a single point of control for all wireless APs, making network management more efficient and easier.</a:t>
            </a:r>
          </a:p>
          <a:p>
            <a:endParaRPr lang="en-US" dirty="0"/>
          </a:p>
          <a:p>
            <a:endParaRPr lang="en-US" dirty="0"/>
          </a:p>
          <a:p>
            <a:r>
              <a:rPr lang="en-US" sz="1800" b="1" dirty="0"/>
              <a:t>Improved Security</a:t>
            </a:r>
          </a:p>
          <a:p>
            <a:r>
              <a:rPr lang="en-US" dirty="0"/>
              <a:t>WLCs enable advanced security features, like authentication and encryption, to protect wireless networks from unauthorized access.</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0882" y="559924"/>
            <a:ext cx="8880185" cy="885974"/>
          </a:xfrm>
          <a:prstGeom prst="rect">
            <a:avLst/>
          </a:prstGeom>
          <a:noFill/>
          <a:ln/>
        </p:spPr>
        <p:txBody>
          <a:bodyPr wrap="square" lIns="0" tIns="0" rIns="0" bIns="0" rtlCol="0" anchor="t"/>
          <a:lstStyle/>
          <a:p>
            <a:pPr>
              <a:lnSpc>
                <a:spcPts val="3469"/>
              </a:lnSpc>
            </a:pPr>
            <a:r>
              <a:rPr lang="en-US" sz="2781" dirty="0">
                <a:solidFill>
                  <a:srgbClr val="403CCF"/>
                </a:solidFill>
                <a:latin typeface="Libre Baskerville" pitchFamily="34" charset="0"/>
                <a:ea typeface="Libre Baskerville" pitchFamily="34" charset="-122"/>
                <a:cs typeface="Libre Baskerville" pitchFamily="34" charset="-120"/>
              </a:rPr>
              <a:t>Firewall:</a:t>
            </a:r>
            <a:endParaRPr lang="en-US" sz="2781" dirty="0"/>
          </a:p>
        </p:txBody>
      </p:sp>
      <p:pic>
        <p:nvPicPr>
          <p:cNvPr id="3" name="Image 0" descr="preencoded.png"/>
          <p:cNvPicPr>
            <a:picLocks noChangeAspect="1"/>
          </p:cNvPicPr>
          <p:nvPr/>
        </p:nvPicPr>
        <p:blipFill>
          <a:blip r:embed="rId3"/>
          <a:stretch>
            <a:fillRect/>
          </a:stretch>
        </p:blipFill>
        <p:spPr>
          <a:xfrm>
            <a:off x="500882" y="2284289"/>
            <a:ext cx="2638499" cy="1701180"/>
          </a:xfrm>
          <a:prstGeom prst="rect">
            <a:avLst/>
          </a:prstGeom>
        </p:spPr>
      </p:pic>
      <p:pic>
        <p:nvPicPr>
          <p:cNvPr id="4" name="Image 1" descr="preencoded.png"/>
          <p:cNvPicPr>
            <a:picLocks noChangeAspect="1"/>
          </p:cNvPicPr>
          <p:nvPr/>
        </p:nvPicPr>
        <p:blipFill>
          <a:blip r:embed="rId4"/>
          <a:stretch>
            <a:fillRect/>
          </a:stretch>
        </p:blipFill>
        <p:spPr>
          <a:xfrm>
            <a:off x="3252788" y="2284289"/>
            <a:ext cx="2638499" cy="1701180"/>
          </a:xfrm>
          <a:prstGeom prst="rect">
            <a:avLst/>
          </a:prstGeom>
        </p:spPr>
      </p:pic>
      <p:pic>
        <p:nvPicPr>
          <p:cNvPr id="5" name="Image 2" descr="preencoded.png"/>
          <p:cNvPicPr>
            <a:picLocks noChangeAspect="1"/>
          </p:cNvPicPr>
          <p:nvPr/>
        </p:nvPicPr>
        <p:blipFill>
          <a:blip r:embed="rId5"/>
          <a:stretch>
            <a:fillRect/>
          </a:stretch>
        </p:blipFill>
        <p:spPr>
          <a:xfrm>
            <a:off x="6004694" y="2284289"/>
            <a:ext cx="2638499" cy="170118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67259-6A4E-84D2-0EEF-224FAF3D1DD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FE3C39E-99A7-F5A8-C9ED-6CA0E15FA2BE}"/>
              </a:ext>
            </a:extLst>
          </p:cNvPr>
          <p:cNvSpPr/>
          <p:nvPr/>
        </p:nvSpPr>
        <p:spPr>
          <a:xfrm>
            <a:off x="500882" y="354273"/>
            <a:ext cx="8880185" cy="450060"/>
          </a:xfrm>
          <a:prstGeom prst="rect">
            <a:avLst/>
          </a:prstGeom>
          <a:noFill/>
          <a:ln/>
        </p:spPr>
        <p:txBody>
          <a:bodyPr wrap="square" lIns="0" tIns="0" rIns="0" bIns="0" rtlCol="0" anchor="t"/>
          <a:lstStyle/>
          <a:p>
            <a:pPr>
              <a:lnSpc>
                <a:spcPts val="3469"/>
              </a:lnSpc>
            </a:pPr>
            <a:r>
              <a:rPr lang="en-US" sz="2781" dirty="0">
                <a:solidFill>
                  <a:srgbClr val="403CCF"/>
                </a:solidFill>
                <a:latin typeface="Libre Baskerville" pitchFamily="34" charset="0"/>
                <a:ea typeface="Libre Baskerville" pitchFamily="34" charset="-122"/>
                <a:cs typeface="Libre Baskerville" pitchFamily="34" charset="-120"/>
              </a:rPr>
              <a:t>Firewall:</a:t>
            </a:r>
            <a:endParaRPr lang="en-US" sz="2781" dirty="0"/>
          </a:p>
        </p:txBody>
      </p:sp>
      <p:sp>
        <p:nvSpPr>
          <p:cNvPr id="7" name="TextBox 6">
            <a:extLst>
              <a:ext uri="{FF2B5EF4-FFF2-40B4-BE49-F238E27FC236}">
                <a16:creationId xmlns:a16="http://schemas.microsoft.com/office/drawing/2014/main" id="{67244742-90A6-C4AA-CC0D-945388B886F2}"/>
              </a:ext>
            </a:extLst>
          </p:cNvPr>
          <p:cNvSpPr txBox="1"/>
          <p:nvPr/>
        </p:nvSpPr>
        <p:spPr>
          <a:xfrm>
            <a:off x="500882" y="926981"/>
            <a:ext cx="8744718" cy="3662541"/>
          </a:xfrm>
          <a:prstGeom prst="rect">
            <a:avLst/>
          </a:prstGeom>
          <a:noFill/>
        </p:spPr>
        <p:txBody>
          <a:bodyPr wrap="square">
            <a:spAutoFit/>
          </a:bodyPr>
          <a:lstStyle/>
          <a:p>
            <a:pPr marL="285750" indent="-285750">
              <a:buClr>
                <a:schemeClr val="bg1"/>
              </a:buClr>
              <a:buFont typeface="Wingdings" panose="05000000000000000000" pitchFamily="2" charset="2"/>
              <a:buChar char="ü"/>
            </a:pPr>
            <a:endParaRPr lang="en-US" sz="1200" dirty="0"/>
          </a:p>
          <a:p>
            <a:pPr marL="285750" indent="-285750">
              <a:buClr>
                <a:schemeClr val="bg1"/>
              </a:buClr>
              <a:buFont typeface="Wingdings" panose="05000000000000000000" pitchFamily="2" charset="2"/>
              <a:buChar char="ü"/>
            </a:pPr>
            <a:r>
              <a:rPr lang="en-US" sz="1200" dirty="0"/>
              <a:t>The basic functionality of a firewall is to allow or block network traffic.</a:t>
            </a:r>
          </a:p>
          <a:p>
            <a:pPr marL="285750" indent="-285750">
              <a:buClr>
                <a:schemeClr val="bg1"/>
              </a:buClr>
              <a:buFont typeface="Wingdings" panose="05000000000000000000" pitchFamily="2" charset="2"/>
              <a:buChar char="ü"/>
            </a:pPr>
            <a:r>
              <a:rPr lang="en-US" sz="1200" dirty="0"/>
              <a:t>It acts like a security guard for your network.</a:t>
            </a:r>
          </a:p>
          <a:p>
            <a:pPr marL="285750" indent="-285750">
              <a:buClr>
                <a:schemeClr val="bg1"/>
              </a:buClr>
              <a:buFont typeface="Wingdings" panose="05000000000000000000" pitchFamily="2" charset="2"/>
              <a:buChar char="ü"/>
            </a:pPr>
            <a:r>
              <a:rPr lang="en-US" sz="1200" dirty="0"/>
              <a:t>A firewall is a network security device.</a:t>
            </a:r>
          </a:p>
          <a:p>
            <a:pPr marL="285750" indent="-285750">
              <a:buClr>
                <a:schemeClr val="bg1"/>
              </a:buClr>
              <a:buFont typeface="Wingdings" panose="05000000000000000000" pitchFamily="2" charset="2"/>
              <a:buChar char="ü"/>
            </a:pPr>
            <a:r>
              <a:rPr lang="en-US" sz="1200" dirty="0"/>
              <a:t>A firewall can be software-based or hardware-based.</a:t>
            </a:r>
          </a:p>
          <a:p>
            <a:pPr marL="285750" indent="-285750">
              <a:buClr>
                <a:schemeClr val="bg1"/>
              </a:buClr>
              <a:buFont typeface="Wingdings" panose="05000000000000000000" pitchFamily="2" charset="2"/>
              <a:buChar char="ü"/>
            </a:pPr>
            <a:r>
              <a:rPr lang="en-US" sz="1200" dirty="0"/>
              <a:t>A firewall can be host-based or network-based.</a:t>
            </a:r>
          </a:p>
          <a:p>
            <a:pPr marL="285750" indent="-285750">
              <a:buClr>
                <a:schemeClr val="bg1"/>
              </a:buClr>
              <a:buFont typeface="Wingdings" panose="05000000000000000000" pitchFamily="2" charset="2"/>
              <a:buChar char="ü"/>
            </a:pPr>
            <a:r>
              <a:rPr lang="en-US" sz="1200" dirty="0"/>
              <a:t>A firewall can also function as a router.</a:t>
            </a:r>
          </a:p>
          <a:p>
            <a:pPr marL="285750" indent="-285750">
              <a:buClr>
                <a:schemeClr val="bg1"/>
              </a:buClr>
              <a:buFont typeface="Wingdings" panose="05000000000000000000" pitchFamily="2" charset="2"/>
              <a:buChar char="ü"/>
            </a:pPr>
            <a:r>
              <a:rPr lang="en-US" sz="1200" dirty="0"/>
              <a:t>Advanced firewalls include features like IPS (Intrusion Prevention System) and IDS (Intrusion Detection System).</a:t>
            </a:r>
          </a:p>
          <a:p>
            <a:pPr marL="285750" indent="-285750">
              <a:buClr>
                <a:schemeClr val="bg1"/>
              </a:buClr>
              <a:buFont typeface="Wingdings" panose="05000000000000000000" pitchFamily="2" charset="2"/>
              <a:buChar char="ü"/>
            </a:pPr>
            <a:endParaRPr lang="en-US" sz="1200" dirty="0"/>
          </a:p>
          <a:p>
            <a:pPr marL="285750" indent="-285750">
              <a:buClr>
                <a:schemeClr val="bg1"/>
              </a:buClr>
              <a:buFont typeface="Wingdings" panose="05000000000000000000" pitchFamily="2" charset="2"/>
              <a:buChar char="ü"/>
            </a:pPr>
            <a:r>
              <a:rPr lang="en-US" sz="1200" dirty="0"/>
              <a:t>Many firewalls also support VPN (Virtual Private Network) capabilities.</a:t>
            </a:r>
          </a:p>
          <a:p>
            <a:pPr marL="285750" indent="-285750">
              <a:buClr>
                <a:schemeClr val="bg1"/>
              </a:buClr>
              <a:buFont typeface="Wingdings" panose="05000000000000000000" pitchFamily="2" charset="2"/>
              <a:buChar char="ü"/>
            </a:pPr>
            <a:r>
              <a:rPr lang="en-US" sz="1200" dirty="0"/>
              <a:t>Some firewalls offer load balancing features as well.</a:t>
            </a:r>
          </a:p>
          <a:p>
            <a:pPr marL="285750" indent="-285750">
              <a:buClr>
                <a:schemeClr val="bg1"/>
              </a:buClr>
              <a:buFont typeface="Wingdings" panose="05000000000000000000" pitchFamily="2" charset="2"/>
              <a:buChar char="ü"/>
            </a:pPr>
            <a:r>
              <a:rPr lang="en-US" sz="1200" dirty="0"/>
              <a:t>Firewalls can perform deep packet inspection (DPI).</a:t>
            </a:r>
          </a:p>
          <a:p>
            <a:pPr marL="285750" indent="-285750">
              <a:buClr>
                <a:schemeClr val="bg1"/>
              </a:buClr>
              <a:buFont typeface="Wingdings" panose="05000000000000000000" pitchFamily="2" charset="2"/>
              <a:buChar char="ü"/>
            </a:pPr>
            <a:r>
              <a:rPr lang="en-US" sz="1200" dirty="0"/>
              <a:t>Firewalls often include a DMZ (Demilitarized Zone) for isolating publicly accessible services.</a:t>
            </a:r>
          </a:p>
          <a:p>
            <a:pPr marL="285750" indent="-285750">
              <a:buClr>
                <a:schemeClr val="bg1"/>
              </a:buClr>
              <a:buFont typeface="Wingdings" panose="05000000000000000000" pitchFamily="2" charset="2"/>
              <a:buChar char="ü"/>
            </a:pPr>
            <a:r>
              <a:rPr lang="en-US" sz="1200" dirty="0"/>
              <a:t>Popular firewall vendors include Cisco ASA, Huawei, Juniper, Palo Alto, Fortinet (FortiGate), and Check Point.</a:t>
            </a:r>
          </a:p>
          <a:p>
            <a:pPr marL="285750" indent="-285750">
              <a:buClr>
                <a:schemeClr val="bg1"/>
              </a:buClr>
              <a:buFont typeface="Wingdings" panose="05000000000000000000" pitchFamily="2" charset="2"/>
              <a:buChar char="ü"/>
            </a:pPr>
            <a:r>
              <a:rPr lang="en-US" sz="1200" dirty="0"/>
              <a:t>A WAF (Web Application Firewall) protects websites by filtering and blocking malicious web traffic.</a:t>
            </a:r>
          </a:p>
          <a:p>
            <a:pPr marL="285750" indent="-285750">
              <a:buClr>
                <a:srgbClr val="00B050"/>
              </a:buClr>
              <a:buFont typeface="Wingdings" panose="05000000000000000000" pitchFamily="2" charset="2"/>
              <a:buChar char="ü"/>
            </a:pPr>
            <a:endParaRPr lang="en-US" sz="1200" dirty="0"/>
          </a:p>
          <a:p>
            <a:pPr marL="285750" indent="-285750">
              <a:buClr>
                <a:srgbClr val="00B050"/>
              </a:buClr>
              <a:buFont typeface="Wingdings" panose="05000000000000000000" pitchFamily="2" charset="2"/>
              <a:buChar char="ü"/>
            </a:pPr>
            <a:endParaRPr lang="en-US" sz="1200" dirty="0"/>
          </a:p>
          <a:p>
            <a:pPr>
              <a:buClr>
                <a:srgbClr val="00B050"/>
              </a:buClr>
            </a:pPr>
            <a:r>
              <a:rPr lang="en-US" sz="1200" b="1" dirty="0"/>
              <a:t>	</a:t>
            </a:r>
          </a:p>
          <a:p>
            <a:pPr>
              <a:buClr>
                <a:srgbClr val="00B050"/>
              </a:buClr>
            </a:pPr>
            <a:r>
              <a:rPr lang="en-US" sz="1200" b="1" dirty="0"/>
              <a:t>	</a:t>
            </a:r>
            <a:r>
              <a:rPr lang="en-US" sz="1600" b="1" dirty="0">
                <a:highlight>
                  <a:srgbClr val="00FFFF"/>
                </a:highlight>
              </a:rPr>
              <a:t>The main functionality of a firewall is to allow or block network traffic.</a:t>
            </a:r>
            <a:endParaRPr lang="en-PK" sz="1600" b="1" dirty="0">
              <a:highlight>
                <a:srgbClr val="00FFFF"/>
              </a:highlight>
            </a:endParaRPr>
          </a:p>
        </p:txBody>
      </p:sp>
    </p:spTree>
    <p:extLst>
      <p:ext uri="{BB962C8B-B14F-4D97-AF65-F5344CB8AC3E}">
        <p14:creationId xmlns:p14="http://schemas.microsoft.com/office/powerpoint/2010/main" val="33799956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003C6-847B-5954-5271-4035E3DC032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CC85E9D-0E52-5CD4-517B-A3AC59D4FE8A}"/>
              </a:ext>
            </a:extLst>
          </p:cNvPr>
          <p:cNvSpPr/>
          <p:nvPr/>
        </p:nvSpPr>
        <p:spPr>
          <a:xfrm>
            <a:off x="500882" y="354273"/>
            <a:ext cx="8880185" cy="450060"/>
          </a:xfrm>
          <a:prstGeom prst="rect">
            <a:avLst/>
          </a:prstGeom>
          <a:noFill/>
          <a:ln/>
        </p:spPr>
        <p:txBody>
          <a:bodyPr wrap="square" lIns="0" tIns="0" rIns="0" bIns="0" rtlCol="0" anchor="t"/>
          <a:lstStyle/>
          <a:p>
            <a:pPr>
              <a:lnSpc>
                <a:spcPts val="3469"/>
              </a:lnSpc>
            </a:pPr>
            <a:r>
              <a:rPr lang="en-US" sz="2781" dirty="0">
                <a:solidFill>
                  <a:srgbClr val="403CCF"/>
                </a:solidFill>
                <a:latin typeface="Libre Baskerville" pitchFamily="34" charset="0"/>
                <a:ea typeface="Libre Baskerville" pitchFamily="34" charset="-122"/>
                <a:cs typeface="Libre Baskerville" pitchFamily="34" charset="-120"/>
              </a:rPr>
              <a:t>Firewall:</a:t>
            </a:r>
            <a:endParaRPr lang="en-US" sz="2781" dirty="0"/>
          </a:p>
        </p:txBody>
      </p:sp>
      <p:pic>
        <p:nvPicPr>
          <p:cNvPr id="4" name="Picture 3">
            <a:extLst>
              <a:ext uri="{FF2B5EF4-FFF2-40B4-BE49-F238E27FC236}">
                <a16:creationId xmlns:a16="http://schemas.microsoft.com/office/drawing/2014/main" id="{81A3BC55-7ED2-4D14-779A-221855CFD5F5}"/>
              </a:ext>
            </a:extLst>
          </p:cNvPr>
          <p:cNvPicPr>
            <a:picLocks noChangeAspect="1"/>
          </p:cNvPicPr>
          <p:nvPr/>
        </p:nvPicPr>
        <p:blipFill>
          <a:blip r:embed="rId3"/>
          <a:stretch>
            <a:fillRect/>
          </a:stretch>
        </p:blipFill>
        <p:spPr>
          <a:xfrm>
            <a:off x="1189566" y="962024"/>
            <a:ext cx="6405033" cy="3608169"/>
          </a:xfrm>
          <a:prstGeom prst="rect">
            <a:avLst/>
          </a:prstGeom>
        </p:spPr>
      </p:pic>
    </p:spTree>
    <p:extLst>
      <p:ext uri="{BB962C8B-B14F-4D97-AF65-F5344CB8AC3E}">
        <p14:creationId xmlns:p14="http://schemas.microsoft.com/office/powerpoint/2010/main" val="1683496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796023-57AB-8CAF-F4C7-02614FFB0CEB}"/>
              </a:ext>
            </a:extLst>
          </p:cNvPr>
          <p:cNvSpPr txBox="1"/>
          <p:nvPr/>
        </p:nvSpPr>
        <p:spPr>
          <a:xfrm>
            <a:off x="584199" y="438778"/>
            <a:ext cx="7306733" cy="520271"/>
          </a:xfrm>
          <a:prstGeom prst="rect">
            <a:avLst/>
          </a:prstGeom>
          <a:noFill/>
        </p:spPr>
        <p:txBody>
          <a:bodyPr wrap="square">
            <a:spAutoFit/>
          </a:bodyPr>
          <a:lstStyle/>
          <a:p>
            <a:r>
              <a:rPr lang="en-US" sz="2781" dirty="0">
                <a:solidFill>
                  <a:srgbClr val="403CCF"/>
                </a:solidFill>
                <a:latin typeface="Libre Baskerville" pitchFamily="34" charset="0"/>
              </a:rPr>
              <a:t>Intrusion Prevention System (IPS)</a:t>
            </a:r>
            <a:endParaRPr lang="en-PK" sz="2781" dirty="0">
              <a:solidFill>
                <a:srgbClr val="403CCF"/>
              </a:solidFill>
              <a:latin typeface="Libre Baskerville" pitchFamily="34" charset="0"/>
            </a:endParaRPr>
          </a:p>
        </p:txBody>
      </p:sp>
      <p:sp>
        <p:nvSpPr>
          <p:cNvPr id="5" name="TextBox 4">
            <a:extLst>
              <a:ext uri="{FF2B5EF4-FFF2-40B4-BE49-F238E27FC236}">
                <a16:creationId xmlns:a16="http://schemas.microsoft.com/office/drawing/2014/main" id="{464B0D72-1742-4C30-F888-BAF7CE609CB2}"/>
              </a:ext>
            </a:extLst>
          </p:cNvPr>
          <p:cNvSpPr txBox="1"/>
          <p:nvPr/>
        </p:nvSpPr>
        <p:spPr>
          <a:xfrm>
            <a:off x="584199" y="1321137"/>
            <a:ext cx="8280400" cy="2677656"/>
          </a:xfrm>
          <a:prstGeom prst="rect">
            <a:avLst/>
          </a:prstGeom>
          <a:noFill/>
        </p:spPr>
        <p:txBody>
          <a:bodyPr wrap="square">
            <a:spAutoFit/>
          </a:bodyPr>
          <a:lstStyle/>
          <a:p>
            <a:pPr marL="285750" indent="-285750">
              <a:buFont typeface="Wingdings" panose="05000000000000000000" pitchFamily="2" charset="2"/>
              <a:buChar char="ü"/>
            </a:pPr>
            <a:r>
              <a:rPr lang="en-US" dirty="0"/>
              <a:t>IPS is a network security tool that detects and blocks threats in real time.</a:t>
            </a:r>
          </a:p>
          <a:p>
            <a:pPr marL="285750" indent="-285750">
              <a:buFont typeface="Wingdings" panose="05000000000000000000" pitchFamily="2" charset="2"/>
              <a:buChar char="ü"/>
            </a:pPr>
            <a:r>
              <a:rPr lang="en-US" dirty="0"/>
              <a:t>It actively monitors network traffic for suspicious or malicious activity.</a:t>
            </a:r>
          </a:p>
          <a:p>
            <a:pPr marL="285750" indent="-285750">
              <a:buFont typeface="Wingdings" panose="05000000000000000000" pitchFamily="2" charset="2"/>
              <a:buChar char="ü"/>
            </a:pPr>
            <a:r>
              <a:rPr lang="en-US" dirty="0"/>
              <a:t>When a threat is found, IPS can automatically block, drop, or reset the connection..</a:t>
            </a:r>
          </a:p>
          <a:p>
            <a:endParaRPr lang="en-US" dirty="0"/>
          </a:p>
          <a:p>
            <a:endParaRPr lang="en-US" dirty="0"/>
          </a:p>
          <a:p>
            <a:endParaRPr lang="en-US" dirty="0"/>
          </a:p>
          <a:p>
            <a:r>
              <a:rPr lang="en-US" b="1" dirty="0"/>
              <a:t>Function:</a:t>
            </a:r>
          </a:p>
          <a:p>
            <a:pPr marL="285750" indent="-285750">
              <a:buFont typeface="Wingdings" panose="05000000000000000000" pitchFamily="2" charset="2"/>
              <a:buChar char="ü"/>
            </a:pPr>
            <a:r>
              <a:rPr lang="en-US" dirty="0"/>
              <a:t>Combines detection and prevention.</a:t>
            </a:r>
          </a:p>
          <a:p>
            <a:pPr marL="285750" indent="-285750">
              <a:buFont typeface="Wingdings" panose="05000000000000000000" pitchFamily="2" charset="2"/>
              <a:buChar char="ü"/>
            </a:pPr>
            <a:r>
              <a:rPr lang="en-US" dirty="0"/>
              <a:t>Stops threats before they impact systems.</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dirty="0"/>
              <a:t>Integrates with firewalls, IDS, and antivirus solutions.</a:t>
            </a:r>
          </a:p>
          <a:p>
            <a:endParaRPr lang="en-US" dirty="0"/>
          </a:p>
        </p:txBody>
      </p:sp>
    </p:spTree>
    <p:extLst>
      <p:ext uri="{BB962C8B-B14F-4D97-AF65-F5344CB8AC3E}">
        <p14:creationId xmlns:p14="http://schemas.microsoft.com/office/powerpoint/2010/main" val="5392445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A5188-05F3-2B32-1176-F17A2252AAB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25E0B24-0147-50DC-25D2-B30087BDB67C}"/>
              </a:ext>
            </a:extLst>
          </p:cNvPr>
          <p:cNvSpPr txBox="1"/>
          <p:nvPr/>
        </p:nvSpPr>
        <p:spPr>
          <a:xfrm>
            <a:off x="330200" y="565778"/>
            <a:ext cx="3412067" cy="520271"/>
          </a:xfrm>
          <a:prstGeom prst="rect">
            <a:avLst/>
          </a:prstGeom>
          <a:noFill/>
        </p:spPr>
        <p:txBody>
          <a:bodyPr wrap="square">
            <a:spAutoFit/>
          </a:bodyPr>
          <a:lstStyle/>
          <a:p>
            <a:r>
              <a:rPr lang="en-US" sz="2781" dirty="0">
                <a:solidFill>
                  <a:srgbClr val="403CCF"/>
                </a:solidFill>
                <a:latin typeface="Libre Baskerville" pitchFamily="34" charset="0"/>
              </a:rPr>
              <a:t>Endpoints</a:t>
            </a:r>
          </a:p>
        </p:txBody>
      </p:sp>
      <p:sp>
        <p:nvSpPr>
          <p:cNvPr id="5" name="TextBox 4">
            <a:extLst>
              <a:ext uri="{FF2B5EF4-FFF2-40B4-BE49-F238E27FC236}">
                <a16:creationId xmlns:a16="http://schemas.microsoft.com/office/drawing/2014/main" id="{2CE0D1B1-AFC6-58C3-E889-70BC06ECE7CA}"/>
              </a:ext>
            </a:extLst>
          </p:cNvPr>
          <p:cNvSpPr txBox="1"/>
          <p:nvPr/>
        </p:nvSpPr>
        <p:spPr>
          <a:xfrm>
            <a:off x="118534" y="1556087"/>
            <a:ext cx="3987801" cy="2031325"/>
          </a:xfrm>
          <a:prstGeom prst="rect">
            <a:avLst/>
          </a:prstGeom>
          <a:noFill/>
        </p:spPr>
        <p:txBody>
          <a:bodyPr wrap="square">
            <a:spAutoFit/>
          </a:bodyPr>
          <a:lstStyle/>
          <a:p>
            <a:pPr marL="285750" indent="-285750">
              <a:buFont typeface="Wingdings" panose="05000000000000000000" pitchFamily="2" charset="2"/>
              <a:buChar char="ü"/>
            </a:pPr>
            <a:r>
              <a:rPr lang="en-US" dirty="0"/>
              <a:t>Devices (e.g., computers, mobile devices) connected to a network.</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dirty="0"/>
              <a:t>Devices such as computers, smartphones, and IoT devices connected to a network.</a:t>
            </a:r>
          </a:p>
          <a:p>
            <a:endParaRPr lang="en-US" dirty="0"/>
          </a:p>
          <a:p>
            <a:endParaRPr lang="en-US" dirty="0"/>
          </a:p>
          <a:p>
            <a:endParaRPr lang="en-US" dirty="0"/>
          </a:p>
          <a:p>
            <a:endParaRPr lang="en-US" dirty="0"/>
          </a:p>
        </p:txBody>
      </p:sp>
      <p:sp>
        <p:nvSpPr>
          <p:cNvPr id="4" name="TextBox 3">
            <a:extLst>
              <a:ext uri="{FF2B5EF4-FFF2-40B4-BE49-F238E27FC236}">
                <a16:creationId xmlns:a16="http://schemas.microsoft.com/office/drawing/2014/main" id="{62A97C2C-D6A1-64EF-723E-7BE8D856E067}"/>
              </a:ext>
            </a:extLst>
          </p:cNvPr>
          <p:cNvSpPr txBox="1"/>
          <p:nvPr/>
        </p:nvSpPr>
        <p:spPr>
          <a:xfrm>
            <a:off x="4724400" y="565777"/>
            <a:ext cx="4572000" cy="520271"/>
          </a:xfrm>
          <a:prstGeom prst="rect">
            <a:avLst/>
          </a:prstGeom>
          <a:noFill/>
        </p:spPr>
        <p:txBody>
          <a:bodyPr wrap="square">
            <a:spAutoFit/>
          </a:bodyPr>
          <a:lstStyle/>
          <a:p>
            <a:r>
              <a:rPr lang="en-US" sz="2781" dirty="0">
                <a:solidFill>
                  <a:srgbClr val="403CCF"/>
                </a:solidFill>
                <a:latin typeface="Libre Baskerville" pitchFamily="34" charset="0"/>
              </a:rPr>
              <a:t>Servers</a:t>
            </a:r>
          </a:p>
        </p:txBody>
      </p:sp>
      <p:sp>
        <p:nvSpPr>
          <p:cNvPr id="7" name="TextBox 6">
            <a:extLst>
              <a:ext uri="{FF2B5EF4-FFF2-40B4-BE49-F238E27FC236}">
                <a16:creationId xmlns:a16="http://schemas.microsoft.com/office/drawing/2014/main" id="{D4B1E970-2E87-FA3B-904C-A21368F391C0}"/>
              </a:ext>
            </a:extLst>
          </p:cNvPr>
          <p:cNvSpPr txBox="1"/>
          <p:nvPr/>
        </p:nvSpPr>
        <p:spPr>
          <a:xfrm>
            <a:off x="4572000" y="1556087"/>
            <a:ext cx="4453466" cy="1169551"/>
          </a:xfrm>
          <a:prstGeom prst="rect">
            <a:avLst/>
          </a:prstGeom>
          <a:noFill/>
        </p:spPr>
        <p:txBody>
          <a:bodyPr wrap="square">
            <a:spAutoFit/>
          </a:bodyPr>
          <a:lstStyle/>
          <a:p>
            <a:pPr marL="285750" indent="-285750">
              <a:buFont typeface="Wingdings" panose="05000000000000000000" pitchFamily="2" charset="2"/>
              <a:buChar char="ü"/>
            </a:pPr>
            <a:r>
              <a:rPr lang="en-US" dirty="0"/>
              <a:t>Centralized systems that store, process, and manage data for network users. </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dirty="0"/>
              <a:t>They host applications, databases, and provide services like email or file sharing.</a:t>
            </a:r>
          </a:p>
        </p:txBody>
      </p:sp>
    </p:spTree>
    <p:extLst>
      <p:ext uri="{BB962C8B-B14F-4D97-AF65-F5344CB8AC3E}">
        <p14:creationId xmlns:p14="http://schemas.microsoft.com/office/powerpoint/2010/main" val="32080245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79371-4A44-CA3D-40B0-3BAF81160FD5}"/>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86E2180B-7B7B-8B8D-715F-6708095CF24E}"/>
              </a:ext>
            </a:extLst>
          </p:cNvPr>
          <p:cNvSpPr/>
          <p:nvPr/>
        </p:nvSpPr>
        <p:spPr>
          <a:xfrm>
            <a:off x="2536585" y="20898"/>
            <a:ext cx="3915015" cy="490381"/>
          </a:xfrm>
          <a:prstGeom prst="rect">
            <a:avLst/>
          </a:prstGeom>
          <a:noFill/>
          <a:ln/>
        </p:spPr>
        <p:txBody>
          <a:bodyPr wrap="square" lIns="0" tIns="0" rIns="0" bIns="0" rtlCol="0" anchor="t"/>
          <a:lstStyle/>
          <a:p>
            <a:pPr>
              <a:lnSpc>
                <a:spcPts val="3469"/>
              </a:lnSpc>
            </a:pPr>
            <a:r>
              <a:rPr lang="en-US" sz="1600" dirty="0">
                <a:solidFill>
                  <a:srgbClr val="403CCF"/>
                </a:solidFill>
                <a:latin typeface="Libre Baskerville" pitchFamily="34" charset="0"/>
                <a:ea typeface="Libre Baskerville" pitchFamily="34" charset="-122"/>
                <a:cs typeface="Libre Baskerville" pitchFamily="34" charset="-120"/>
              </a:rPr>
              <a:t>Types of Network Communication</a:t>
            </a:r>
            <a:endParaRPr lang="en-US" sz="1600" dirty="0"/>
          </a:p>
        </p:txBody>
      </p:sp>
      <p:sp>
        <p:nvSpPr>
          <p:cNvPr id="8" name="Text 5">
            <a:extLst>
              <a:ext uri="{FF2B5EF4-FFF2-40B4-BE49-F238E27FC236}">
                <a16:creationId xmlns:a16="http://schemas.microsoft.com/office/drawing/2014/main" id="{68F979A4-24EF-B51B-50EE-B7F4EB90D5A2}"/>
              </a:ext>
            </a:extLst>
          </p:cNvPr>
          <p:cNvSpPr/>
          <p:nvPr/>
        </p:nvSpPr>
        <p:spPr>
          <a:xfrm>
            <a:off x="496118" y="1049866"/>
            <a:ext cx="6158681" cy="3479799"/>
          </a:xfrm>
          <a:prstGeom prst="rect">
            <a:avLst/>
          </a:prstGeom>
          <a:noFill/>
          <a:ln/>
        </p:spPr>
        <p:txBody>
          <a:bodyPr wrap="square" lIns="0" tIns="0" rIns="0" bIns="0" rtlCol="0" anchor="t"/>
          <a:lstStyle/>
          <a:p>
            <a:pPr>
              <a:lnSpc>
                <a:spcPts val="1781"/>
              </a:lnSpc>
            </a:pPr>
            <a:endParaRPr lang="en-US" sz="1094" dirty="0">
              <a:solidFill>
                <a:srgbClr val="49495A"/>
              </a:solidFill>
              <a:latin typeface="Open Sans" pitchFamily="34" charset="0"/>
              <a:ea typeface="Open Sans" pitchFamily="34" charset="-122"/>
              <a:cs typeface="Open Sans" pitchFamily="34" charset="-120"/>
            </a:endParaRPr>
          </a:p>
        </p:txBody>
      </p:sp>
      <p:sp>
        <p:nvSpPr>
          <p:cNvPr id="15" name="Text 12">
            <a:extLst>
              <a:ext uri="{FF2B5EF4-FFF2-40B4-BE49-F238E27FC236}">
                <a16:creationId xmlns:a16="http://schemas.microsoft.com/office/drawing/2014/main" id="{4D28215A-0A77-8328-D40A-0F92215497AE}"/>
              </a:ext>
            </a:extLst>
          </p:cNvPr>
          <p:cNvSpPr/>
          <p:nvPr/>
        </p:nvSpPr>
        <p:spPr>
          <a:xfrm>
            <a:off x="643235" y="4065464"/>
            <a:ext cx="130969" cy="212676"/>
          </a:xfrm>
          <a:prstGeom prst="rect">
            <a:avLst/>
          </a:prstGeom>
          <a:noFill/>
          <a:ln/>
        </p:spPr>
        <p:txBody>
          <a:bodyPr wrap="none" lIns="0" tIns="0" rIns="0" bIns="0" rtlCol="0" anchor="t"/>
          <a:lstStyle/>
          <a:p>
            <a:pPr algn="ctr">
              <a:lnSpc>
                <a:spcPts val="1656"/>
              </a:lnSpc>
            </a:pPr>
            <a:endParaRPr lang="en-US" sz="1656" dirty="0"/>
          </a:p>
        </p:txBody>
      </p:sp>
      <p:sp>
        <p:nvSpPr>
          <p:cNvPr id="4" name="TextBox 3">
            <a:extLst>
              <a:ext uri="{FF2B5EF4-FFF2-40B4-BE49-F238E27FC236}">
                <a16:creationId xmlns:a16="http://schemas.microsoft.com/office/drawing/2014/main" id="{50B1C3CA-239D-4ED8-613A-AE423E1116AB}"/>
              </a:ext>
            </a:extLst>
          </p:cNvPr>
          <p:cNvSpPr txBox="1"/>
          <p:nvPr/>
        </p:nvSpPr>
        <p:spPr>
          <a:xfrm>
            <a:off x="432617" y="409619"/>
            <a:ext cx="7068849" cy="4493538"/>
          </a:xfrm>
          <a:prstGeom prst="rect">
            <a:avLst/>
          </a:prstGeom>
          <a:noFill/>
        </p:spPr>
        <p:txBody>
          <a:bodyPr wrap="square">
            <a:spAutoFit/>
          </a:bodyPr>
          <a:lstStyle/>
          <a:p>
            <a:r>
              <a:rPr lang="en-US" sz="1100" b="1" dirty="0">
                <a:solidFill>
                  <a:srgbClr val="49495A"/>
                </a:solidFill>
                <a:latin typeface="Open Sans" pitchFamily="34" charset="0"/>
                <a:ea typeface="Open Sans" pitchFamily="34" charset="-122"/>
                <a:cs typeface="Open Sans" pitchFamily="34" charset="-120"/>
              </a:rPr>
              <a:t>Unicast</a:t>
            </a:r>
          </a:p>
          <a:p>
            <a:pPr marL="171450" indent="-171450">
              <a:buFont typeface="Wingdings" panose="05000000000000000000" pitchFamily="2" charset="2"/>
              <a:buChar char="ü"/>
            </a:pPr>
            <a:r>
              <a:rPr lang="en-US" sz="1100" dirty="0">
                <a:solidFill>
                  <a:srgbClr val="49495A"/>
                </a:solidFill>
                <a:latin typeface="Open Sans" pitchFamily="34" charset="0"/>
                <a:ea typeface="Open Sans" pitchFamily="34" charset="-122"/>
                <a:cs typeface="Open Sans" pitchFamily="34" charset="-120"/>
              </a:rPr>
              <a:t>One to one communication</a:t>
            </a:r>
          </a:p>
          <a:p>
            <a:pPr marL="171450" indent="-171450">
              <a:buFont typeface="Wingdings" panose="05000000000000000000" pitchFamily="2" charset="2"/>
              <a:buChar char="ü"/>
            </a:pPr>
            <a:r>
              <a:rPr lang="en-US" sz="1100" dirty="0">
                <a:solidFill>
                  <a:srgbClr val="49495A"/>
                </a:solidFill>
                <a:latin typeface="Open Sans" pitchFamily="34" charset="0"/>
                <a:ea typeface="Open Sans" pitchFamily="34" charset="-122"/>
                <a:cs typeface="Open Sans" pitchFamily="34" charset="-120"/>
              </a:rPr>
              <a:t>Communication between a single sender and a single receiver.</a:t>
            </a:r>
          </a:p>
          <a:p>
            <a:pPr marL="171450" indent="-171450">
              <a:buFont typeface="Wingdings" panose="05000000000000000000" pitchFamily="2" charset="2"/>
              <a:buChar char="ü"/>
            </a:pPr>
            <a:r>
              <a:rPr lang="en-US" sz="1100" dirty="0">
                <a:solidFill>
                  <a:srgbClr val="49495A"/>
                </a:solidFill>
                <a:latin typeface="Open Sans" pitchFamily="34" charset="0"/>
                <a:ea typeface="Open Sans" pitchFamily="34" charset="-122"/>
                <a:cs typeface="Open Sans" pitchFamily="34" charset="-120"/>
              </a:rPr>
              <a:t>Used in regular internet browsing, emails, and one-to-one communication.</a:t>
            </a:r>
          </a:p>
          <a:p>
            <a:pPr marL="171450" indent="-171450">
              <a:buFont typeface="Wingdings" panose="05000000000000000000" pitchFamily="2" charset="2"/>
              <a:buChar char="ü"/>
            </a:pPr>
            <a:r>
              <a:rPr lang="en-US" sz="1100" dirty="0">
                <a:solidFill>
                  <a:srgbClr val="49495A"/>
                </a:solidFill>
                <a:latin typeface="Open Sans" pitchFamily="34" charset="0"/>
                <a:ea typeface="Open Sans" pitchFamily="34" charset="-122"/>
                <a:cs typeface="Open Sans" pitchFamily="34" charset="-120"/>
              </a:rPr>
              <a:t>Example: A user accessing a website</a:t>
            </a:r>
          </a:p>
          <a:p>
            <a:endParaRPr lang="en-US" sz="1100" b="1" dirty="0">
              <a:solidFill>
                <a:srgbClr val="49495A"/>
              </a:solidFill>
              <a:latin typeface="Open Sans" pitchFamily="34" charset="0"/>
              <a:ea typeface="Open Sans" pitchFamily="34" charset="-122"/>
              <a:cs typeface="Open Sans" pitchFamily="34" charset="-120"/>
            </a:endParaRPr>
          </a:p>
          <a:p>
            <a:endParaRPr lang="en-US" sz="1100" b="1" dirty="0">
              <a:solidFill>
                <a:srgbClr val="49495A"/>
              </a:solidFill>
              <a:latin typeface="Open Sans" pitchFamily="34" charset="0"/>
              <a:ea typeface="Open Sans" pitchFamily="34" charset="-122"/>
              <a:cs typeface="Open Sans" pitchFamily="34" charset="-120"/>
            </a:endParaRPr>
          </a:p>
          <a:p>
            <a:r>
              <a:rPr lang="en-US" sz="1100" b="1" dirty="0">
                <a:solidFill>
                  <a:srgbClr val="49495A"/>
                </a:solidFill>
                <a:latin typeface="Open Sans" pitchFamily="34" charset="0"/>
                <a:ea typeface="Open Sans" pitchFamily="34" charset="-122"/>
                <a:cs typeface="Open Sans" pitchFamily="34" charset="-120"/>
              </a:rPr>
              <a:t>Multicast</a:t>
            </a:r>
            <a:endParaRPr lang="en-US" sz="1100" dirty="0">
              <a:solidFill>
                <a:srgbClr val="49495A"/>
              </a:solidFill>
              <a:latin typeface="Open Sans" pitchFamily="34" charset="0"/>
              <a:ea typeface="Open Sans" pitchFamily="34" charset="-122"/>
              <a:cs typeface="Open Sans" pitchFamily="34" charset="-120"/>
            </a:endParaRPr>
          </a:p>
          <a:p>
            <a:pPr marL="171450" indent="-171450">
              <a:buFont typeface="Wingdings" panose="05000000000000000000" pitchFamily="2" charset="2"/>
              <a:buChar char="ü"/>
            </a:pPr>
            <a:r>
              <a:rPr lang="en-US" sz="1100" dirty="0">
                <a:solidFill>
                  <a:srgbClr val="49495A"/>
                </a:solidFill>
                <a:latin typeface="Open Sans" pitchFamily="34" charset="0"/>
                <a:ea typeface="Open Sans" pitchFamily="34" charset="-122"/>
                <a:cs typeface="Open Sans" pitchFamily="34" charset="-120"/>
              </a:rPr>
              <a:t>One to many or to a special group</a:t>
            </a:r>
          </a:p>
          <a:p>
            <a:pPr marL="171450" indent="-171450">
              <a:buFont typeface="Wingdings" panose="05000000000000000000" pitchFamily="2" charset="2"/>
              <a:buChar char="ü"/>
            </a:pPr>
            <a:r>
              <a:rPr lang="en-US" sz="1100" dirty="0">
                <a:solidFill>
                  <a:srgbClr val="49495A"/>
                </a:solidFill>
                <a:latin typeface="Open Sans" pitchFamily="34" charset="0"/>
                <a:ea typeface="Open Sans" pitchFamily="34" charset="-122"/>
                <a:cs typeface="Open Sans" pitchFamily="34" charset="-120"/>
              </a:rPr>
              <a:t>Communication where data is sent from one sender to multiple specific receivers in a group.</a:t>
            </a:r>
          </a:p>
          <a:p>
            <a:pPr marL="171450" indent="-171450">
              <a:buFont typeface="Wingdings" panose="05000000000000000000" pitchFamily="2" charset="2"/>
              <a:buChar char="ü"/>
            </a:pPr>
            <a:r>
              <a:rPr lang="en-US" sz="1100" dirty="0">
                <a:solidFill>
                  <a:srgbClr val="49495A"/>
                </a:solidFill>
                <a:latin typeface="Open Sans" pitchFamily="34" charset="0"/>
                <a:ea typeface="Open Sans" pitchFamily="34" charset="-122"/>
                <a:cs typeface="Open Sans" pitchFamily="34" charset="-120"/>
              </a:rPr>
              <a:t>Used in streaming services, video conferencing</a:t>
            </a:r>
          </a:p>
          <a:p>
            <a:pPr marL="171450" indent="-171450">
              <a:buFont typeface="Wingdings" panose="05000000000000000000" pitchFamily="2" charset="2"/>
              <a:buChar char="ü"/>
            </a:pPr>
            <a:r>
              <a:rPr lang="en-US" sz="1100" dirty="0">
                <a:solidFill>
                  <a:srgbClr val="49495A"/>
                </a:solidFill>
                <a:latin typeface="Open Sans" pitchFamily="34" charset="0"/>
                <a:ea typeface="Open Sans" pitchFamily="34" charset="-122"/>
                <a:cs typeface="Open Sans" pitchFamily="34" charset="-120"/>
              </a:rPr>
              <a:t> A live video stream sent to selected users</a:t>
            </a:r>
          </a:p>
          <a:p>
            <a:endParaRPr lang="en-US" sz="1100" b="1" dirty="0">
              <a:solidFill>
                <a:srgbClr val="49495A"/>
              </a:solidFill>
              <a:latin typeface="Open Sans" pitchFamily="34" charset="0"/>
              <a:ea typeface="Open Sans" pitchFamily="34" charset="-122"/>
              <a:cs typeface="Open Sans" pitchFamily="34" charset="-120"/>
            </a:endParaRPr>
          </a:p>
          <a:p>
            <a:endParaRPr lang="en-US" sz="1100" b="1" dirty="0">
              <a:solidFill>
                <a:srgbClr val="49495A"/>
              </a:solidFill>
              <a:latin typeface="Open Sans" pitchFamily="34" charset="0"/>
              <a:ea typeface="Open Sans" pitchFamily="34" charset="-122"/>
              <a:cs typeface="Open Sans" pitchFamily="34" charset="-120"/>
            </a:endParaRPr>
          </a:p>
          <a:p>
            <a:r>
              <a:rPr lang="en-US" sz="1100" b="1" dirty="0">
                <a:solidFill>
                  <a:srgbClr val="49495A"/>
                </a:solidFill>
                <a:latin typeface="Open Sans" pitchFamily="34" charset="0"/>
                <a:ea typeface="Open Sans" pitchFamily="34" charset="-122"/>
                <a:cs typeface="Open Sans" pitchFamily="34" charset="-120"/>
              </a:rPr>
              <a:t>Broadcast</a:t>
            </a:r>
          </a:p>
          <a:p>
            <a:pPr marL="171450" indent="-171450">
              <a:buFont typeface="Wingdings" panose="05000000000000000000" pitchFamily="2" charset="2"/>
              <a:buChar char="ü"/>
            </a:pPr>
            <a:r>
              <a:rPr lang="en-US" sz="1100" dirty="0">
                <a:solidFill>
                  <a:srgbClr val="49495A"/>
                </a:solidFill>
                <a:latin typeface="Open Sans" pitchFamily="34" charset="0"/>
                <a:ea typeface="Open Sans" pitchFamily="34" charset="-122"/>
                <a:cs typeface="Open Sans" pitchFamily="34" charset="-120"/>
              </a:rPr>
              <a:t>One to all communication</a:t>
            </a:r>
          </a:p>
          <a:p>
            <a:pPr marL="171450" indent="-171450">
              <a:buFont typeface="Wingdings" panose="05000000000000000000" pitchFamily="2" charset="2"/>
              <a:buChar char="ü"/>
            </a:pPr>
            <a:r>
              <a:rPr lang="en-US" sz="1100" dirty="0">
                <a:solidFill>
                  <a:srgbClr val="49495A"/>
                </a:solidFill>
                <a:latin typeface="Open Sans" pitchFamily="34" charset="0"/>
                <a:ea typeface="Open Sans" pitchFamily="34" charset="-122"/>
                <a:cs typeface="Open Sans" pitchFamily="34" charset="-120"/>
              </a:rPr>
              <a:t>Communication where data is sent from one sender to all devices on the network.</a:t>
            </a:r>
          </a:p>
          <a:p>
            <a:pPr marL="171450" indent="-171450">
              <a:buFont typeface="Wingdings" panose="05000000000000000000" pitchFamily="2" charset="2"/>
              <a:buChar char="ü"/>
            </a:pPr>
            <a:r>
              <a:rPr lang="en-US" sz="1100" dirty="0">
                <a:solidFill>
                  <a:srgbClr val="49495A"/>
                </a:solidFill>
                <a:latin typeface="Open Sans" pitchFamily="34" charset="0"/>
                <a:ea typeface="Open Sans" pitchFamily="34" charset="-122"/>
                <a:cs typeface="Open Sans" pitchFamily="34" charset="-120"/>
              </a:rPr>
              <a:t>Used in ARP requests, DHCP, and network discovery.</a:t>
            </a:r>
          </a:p>
          <a:p>
            <a:pPr marL="171450" indent="-171450">
              <a:buFont typeface="Wingdings" panose="05000000000000000000" pitchFamily="2" charset="2"/>
              <a:buChar char="ü"/>
            </a:pPr>
            <a:r>
              <a:rPr lang="en-US" sz="1100" dirty="0">
                <a:solidFill>
                  <a:srgbClr val="49495A"/>
                </a:solidFill>
                <a:latin typeface="Open Sans" pitchFamily="34" charset="0"/>
                <a:ea typeface="Open Sans" pitchFamily="34" charset="-122"/>
                <a:cs typeface="Open Sans" pitchFamily="34" charset="-120"/>
              </a:rPr>
              <a:t> A DHCP request</a:t>
            </a:r>
          </a:p>
          <a:p>
            <a:endParaRPr lang="en-US" sz="1100" b="1" dirty="0">
              <a:solidFill>
                <a:srgbClr val="49495A"/>
              </a:solidFill>
              <a:latin typeface="Open Sans" pitchFamily="34" charset="0"/>
              <a:ea typeface="Open Sans" pitchFamily="34" charset="-122"/>
              <a:cs typeface="Open Sans" pitchFamily="34" charset="-120"/>
            </a:endParaRPr>
          </a:p>
          <a:p>
            <a:r>
              <a:rPr lang="en-US" sz="1100" b="1" dirty="0">
                <a:solidFill>
                  <a:srgbClr val="49495A"/>
                </a:solidFill>
                <a:latin typeface="Open Sans" pitchFamily="34" charset="0"/>
                <a:ea typeface="Open Sans" pitchFamily="34" charset="-122"/>
                <a:cs typeface="Open Sans" pitchFamily="34" charset="-120"/>
              </a:rPr>
              <a:t>Anycast</a:t>
            </a:r>
          </a:p>
          <a:p>
            <a:pPr marL="171450" indent="-171450">
              <a:buFont typeface="Wingdings" panose="05000000000000000000" pitchFamily="2" charset="2"/>
              <a:buChar char="ü"/>
            </a:pPr>
            <a:r>
              <a:rPr lang="en-US" sz="1100" dirty="0">
                <a:solidFill>
                  <a:srgbClr val="49495A"/>
                </a:solidFill>
                <a:latin typeface="Open Sans" pitchFamily="34" charset="0"/>
                <a:ea typeface="Open Sans" pitchFamily="34" charset="-122"/>
                <a:cs typeface="Open Sans" pitchFamily="34" charset="-120"/>
              </a:rPr>
              <a:t>One-to-one-of-many communication. </a:t>
            </a:r>
          </a:p>
          <a:p>
            <a:pPr marL="171450" indent="-171450">
              <a:buFont typeface="Wingdings" panose="05000000000000000000" pitchFamily="2" charset="2"/>
              <a:buChar char="ü"/>
            </a:pPr>
            <a:r>
              <a:rPr lang="en-US" sz="1100" dirty="0">
                <a:solidFill>
                  <a:srgbClr val="49495A"/>
                </a:solidFill>
                <a:latin typeface="Open Sans" pitchFamily="34" charset="0"/>
                <a:ea typeface="Open Sans" pitchFamily="34" charset="-122"/>
                <a:cs typeface="Open Sans" pitchFamily="34" charset="-120"/>
              </a:rPr>
              <a:t>Data is sent to the nearest or best receiver in a group (based on routing distance).</a:t>
            </a:r>
          </a:p>
          <a:p>
            <a:pPr marL="171450" indent="-171450">
              <a:buFont typeface="Wingdings" panose="05000000000000000000" pitchFamily="2" charset="2"/>
              <a:buChar char="ü"/>
            </a:pPr>
            <a:r>
              <a:rPr lang="en-US" sz="1100" dirty="0">
                <a:solidFill>
                  <a:srgbClr val="49495A"/>
                </a:solidFill>
                <a:latin typeface="Open Sans" pitchFamily="34" charset="0"/>
                <a:ea typeface="Open Sans" pitchFamily="34" charset="-122"/>
                <a:cs typeface="Open Sans" pitchFamily="34" charset="-120"/>
              </a:rPr>
              <a:t>You have one address, like 8.8.8.8</a:t>
            </a:r>
          </a:p>
          <a:p>
            <a:pPr marL="171450" indent="-171450">
              <a:buFont typeface="Wingdings" panose="05000000000000000000" pitchFamily="2" charset="2"/>
              <a:buChar char="ü"/>
            </a:pPr>
            <a:r>
              <a:rPr lang="en-US" sz="1100" dirty="0">
                <a:solidFill>
                  <a:srgbClr val="49495A"/>
                </a:solidFill>
                <a:latin typeface="Open Sans" pitchFamily="34" charset="0"/>
                <a:ea typeface="Open Sans" pitchFamily="34" charset="-122"/>
                <a:cs typeface="Open Sans" pitchFamily="34" charset="-120"/>
              </a:rPr>
              <a:t>But that address is used by many servers around </a:t>
            </a:r>
            <a:r>
              <a:rPr lang="en-US" sz="1100">
                <a:solidFill>
                  <a:srgbClr val="49495A"/>
                </a:solidFill>
                <a:latin typeface="Open Sans" pitchFamily="34" charset="0"/>
                <a:ea typeface="Open Sans" pitchFamily="34" charset="-122"/>
                <a:cs typeface="Open Sans" pitchFamily="34" charset="-120"/>
              </a:rPr>
              <a:t>the world</a:t>
            </a:r>
          </a:p>
          <a:p>
            <a:pPr marL="171450" indent="-171450">
              <a:buFont typeface="Wingdings" panose="05000000000000000000" pitchFamily="2" charset="2"/>
              <a:buChar char="ü"/>
            </a:pPr>
            <a:r>
              <a:rPr lang="en-US" sz="1100">
                <a:solidFill>
                  <a:srgbClr val="49495A"/>
                </a:solidFill>
                <a:latin typeface="Open Sans" pitchFamily="34" charset="0"/>
                <a:ea typeface="Open Sans" pitchFamily="34" charset="-122"/>
                <a:cs typeface="Open Sans" pitchFamily="34" charset="-120"/>
              </a:rPr>
              <a:t>When </a:t>
            </a:r>
            <a:r>
              <a:rPr lang="en-US" sz="1100" dirty="0">
                <a:solidFill>
                  <a:srgbClr val="49495A"/>
                </a:solidFill>
                <a:latin typeface="Open Sans" pitchFamily="34" charset="0"/>
                <a:ea typeface="Open Sans" pitchFamily="34" charset="-122"/>
                <a:cs typeface="Open Sans" pitchFamily="34" charset="-120"/>
              </a:rPr>
              <a:t>you send data to that address, it automatically goes to the closest server to you</a:t>
            </a:r>
          </a:p>
        </p:txBody>
      </p:sp>
    </p:spTree>
    <p:extLst>
      <p:ext uri="{BB962C8B-B14F-4D97-AF65-F5344CB8AC3E}">
        <p14:creationId xmlns:p14="http://schemas.microsoft.com/office/powerpoint/2010/main" val="36184797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D1933-9F4C-C497-55D9-3FA25A52318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19D62E72-8BCA-E670-6F42-2C4696B23FC5}"/>
              </a:ext>
            </a:extLst>
          </p:cNvPr>
          <p:cNvSpPr/>
          <p:nvPr/>
        </p:nvSpPr>
        <p:spPr>
          <a:xfrm>
            <a:off x="496119" y="245429"/>
            <a:ext cx="8520881" cy="897572"/>
          </a:xfrm>
          <a:prstGeom prst="rect">
            <a:avLst/>
          </a:prstGeom>
          <a:noFill/>
          <a:ln/>
        </p:spPr>
        <p:txBody>
          <a:bodyPr wrap="square" lIns="0" tIns="0" rIns="0" bIns="0" rtlCol="0" anchor="t"/>
          <a:lstStyle/>
          <a:p>
            <a:pPr>
              <a:lnSpc>
                <a:spcPts val="3469"/>
              </a:lnSpc>
            </a:pPr>
            <a:r>
              <a:rPr lang="en-US" sz="2400" dirty="0">
                <a:solidFill>
                  <a:srgbClr val="403CCF"/>
                </a:solidFill>
                <a:latin typeface="Libre Baskerville" pitchFamily="34" charset="0"/>
              </a:rPr>
              <a:t>IP Addresses: Unique Identifiers for Network Devices</a:t>
            </a:r>
          </a:p>
        </p:txBody>
      </p:sp>
      <p:sp>
        <p:nvSpPr>
          <p:cNvPr id="8" name="Text 5">
            <a:extLst>
              <a:ext uri="{FF2B5EF4-FFF2-40B4-BE49-F238E27FC236}">
                <a16:creationId xmlns:a16="http://schemas.microsoft.com/office/drawing/2014/main" id="{C9CBF691-5ACD-0786-DA45-65702A8185E5}"/>
              </a:ext>
            </a:extLst>
          </p:cNvPr>
          <p:cNvSpPr/>
          <p:nvPr/>
        </p:nvSpPr>
        <p:spPr>
          <a:xfrm>
            <a:off x="496119" y="985830"/>
            <a:ext cx="8369795" cy="2788039"/>
          </a:xfrm>
          <a:prstGeom prst="rect">
            <a:avLst/>
          </a:prstGeom>
          <a:noFill/>
          <a:ln/>
        </p:spPr>
        <p:txBody>
          <a:bodyPr wrap="square" lIns="0" tIns="0" rIns="0" bIns="0" rtlCol="0" anchor="t"/>
          <a:lstStyle/>
          <a:p>
            <a:pPr>
              <a:lnSpc>
                <a:spcPts val="1781"/>
              </a:lnSpc>
            </a:pPr>
            <a:r>
              <a:rPr lang="en-US" sz="2400" b="1" dirty="0">
                <a:solidFill>
                  <a:srgbClr val="49495A"/>
                </a:solidFill>
                <a:latin typeface="Open Sans" pitchFamily="34" charset="0"/>
                <a:ea typeface="Open Sans" pitchFamily="34" charset="-122"/>
                <a:cs typeface="Open Sans" pitchFamily="34" charset="-120"/>
              </a:rPr>
              <a:t>IP : Internet Protocol</a:t>
            </a: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a:p>
            <a:pPr>
              <a:lnSpc>
                <a:spcPts val="1781"/>
              </a:lnSpc>
            </a:pPr>
            <a:r>
              <a:rPr lang="en-US" sz="1800" dirty="0">
                <a:solidFill>
                  <a:srgbClr val="49495A"/>
                </a:solidFill>
                <a:latin typeface="Open Sans" pitchFamily="34" charset="0"/>
                <a:ea typeface="Open Sans" pitchFamily="34" charset="-122"/>
                <a:cs typeface="Open Sans" pitchFamily="34" charset="-120"/>
              </a:rPr>
              <a:t>Protocol: A protocol is a set of rules and regulations used for communication.</a:t>
            </a: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a:p>
            <a:pPr>
              <a:lnSpc>
                <a:spcPts val="1781"/>
              </a:lnSpc>
            </a:pPr>
            <a:r>
              <a:rPr lang="en-US" sz="1094" dirty="0">
                <a:solidFill>
                  <a:srgbClr val="49495A"/>
                </a:solidFill>
                <a:latin typeface="Open Sans" pitchFamily="34" charset="0"/>
                <a:ea typeface="Open Sans" pitchFamily="34" charset="-122"/>
                <a:cs typeface="Open Sans" pitchFamily="34" charset="-120"/>
              </a:rPr>
              <a:t>✅ Common Alternative Names for IP Address:</a:t>
            </a:r>
          </a:p>
          <a:p>
            <a:pPr marL="171450" indent="-171450">
              <a:lnSpc>
                <a:spcPts val="1781"/>
              </a:lnSpc>
              <a:buFont typeface="Wingdings" panose="05000000000000000000" pitchFamily="2" charset="2"/>
              <a:buChar char="ü"/>
            </a:pPr>
            <a:r>
              <a:rPr lang="en-US" sz="1094" dirty="0">
                <a:solidFill>
                  <a:srgbClr val="49495A"/>
                </a:solidFill>
                <a:latin typeface="Open Sans" pitchFamily="34" charset="0"/>
                <a:ea typeface="Open Sans" pitchFamily="34" charset="-122"/>
                <a:cs typeface="Open Sans" pitchFamily="34" charset="-120"/>
              </a:rPr>
              <a:t>Logical Address </a:t>
            </a:r>
          </a:p>
          <a:p>
            <a:pPr marL="171450" indent="-171450">
              <a:lnSpc>
                <a:spcPts val="1781"/>
              </a:lnSpc>
              <a:buFont typeface="Wingdings" panose="05000000000000000000" pitchFamily="2" charset="2"/>
              <a:buChar char="ü"/>
            </a:pPr>
            <a:r>
              <a:rPr lang="en-US" sz="1094" dirty="0">
                <a:solidFill>
                  <a:srgbClr val="49495A"/>
                </a:solidFill>
                <a:latin typeface="Open Sans" pitchFamily="34" charset="0"/>
                <a:ea typeface="Open Sans" pitchFamily="34" charset="-122"/>
                <a:cs typeface="Open Sans" pitchFamily="34" charset="-120"/>
              </a:rPr>
              <a:t>Network Address </a:t>
            </a:r>
          </a:p>
          <a:p>
            <a:pPr marL="171450" indent="-171450">
              <a:lnSpc>
                <a:spcPts val="1781"/>
              </a:lnSpc>
              <a:buFont typeface="Wingdings" panose="05000000000000000000" pitchFamily="2" charset="2"/>
              <a:buChar char="ü"/>
            </a:pPr>
            <a:r>
              <a:rPr lang="en-US" sz="1094" dirty="0">
                <a:solidFill>
                  <a:srgbClr val="49495A"/>
                </a:solidFill>
                <a:latin typeface="Open Sans" pitchFamily="34" charset="0"/>
                <a:ea typeface="Open Sans" pitchFamily="34" charset="-122"/>
                <a:cs typeface="Open Sans" pitchFamily="34" charset="-120"/>
              </a:rPr>
              <a:t>Internet Address</a:t>
            </a:r>
          </a:p>
          <a:p>
            <a:pPr marL="171450" indent="-171450">
              <a:lnSpc>
                <a:spcPts val="1781"/>
              </a:lnSpc>
              <a:buFont typeface="Wingdings" panose="05000000000000000000" pitchFamily="2" charset="2"/>
              <a:buChar char="ü"/>
            </a:pPr>
            <a:r>
              <a:rPr lang="en-US" sz="1094" dirty="0">
                <a:solidFill>
                  <a:srgbClr val="49495A"/>
                </a:solidFill>
                <a:latin typeface="Open Sans" pitchFamily="34" charset="0"/>
                <a:ea typeface="Open Sans" pitchFamily="34" charset="-122"/>
                <a:cs typeface="Open Sans" pitchFamily="34" charset="-120"/>
              </a:rPr>
              <a:t>Host Address.</a:t>
            </a:r>
          </a:p>
          <a:p>
            <a:pPr marL="171450" indent="-171450">
              <a:lnSpc>
                <a:spcPts val="1781"/>
              </a:lnSpc>
              <a:buFont typeface="Wingdings" panose="05000000000000000000" pitchFamily="2" charset="2"/>
              <a:buChar char="ü"/>
            </a:pPr>
            <a:r>
              <a:rPr lang="en-US" sz="1094" dirty="0">
                <a:solidFill>
                  <a:srgbClr val="49495A"/>
                </a:solidFill>
                <a:latin typeface="Open Sans" pitchFamily="34" charset="0"/>
                <a:ea typeface="Open Sans" pitchFamily="34" charset="-122"/>
                <a:cs typeface="Open Sans" pitchFamily="34" charset="-120"/>
              </a:rPr>
              <a:t>Layer 3 Address </a:t>
            </a:r>
          </a:p>
          <a:p>
            <a:pPr marL="171450" indent="-171450">
              <a:lnSpc>
                <a:spcPts val="1781"/>
              </a:lnSpc>
              <a:buFont typeface="Wingdings" panose="05000000000000000000" pitchFamily="2" charset="2"/>
              <a:buChar char="ü"/>
            </a:pPr>
            <a:r>
              <a:rPr lang="en-US" sz="1094" dirty="0">
                <a:solidFill>
                  <a:srgbClr val="49495A"/>
                </a:solidFill>
                <a:latin typeface="Open Sans" pitchFamily="34" charset="0"/>
                <a:ea typeface="Open Sans" pitchFamily="34" charset="-122"/>
                <a:cs typeface="Open Sans" pitchFamily="34" charset="-120"/>
              </a:rPr>
              <a:t>IPv4/IPv6 Address </a:t>
            </a:r>
          </a:p>
          <a:p>
            <a:pPr marL="171450" indent="-171450">
              <a:lnSpc>
                <a:spcPts val="1781"/>
              </a:lnSpc>
              <a:buFont typeface="Wingdings" panose="05000000000000000000" pitchFamily="2" charset="2"/>
              <a:buChar char="ü"/>
            </a:pPr>
            <a:r>
              <a:rPr lang="en-US" sz="1094" dirty="0">
                <a:solidFill>
                  <a:srgbClr val="49495A"/>
                </a:solidFill>
                <a:latin typeface="Open Sans" pitchFamily="34" charset="0"/>
                <a:ea typeface="Open Sans" pitchFamily="34" charset="-122"/>
                <a:cs typeface="Open Sans" pitchFamily="34" charset="-120"/>
              </a:rPr>
              <a:t>Assigned Address </a:t>
            </a:r>
          </a:p>
          <a:p>
            <a:pPr>
              <a:lnSpc>
                <a:spcPts val="1781"/>
              </a:lnSpc>
            </a:pPr>
            <a:endParaRPr lang="en-US" sz="1094" dirty="0"/>
          </a:p>
        </p:txBody>
      </p:sp>
      <p:sp>
        <p:nvSpPr>
          <p:cNvPr id="15" name="Text 12">
            <a:extLst>
              <a:ext uri="{FF2B5EF4-FFF2-40B4-BE49-F238E27FC236}">
                <a16:creationId xmlns:a16="http://schemas.microsoft.com/office/drawing/2014/main" id="{4A469CC7-E881-099A-21FF-A8C17163465F}"/>
              </a:ext>
            </a:extLst>
          </p:cNvPr>
          <p:cNvSpPr/>
          <p:nvPr/>
        </p:nvSpPr>
        <p:spPr>
          <a:xfrm>
            <a:off x="643235" y="4065464"/>
            <a:ext cx="130969" cy="212676"/>
          </a:xfrm>
          <a:prstGeom prst="rect">
            <a:avLst/>
          </a:prstGeom>
          <a:noFill/>
          <a:ln/>
        </p:spPr>
        <p:txBody>
          <a:bodyPr wrap="none" lIns="0" tIns="0" rIns="0" bIns="0" rtlCol="0" anchor="t"/>
          <a:lstStyle/>
          <a:p>
            <a:pPr algn="ctr">
              <a:lnSpc>
                <a:spcPts val="1656"/>
              </a:lnSpc>
            </a:pPr>
            <a:endParaRPr lang="en-US" sz="1656" dirty="0"/>
          </a:p>
        </p:txBody>
      </p:sp>
    </p:spTree>
    <p:extLst>
      <p:ext uri="{BB962C8B-B14F-4D97-AF65-F5344CB8AC3E}">
        <p14:creationId xmlns:p14="http://schemas.microsoft.com/office/powerpoint/2010/main" val="32377543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8C647-2CEE-5F7C-2B40-F9C171452165}"/>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CEEB187A-6663-F3AE-D127-FF0761501885}"/>
              </a:ext>
            </a:extLst>
          </p:cNvPr>
          <p:cNvSpPr/>
          <p:nvPr/>
        </p:nvSpPr>
        <p:spPr>
          <a:xfrm>
            <a:off x="496119" y="245429"/>
            <a:ext cx="8520881" cy="897572"/>
          </a:xfrm>
          <a:prstGeom prst="rect">
            <a:avLst/>
          </a:prstGeom>
          <a:noFill/>
          <a:ln/>
        </p:spPr>
        <p:txBody>
          <a:bodyPr wrap="square" lIns="0" tIns="0" rIns="0" bIns="0" rtlCol="0" anchor="t"/>
          <a:lstStyle/>
          <a:p>
            <a:pPr>
              <a:lnSpc>
                <a:spcPts val="3469"/>
              </a:lnSpc>
            </a:pPr>
            <a:r>
              <a:rPr lang="en-US" sz="2400" dirty="0">
                <a:solidFill>
                  <a:srgbClr val="403CCF"/>
                </a:solidFill>
                <a:latin typeface="Libre Baskerville" pitchFamily="34" charset="0"/>
              </a:rPr>
              <a:t>IP Addresses: Unique Identifiers for Network Devices</a:t>
            </a:r>
          </a:p>
        </p:txBody>
      </p:sp>
      <p:sp>
        <p:nvSpPr>
          <p:cNvPr id="8" name="Text 5">
            <a:extLst>
              <a:ext uri="{FF2B5EF4-FFF2-40B4-BE49-F238E27FC236}">
                <a16:creationId xmlns:a16="http://schemas.microsoft.com/office/drawing/2014/main" id="{0F3B483C-82EE-0668-B858-2AF178A8C35E}"/>
              </a:ext>
            </a:extLst>
          </p:cNvPr>
          <p:cNvSpPr/>
          <p:nvPr/>
        </p:nvSpPr>
        <p:spPr>
          <a:xfrm>
            <a:off x="643234" y="1383763"/>
            <a:ext cx="8369795" cy="2788039"/>
          </a:xfrm>
          <a:prstGeom prst="rect">
            <a:avLst/>
          </a:prstGeom>
          <a:noFill/>
          <a:ln/>
        </p:spPr>
        <p:txBody>
          <a:bodyPr wrap="square" lIns="0" tIns="0" rIns="0" bIns="0" rtlCol="0" anchor="t"/>
          <a:lstStyle/>
          <a:p>
            <a:pPr>
              <a:lnSpc>
                <a:spcPts val="1781"/>
              </a:lnSpc>
            </a:pPr>
            <a:endParaRPr lang="en-US" sz="1094" dirty="0"/>
          </a:p>
        </p:txBody>
      </p:sp>
      <p:sp>
        <p:nvSpPr>
          <p:cNvPr id="15" name="Text 12">
            <a:extLst>
              <a:ext uri="{FF2B5EF4-FFF2-40B4-BE49-F238E27FC236}">
                <a16:creationId xmlns:a16="http://schemas.microsoft.com/office/drawing/2014/main" id="{82D0A71C-FB36-A7C6-A29A-535721F8F56C}"/>
              </a:ext>
            </a:extLst>
          </p:cNvPr>
          <p:cNvSpPr/>
          <p:nvPr/>
        </p:nvSpPr>
        <p:spPr>
          <a:xfrm>
            <a:off x="643235" y="4065464"/>
            <a:ext cx="130969" cy="212676"/>
          </a:xfrm>
          <a:prstGeom prst="rect">
            <a:avLst/>
          </a:prstGeom>
          <a:noFill/>
          <a:ln/>
        </p:spPr>
        <p:txBody>
          <a:bodyPr wrap="none" lIns="0" tIns="0" rIns="0" bIns="0" rtlCol="0" anchor="t"/>
          <a:lstStyle/>
          <a:p>
            <a:pPr algn="ctr">
              <a:lnSpc>
                <a:spcPts val="1656"/>
              </a:lnSpc>
            </a:pPr>
            <a:endParaRPr lang="en-US" sz="1656" dirty="0"/>
          </a:p>
        </p:txBody>
      </p:sp>
      <p:sp>
        <p:nvSpPr>
          <p:cNvPr id="4" name="TextBox 3">
            <a:extLst>
              <a:ext uri="{FF2B5EF4-FFF2-40B4-BE49-F238E27FC236}">
                <a16:creationId xmlns:a16="http://schemas.microsoft.com/office/drawing/2014/main" id="{8A6CEEE2-7419-6F30-2E7D-61AECD330CCB}"/>
              </a:ext>
            </a:extLst>
          </p:cNvPr>
          <p:cNvSpPr txBox="1"/>
          <p:nvPr/>
        </p:nvSpPr>
        <p:spPr>
          <a:xfrm>
            <a:off x="389466" y="1000794"/>
            <a:ext cx="8623563" cy="3631763"/>
          </a:xfrm>
          <a:prstGeom prst="rect">
            <a:avLst/>
          </a:prstGeom>
          <a:noFill/>
        </p:spPr>
        <p:txBody>
          <a:bodyPr wrap="square">
            <a:spAutoFit/>
          </a:bodyPr>
          <a:lstStyle/>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sz="1200" dirty="0"/>
              <a:t>IP (Internet Protocol) is like the address system of the internet.</a:t>
            </a:r>
          </a:p>
          <a:p>
            <a:pPr marL="285750" indent="-285750">
              <a:buFont typeface="Wingdings" panose="05000000000000000000" pitchFamily="2" charset="2"/>
              <a:buChar char="ü"/>
            </a:pPr>
            <a:endParaRPr lang="en-US" sz="1200" dirty="0"/>
          </a:p>
          <a:p>
            <a:pPr marL="285750" indent="-285750">
              <a:buFont typeface="Wingdings" panose="05000000000000000000" pitchFamily="2" charset="2"/>
              <a:buChar char="ü"/>
            </a:pPr>
            <a:r>
              <a:rPr lang="en-US" sz="1200" dirty="0"/>
              <a:t>IP is like the postal system of the internet. 📬</a:t>
            </a:r>
          </a:p>
          <a:p>
            <a:endParaRPr lang="en-US" sz="1200" dirty="0"/>
          </a:p>
          <a:p>
            <a:pPr marL="285750" indent="-285750">
              <a:buFont typeface="Wingdings" panose="05000000000000000000" pitchFamily="2" charset="2"/>
              <a:buChar char="ü"/>
            </a:pPr>
            <a:r>
              <a:rPr lang="en-US" sz="1200" dirty="0"/>
              <a:t>Every device connected to a network has a unique IP address, like a digital house number.</a:t>
            </a:r>
          </a:p>
          <a:p>
            <a:endParaRPr lang="en-US" sz="1200" dirty="0"/>
          </a:p>
          <a:p>
            <a:pPr marL="285750" indent="-285750">
              <a:buFont typeface="Wingdings" panose="05000000000000000000" pitchFamily="2" charset="2"/>
              <a:buChar char="ü"/>
            </a:pPr>
            <a:r>
              <a:rPr lang="en-US" sz="1200" dirty="0"/>
              <a:t>IP addresses enable routers and switches to identify and route data packets to the correct destination.</a:t>
            </a:r>
          </a:p>
          <a:p>
            <a:pPr marL="285750" indent="-285750">
              <a:buFont typeface="Wingdings" panose="05000000000000000000" pitchFamily="2" charset="2"/>
              <a:buChar char="ü"/>
            </a:pPr>
            <a:endParaRPr lang="en-US" sz="1200" dirty="0"/>
          </a:p>
          <a:p>
            <a:pPr marL="285750" indent="-285750">
              <a:buFont typeface="Wingdings" panose="05000000000000000000" pitchFamily="2" charset="2"/>
              <a:buChar char="ü"/>
            </a:pPr>
            <a:r>
              <a:rPr lang="en-US" sz="1200" dirty="0"/>
              <a:t>They are crucial for internet communication, allowing devices to find and communicate with each other.</a:t>
            </a:r>
          </a:p>
          <a:p>
            <a:pPr marL="285750" indent="-285750">
              <a:buFont typeface="Wingdings" panose="05000000000000000000" pitchFamily="2" charset="2"/>
              <a:buChar char="ü"/>
            </a:pPr>
            <a:endParaRPr lang="en-US" sz="1200" dirty="0"/>
          </a:p>
          <a:p>
            <a:pPr marL="285750" indent="-285750">
              <a:buFont typeface="Wingdings" panose="05000000000000000000" pitchFamily="2" charset="2"/>
              <a:buChar char="ü"/>
            </a:pPr>
            <a:endParaRPr lang="en-US" sz="1200" dirty="0"/>
          </a:p>
          <a:p>
            <a:r>
              <a:rPr lang="en-US" sz="1200" dirty="0">
                <a:highlight>
                  <a:srgbClr val="00FFFF"/>
                </a:highlight>
              </a:rPr>
              <a:t>Example: If you're watching a video or browsing a website, your device uses IP to find and talk to the server where the video or website is stored.</a:t>
            </a:r>
          </a:p>
          <a:p>
            <a:endParaRPr lang="en-US" sz="1200" dirty="0"/>
          </a:p>
          <a:p>
            <a:r>
              <a:rPr lang="en-US" sz="1200" dirty="0">
                <a:highlight>
                  <a:srgbClr val="00FFFF"/>
                </a:highlight>
              </a:rPr>
              <a:t>Example: Just like your house has a unique address so people can send you letters, every device (computer, mobile, etc.) on the internet has a unique IP address so data can reach the right place.</a:t>
            </a:r>
          </a:p>
          <a:p>
            <a:endParaRPr lang="en-US" sz="1200" dirty="0"/>
          </a:p>
          <a:p>
            <a:endParaRPr lang="en-US" sz="1200" dirty="0"/>
          </a:p>
        </p:txBody>
      </p:sp>
    </p:spTree>
    <p:extLst>
      <p:ext uri="{BB962C8B-B14F-4D97-AF65-F5344CB8AC3E}">
        <p14:creationId xmlns:p14="http://schemas.microsoft.com/office/powerpoint/2010/main" val="24950746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38C81-5974-70F9-45EF-DD49C3F027FE}"/>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FF7B4B1D-F7F1-87EC-A52F-F9738AC7603B}"/>
              </a:ext>
            </a:extLst>
          </p:cNvPr>
          <p:cNvSpPr/>
          <p:nvPr/>
        </p:nvSpPr>
        <p:spPr>
          <a:xfrm>
            <a:off x="496118" y="307960"/>
            <a:ext cx="8546282" cy="978974"/>
          </a:xfrm>
          <a:prstGeom prst="rect">
            <a:avLst/>
          </a:prstGeom>
          <a:noFill/>
          <a:ln/>
        </p:spPr>
        <p:txBody>
          <a:bodyPr wrap="square" lIns="0" tIns="0" rIns="0" bIns="0" rtlCol="0" anchor="t"/>
          <a:lstStyle/>
          <a:p>
            <a:pPr>
              <a:lnSpc>
                <a:spcPts val="3469"/>
              </a:lnSpc>
            </a:pPr>
            <a:r>
              <a:rPr lang="en-US" sz="2400" dirty="0">
                <a:solidFill>
                  <a:srgbClr val="403CCF"/>
                </a:solidFill>
                <a:latin typeface="Libre Baskerville" pitchFamily="34" charset="0"/>
              </a:rPr>
              <a:t>IP Addresses: Unique Identifiers for Network Devices</a:t>
            </a:r>
          </a:p>
        </p:txBody>
      </p:sp>
      <p:sp>
        <p:nvSpPr>
          <p:cNvPr id="8" name="Text 5">
            <a:extLst>
              <a:ext uri="{FF2B5EF4-FFF2-40B4-BE49-F238E27FC236}">
                <a16:creationId xmlns:a16="http://schemas.microsoft.com/office/drawing/2014/main" id="{3856A3C3-37D4-F157-705F-B704982DBCC3}"/>
              </a:ext>
            </a:extLst>
          </p:cNvPr>
          <p:cNvSpPr/>
          <p:nvPr/>
        </p:nvSpPr>
        <p:spPr>
          <a:xfrm>
            <a:off x="496118" y="1006298"/>
            <a:ext cx="6158681" cy="736599"/>
          </a:xfrm>
          <a:prstGeom prst="rect">
            <a:avLst/>
          </a:prstGeom>
          <a:noFill/>
          <a:ln/>
        </p:spPr>
        <p:txBody>
          <a:bodyPr wrap="square" lIns="0" tIns="0" rIns="0" bIns="0" rtlCol="0" anchor="t"/>
          <a:lstStyle/>
          <a:p>
            <a:pPr>
              <a:lnSpc>
                <a:spcPts val="1781"/>
              </a:lnSpc>
            </a:pPr>
            <a:r>
              <a:rPr lang="en-US" sz="1200" dirty="0"/>
              <a:t>There are two versions of the Internet Protocol (IP):</a:t>
            </a:r>
          </a:p>
          <a:p>
            <a:pPr marL="342900" indent="-342900">
              <a:lnSpc>
                <a:spcPts val="1781"/>
              </a:lnSpc>
              <a:buFont typeface="+mj-lt"/>
              <a:buAutoNum type="arabicPeriod"/>
            </a:pPr>
            <a:r>
              <a:rPr lang="en-PK" sz="1200" dirty="0"/>
              <a:t> </a:t>
            </a:r>
            <a:r>
              <a:rPr lang="en-US" sz="1200" dirty="0"/>
              <a:t>IPv4: (Internet Protocol Version 4)</a:t>
            </a:r>
          </a:p>
          <a:p>
            <a:pPr marL="342900" indent="-342900">
              <a:lnSpc>
                <a:spcPts val="1781"/>
              </a:lnSpc>
              <a:buFont typeface="+mj-lt"/>
              <a:buAutoNum type="arabicPeriod"/>
            </a:pPr>
            <a:r>
              <a:rPr lang="en-PK" sz="1200" dirty="0"/>
              <a:t> </a:t>
            </a:r>
            <a:r>
              <a:rPr lang="en-US" sz="1200" dirty="0"/>
              <a:t>IPv6: (Internet Protocol Version 6)</a:t>
            </a: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p:txBody>
      </p:sp>
      <p:sp>
        <p:nvSpPr>
          <p:cNvPr id="15" name="Text 12">
            <a:extLst>
              <a:ext uri="{FF2B5EF4-FFF2-40B4-BE49-F238E27FC236}">
                <a16:creationId xmlns:a16="http://schemas.microsoft.com/office/drawing/2014/main" id="{73D53893-D336-89A0-A16B-2CA13BA983FB}"/>
              </a:ext>
            </a:extLst>
          </p:cNvPr>
          <p:cNvSpPr/>
          <p:nvPr/>
        </p:nvSpPr>
        <p:spPr>
          <a:xfrm>
            <a:off x="643235" y="4065464"/>
            <a:ext cx="130969" cy="212676"/>
          </a:xfrm>
          <a:prstGeom prst="rect">
            <a:avLst/>
          </a:prstGeom>
          <a:noFill/>
          <a:ln/>
        </p:spPr>
        <p:txBody>
          <a:bodyPr wrap="none" lIns="0" tIns="0" rIns="0" bIns="0" rtlCol="0" anchor="t"/>
          <a:lstStyle/>
          <a:p>
            <a:pPr algn="ctr">
              <a:lnSpc>
                <a:spcPts val="1656"/>
              </a:lnSpc>
            </a:pPr>
            <a:endParaRPr lang="en-US" sz="1656" dirty="0"/>
          </a:p>
        </p:txBody>
      </p:sp>
      <p:graphicFrame>
        <p:nvGraphicFramePr>
          <p:cNvPr id="13" name="Table 12">
            <a:extLst>
              <a:ext uri="{FF2B5EF4-FFF2-40B4-BE49-F238E27FC236}">
                <a16:creationId xmlns:a16="http://schemas.microsoft.com/office/drawing/2014/main" id="{9292E6E8-3F8B-0C2F-F7E5-3D0A63253465}"/>
              </a:ext>
            </a:extLst>
          </p:cNvPr>
          <p:cNvGraphicFramePr>
            <a:graphicFrameLocks noGrp="1"/>
          </p:cNvGraphicFramePr>
          <p:nvPr>
            <p:extLst>
              <p:ext uri="{D42A27DB-BD31-4B8C-83A1-F6EECF244321}">
                <p14:modId xmlns:p14="http://schemas.microsoft.com/office/powerpoint/2010/main" val="2729775775"/>
              </p:ext>
            </p:extLst>
          </p:nvPr>
        </p:nvGraphicFramePr>
        <p:xfrm>
          <a:off x="496118" y="2079641"/>
          <a:ext cx="7498943" cy="2428726"/>
        </p:xfrm>
        <a:graphic>
          <a:graphicData uri="http://schemas.openxmlformats.org/drawingml/2006/table">
            <a:tbl>
              <a:tblPr firstRow="1" bandRow="1">
                <a:tableStyleId>{17343FFC-C285-48B6-A5F1-531E15585DCF}</a:tableStyleId>
              </a:tblPr>
              <a:tblGrid>
                <a:gridCol w="1327508">
                  <a:extLst>
                    <a:ext uri="{9D8B030D-6E8A-4147-A177-3AD203B41FA5}">
                      <a16:colId xmlns:a16="http://schemas.microsoft.com/office/drawing/2014/main" val="2690797616"/>
                    </a:ext>
                  </a:extLst>
                </a:gridCol>
                <a:gridCol w="2877127">
                  <a:extLst>
                    <a:ext uri="{9D8B030D-6E8A-4147-A177-3AD203B41FA5}">
                      <a16:colId xmlns:a16="http://schemas.microsoft.com/office/drawing/2014/main" val="1610376649"/>
                    </a:ext>
                  </a:extLst>
                </a:gridCol>
                <a:gridCol w="3294308">
                  <a:extLst>
                    <a:ext uri="{9D8B030D-6E8A-4147-A177-3AD203B41FA5}">
                      <a16:colId xmlns:a16="http://schemas.microsoft.com/office/drawing/2014/main" val="211182566"/>
                    </a:ext>
                  </a:extLst>
                </a:gridCol>
              </a:tblGrid>
              <a:tr h="272163">
                <a:tc>
                  <a:txBody>
                    <a:bodyPr/>
                    <a:lstStyle/>
                    <a:p>
                      <a:r>
                        <a:rPr lang="en-US" sz="1400" b="1" i="0" u="none" strike="noStrike" cap="none" dirty="0">
                          <a:solidFill>
                            <a:srgbClr val="000000"/>
                          </a:solidFill>
                          <a:latin typeface="Arial"/>
                          <a:ea typeface="Open Sans" pitchFamily="34" charset="-122"/>
                          <a:cs typeface="Arial"/>
                          <a:sym typeface="Arial"/>
                        </a:rPr>
                        <a:t>Feature</a:t>
                      </a:r>
                      <a:r>
                        <a:rPr lang="en-US" sz="1200" b="0" i="0" u="none" strike="noStrike" cap="none" dirty="0">
                          <a:solidFill>
                            <a:srgbClr val="000000"/>
                          </a:solidFill>
                          <a:latin typeface="Arial"/>
                          <a:ea typeface="Open Sans" pitchFamily="34" charset="-122"/>
                          <a:cs typeface="Arial"/>
                          <a:sym typeface="Arial"/>
                        </a:rPr>
                        <a:t>	</a:t>
                      </a:r>
                      <a:endParaRPr lang="en-PK" sz="1200" b="0" i="0" u="none" strike="noStrike" cap="none" dirty="0">
                        <a:solidFill>
                          <a:srgbClr val="000000"/>
                        </a:solidFill>
                        <a:latin typeface="Arial"/>
                        <a:ea typeface="Open Sans" pitchFamily="34" charset="-122"/>
                        <a:cs typeface="Arial"/>
                        <a:sym typeface="Arial"/>
                      </a:endParaRPr>
                    </a:p>
                  </a:txBody>
                  <a:tcPr/>
                </a:tc>
                <a:tc>
                  <a:txBody>
                    <a:bodyPr/>
                    <a:lstStyle/>
                    <a:p>
                      <a:pPr marR="0" algn="l" rtl="0">
                        <a:lnSpc>
                          <a:spcPct val="100000"/>
                        </a:lnSpc>
                        <a:spcBef>
                          <a:spcPts val="0"/>
                        </a:spcBef>
                        <a:spcAft>
                          <a:spcPts val="0"/>
                        </a:spcAft>
                        <a:buClr>
                          <a:srgbClr val="000000"/>
                        </a:buClr>
                        <a:buFont typeface="Arial"/>
                      </a:pPr>
                      <a:r>
                        <a:rPr lang="en-US" sz="1400" b="1" i="0" u="none" strike="noStrike" cap="none" dirty="0">
                          <a:solidFill>
                            <a:srgbClr val="000000"/>
                          </a:solidFill>
                          <a:latin typeface="Arial"/>
                          <a:ea typeface="Open Sans" pitchFamily="34" charset="-122"/>
                          <a:cs typeface="Arial"/>
                          <a:sym typeface="Arial"/>
                        </a:rPr>
                        <a:t>IPv4</a:t>
                      </a:r>
                      <a:endParaRPr lang="en-PK" sz="1400" b="1" i="0" u="none" strike="noStrike" cap="none" dirty="0">
                        <a:solidFill>
                          <a:srgbClr val="000000"/>
                        </a:solidFill>
                        <a:latin typeface="Arial"/>
                        <a:ea typeface="Open Sans" pitchFamily="34" charset="-122"/>
                        <a:cs typeface="Arial"/>
                        <a:sym typeface="Arial"/>
                      </a:endParaRPr>
                    </a:p>
                  </a:txBody>
                  <a:tcPr/>
                </a:tc>
                <a:tc>
                  <a:txBody>
                    <a:bodyPr/>
                    <a:lstStyle/>
                    <a:p>
                      <a:pPr marR="0" algn="l" rtl="0">
                        <a:lnSpc>
                          <a:spcPct val="100000"/>
                        </a:lnSpc>
                        <a:spcBef>
                          <a:spcPts val="0"/>
                        </a:spcBef>
                        <a:spcAft>
                          <a:spcPts val="0"/>
                        </a:spcAft>
                        <a:buClr>
                          <a:srgbClr val="000000"/>
                        </a:buClr>
                        <a:buFont typeface="Arial"/>
                      </a:pPr>
                      <a:r>
                        <a:rPr lang="en-US" sz="1400" b="1" i="0" u="none" strike="noStrike" cap="none" dirty="0">
                          <a:solidFill>
                            <a:srgbClr val="000000"/>
                          </a:solidFill>
                          <a:latin typeface="Arial"/>
                          <a:ea typeface="Open Sans" pitchFamily="34" charset="-122"/>
                          <a:cs typeface="Arial"/>
                          <a:sym typeface="Arial"/>
                        </a:rPr>
                        <a:t>IPv6</a:t>
                      </a:r>
                      <a:endParaRPr lang="en-PK" sz="1400" b="1" i="0" u="none" strike="noStrike" cap="none" dirty="0">
                        <a:solidFill>
                          <a:srgbClr val="000000"/>
                        </a:solidFill>
                        <a:latin typeface="Arial"/>
                        <a:ea typeface="Open Sans" pitchFamily="34" charset="-122"/>
                        <a:cs typeface="Arial"/>
                        <a:sym typeface="Arial"/>
                      </a:endParaRPr>
                    </a:p>
                  </a:txBody>
                  <a:tcPr/>
                </a:tc>
                <a:extLst>
                  <a:ext uri="{0D108BD9-81ED-4DB2-BD59-A6C34878D82A}">
                    <a16:rowId xmlns:a16="http://schemas.microsoft.com/office/drawing/2014/main" val="131356282"/>
                  </a:ext>
                </a:extLst>
              </a:tr>
              <a:tr h="293711">
                <a:tc>
                  <a:txBody>
                    <a:bodyPr/>
                    <a:lstStyle/>
                    <a:p>
                      <a:pPr marR="0" algn="l" rtl="0">
                        <a:lnSpc>
                          <a:spcPts val="1781"/>
                        </a:lnSpc>
                        <a:spcBef>
                          <a:spcPts val="0"/>
                        </a:spcBef>
                        <a:spcAft>
                          <a:spcPts val="0"/>
                        </a:spcAft>
                        <a:buClr>
                          <a:srgbClr val="000000"/>
                        </a:buClr>
                      </a:pPr>
                      <a:r>
                        <a:rPr lang="en-US" sz="1200" b="0" i="0" u="none" strike="noStrike" cap="none" dirty="0">
                          <a:solidFill>
                            <a:srgbClr val="000000"/>
                          </a:solidFill>
                          <a:latin typeface="Arial"/>
                          <a:ea typeface="Open Sans" pitchFamily="34" charset="-122"/>
                          <a:cs typeface="Arial"/>
                          <a:sym typeface="Arial"/>
                        </a:rPr>
                        <a:t>Full Form	</a:t>
                      </a:r>
                      <a:endParaRPr lang="en-PK" sz="1200" b="0" i="0" u="none" strike="noStrike" cap="none" dirty="0">
                        <a:solidFill>
                          <a:srgbClr val="000000"/>
                        </a:solidFill>
                        <a:latin typeface="Arial"/>
                        <a:ea typeface="Open Sans" pitchFamily="34" charset="-122"/>
                        <a:cs typeface="Arial"/>
                        <a:sym typeface="Arial"/>
                      </a:endParaRPr>
                    </a:p>
                  </a:txBody>
                  <a:tcPr/>
                </a:tc>
                <a:tc>
                  <a:txBody>
                    <a:bodyPr/>
                    <a:lstStyle/>
                    <a:p>
                      <a:pPr marR="0" algn="l" rtl="0">
                        <a:lnSpc>
                          <a:spcPts val="1781"/>
                        </a:lnSpc>
                        <a:spcBef>
                          <a:spcPts val="0"/>
                        </a:spcBef>
                        <a:spcAft>
                          <a:spcPts val="0"/>
                        </a:spcAft>
                        <a:buClr>
                          <a:srgbClr val="000000"/>
                        </a:buClr>
                      </a:pPr>
                      <a:r>
                        <a:rPr lang="en-US" sz="1200" b="0" i="0" u="none" strike="noStrike" cap="none" dirty="0">
                          <a:solidFill>
                            <a:srgbClr val="000000"/>
                          </a:solidFill>
                          <a:latin typeface="Arial"/>
                          <a:ea typeface="Open Sans" pitchFamily="34" charset="-122"/>
                          <a:cs typeface="Arial"/>
                          <a:sym typeface="Arial"/>
                        </a:rPr>
                        <a:t>Internet Protocol Version 4</a:t>
                      </a:r>
                      <a:r>
                        <a:rPr lang="en-US" sz="1200" b="0" i="0" u="none" strike="noStrike" cap="none" dirty="0">
                          <a:solidFill>
                            <a:srgbClr val="000000"/>
                          </a:solidFill>
                          <a:latin typeface="Arial"/>
                          <a:cs typeface="Arial"/>
                          <a:sym typeface="Arial"/>
                        </a:rPr>
                        <a:t>	</a:t>
                      </a:r>
                      <a:endParaRPr lang="en-PK" sz="1200" b="0" i="0" u="none" strike="noStrike" cap="none" dirty="0">
                        <a:solidFill>
                          <a:srgbClr val="000000"/>
                        </a:solidFill>
                        <a:latin typeface="Arial"/>
                        <a:cs typeface="Arial"/>
                        <a:sym typeface="Arial"/>
                      </a:endParaRPr>
                    </a:p>
                  </a:txBody>
                  <a:tcPr/>
                </a:tc>
                <a:tc>
                  <a:txBody>
                    <a:bodyPr/>
                    <a:lstStyle/>
                    <a:p>
                      <a:pPr marR="0" algn="l" rtl="0">
                        <a:lnSpc>
                          <a:spcPts val="1781"/>
                        </a:lnSpc>
                        <a:spcBef>
                          <a:spcPts val="0"/>
                        </a:spcBef>
                        <a:spcAft>
                          <a:spcPts val="0"/>
                        </a:spcAft>
                        <a:buClr>
                          <a:srgbClr val="000000"/>
                        </a:buClr>
                      </a:pPr>
                      <a:r>
                        <a:rPr lang="en-US" sz="1200" b="0" i="0" u="none" strike="noStrike" cap="none" dirty="0">
                          <a:solidFill>
                            <a:srgbClr val="000000"/>
                          </a:solidFill>
                          <a:latin typeface="Arial"/>
                          <a:ea typeface="Open Sans" pitchFamily="34" charset="-122"/>
                          <a:cs typeface="Arial"/>
                          <a:sym typeface="Arial"/>
                        </a:rPr>
                        <a:t>Internet Protocol Version 6</a:t>
                      </a:r>
                      <a:endParaRPr lang="en-PK" sz="1200" b="0" i="0" u="none" strike="noStrike" cap="none" dirty="0">
                        <a:solidFill>
                          <a:srgbClr val="000000"/>
                        </a:solidFill>
                        <a:latin typeface="Arial"/>
                        <a:ea typeface="Open Sans" pitchFamily="34" charset="-122"/>
                        <a:cs typeface="Arial"/>
                        <a:sym typeface="Arial"/>
                      </a:endParaRPr>
                    </a:p>
                  </a:txBody>
                  <a:tcPr/>
                </a:tc>
                <a:extLst>
                  <a:ext uri="{0D108BD9-81ED-4DB2-BD59-A6C34878D82A}">
                    <a16:rowId xmlns:a16="http://schemas.microsoft.com/office/drawing/2014/main" val="1488969231"/>
                  </a:ext>
                </a:extLst>
              </a:tr>
              <a:tr h="293711">
                <a:tc>
                  <a:txBody>
                    <a:bodyPr/>
                    <a:lstStyle/>
                    <a:p>
                      <a:pPr marR="0" algn="l" rtl="0">
                        <a:lnSpc>
                          <a:spcPts val="1781"/>
                        </a:lnSpc>
                        <a:spcBef>
                          <a:spcPts val="0"/>
                        </a:spcBef>
                        <a:spcAft>
                          <a:spcPts val="0"/>
                        </a:spcAft>
                        <a:buClr>
                          <a:srgbClr val="000000"/>
                        </a:buClr>
                      </a:pPr>
                      <a:r>
                        <a:rPr lang="en-US" sz="1200" b="0" i="0" u="none" strike="noStrike" cap="none" dirty="0">
                          <a:solidFill>
                            <a:srgbClr val="000000"/>
                          </a:solidFill>
                          <a:latin typeface="Arial"/>
                          <a:ea typeface="Open Sans" pitchFamily="34" charset="-122"/>
                          <a:cs typeface="Arial"/>
                          <a:sym typeface="Arial"/>
                        </a:rPr>
                        <a:t>Bit Length	</a:t>
                      </a:r>
                      <a:endParaRPr lang="en-PK" sz="1200" b="0" i="0" u="none" strike="noStrike" cap="none" dirty="0">
                        <a:solidFill>
                          <a:srgbClr val="000000"/>
                        </a:solidFill>
                        <a:latin typeface="Arial"/>
                        <a:ea typeface="Open Sans" pitchFamily="34" charset="-122"/>
                        <a:cs typeface="Arial"/>
                        <a:sym typeface="Arial"/>
                      </a:endParaRPr>
                    </a:p>
                  </a:txBody>
                  <a:tcPr/>
                </a:tc>
                <a:tc>
                  <a:txBody>
                    <a:bodyPr/>
                    <a:lstStyle/>
                    <a:p>
                      <a:pPr marR="0" algn="l" rtl="0">
                        <a:lnSpc>
                          <a:spcPts val="1781"/>
                        </a:lnSpc>
                        <a:spcBef>
                          <a:spcPts val="0"/>
                        </a:spcBef>
                        <a:spcAft>
                          <a:spcPts val="0"/>
                        </a:spcAft>
                        <a:buClr>
                          <a:srgbClr val="000000"/>
                        </a:buClr>
                      </a:pPr>
                      <a:r>
                        <a:rPr lang="en-US" sz="1200" b="0" i="0" u="none" strike="noStrike" cap="none" dirty="0">
                          <a:solidFill>
                            <a:srgbClr val="000000"/>
                          </a:solidFill>
                          <a:latin typeface="Arial"/>
                          <a:ea typeface="Open Sans" pitchFamily="34" charset="-122"/>
                          <a:cs typeface="Arial"/>
                          <a:sym typeface="Arial"/>
                        </a:rPr>
                        <a:t>32-bit	</a:t>
                      </a:r>
                      <a:endParaRPr lang="en-PK" sz="1200" b="0" i="0" u="none" strike="noStrike" cap="none" dirty="0">
                        <a:solidFill>
                          <a:srgbClr val="000000"/>
                        </a:solidFill>
                        <a:latin typeface="Arial"/>
                        <a:ea typeface="Open Sans" pitchFamily="34" charset="-122"/>
                        <a:cs typeface="Arial"/>
                        <a:sym typeface="Arial"/>
                      </a:endParaRPr>
                    </a:p>
                  </a:txBody>
                  <a:tcPr/>
                </a:tc>
                <a:tc>
                  <a:txBody>
                    <a:bodyPr/>
                    <a:lstStyle/>
                    <a:p>
                      <a:pPr marR="0" algn="l" rtl="0">
                        <a:lnSpc>
                          <a:spcPts val="1781"/>
                        </a:lnSpc>
                        <a:spcBef>
                          <a:spcPts val="0"/>
                        </a:spcBef>
                        <a:spcAft>
                          <a:spcPts val="0"/>
                        </a:spcAft>
                        <a:buClr>
                          <a:srgbClr val="000000"/>
                        </a:buClr>
                      </a:pPr>
                      <a:r>
                        <a:rPr lang="en-US" sz="1200" b="0" i="0" u="none" strike="noStrike" cap="none" dirty="0">
                          <a:solidFill>
                            <a:srgbClr val="000000"/>
                          </a:solidFill>
                          <a:latin typeface="Arial"/>
                          <a:ea typeface="Open Sans" pitchFamily="34" charset="-122"/>
                          <a:cs typeface="Arial"/>
                          <a:sym typeface="Arial"/>
                        </a:rPr>
                        <a:t>128-bit</a:t>
                      </a:r>
                      <a:endParaRPr lang="en-PK" sz="1200" b="0" i="0" u="none" strike="noStrike" cap="none" dirty="0">
                        <a:solidFill>
                          <a:srgbClr val="000000"/>
                        </a:solidFill>
                        <a:latin typeface="Arial"/>
                        <a:ea typeface="Open Sans" pitchFamily="34" charset="-122"/>
                        <a:cs typeface="Arial"/>
                        <a:sym typeface="Arial"/>
                      </a:endParaRPr>
                    </a:p>
                  </a:txBody>
                  <a:tcPr/>
                </a:tc>
                <a:extLst>
                  <a:ext uri="{0D108BD9-81ED-4DB2-BD59-A6C34878D82A}">
                    <a16:rowId xmlns:a16="http://schemas.microsoft.com/office/drawing/2014/main" val="3742211609"/>
                  </a:ext>
                </a:extLst>
              </a:tr>
              <a:tr h="293711">
                <a:tc>
                  <a:txBody>
                    <a:bodyPr/>
                    <a:lstStyle/>
                    <a:p>
                      <a:pPr marR="0" algn="l" rtl="0">
                        <a:lnSpc>
                          <a:spcPts val="1781"/>
                        </a:lnSpc>
                        <a:spcBef>
                          <a:spcPts val="0"/>
                        </a:spcBef>
                        <a:spcAft>
                          <a:spcPts val="0"/>
                        </a:spcAft>
                        <a:buClr>
                          <a:srgbClr val="000000"/>
                        </a:buClr>
                      </a:pPr>
                      <a:r>
                        <a:rPr lang="en-US" sz="1200" b="0" i="0" u="none" strike="noStrike" cap="none" dirty="0">
                          <a:solidFill>
                            <a:srgbClr val="000000"/>
                          </a:solidFill>
                          <a:latin typeface="Arial"/>
                          <a:ea typeface="Open Sans" pitchFamily="34" charset="-122"/>
                          <a:cs typeface="Arial"/>
                          <a:sym typeface="Arial"/>
                        </a:rPr>
                        <a:t>Format</a:t>
                      </a:r>
                      <a:endParaRPr lang="en-PK" sz="1200" b="0" i="0" u="none" strike="noStrike" cap="none" dirty="0">
                        <a:solidFill>
                          <a:srgbClr val="000000"/>
                        </a:solidFill>
                        <a:latin typeface="Arial"/>
                        <a:ea typeface="Open Sans" pitchFamily="34" charset="-122"/>
                        <a:cs typeface="Arial"/>
                        <a:sym typeface="Arial"/>
                      </a:endParaRPr>
                    </a:p>
                  </a:txBody>
                  <a:tcPr/>
                </a:tc>
                <a:tc>
                  <a:txBody>
                    <a:bodyPr/>
                    <a:lstStyle/>
                    <a:p>
                      <a:pPr marR="0" algn="l" rtl="0">
                        <a:lnSpc>
                          <a:spcPts val="1781"/>
                        </a:lnSpc>
                        <a:spcBef>
                          <a:spcPts val="0"/>
                        </a:spcBef>
                        <a:spcAft>
                          <a:spcPts val="0"/>
                        </a:spcAft>
                        <a:buClr>
                          <a:srgbClr val="000000"/>
                        </a:buClr>
                      </a:pPr>
                      <a:r>
                        <a:rPr lang="en-US" sz="1200" b="0" i="0" u="none" strike="noStrike" cap="none" dirty="0">
                          <a:solidFill>
                            <a:srgbClr val="000000"/>
                          </a:solidFill>
                          <a:latin typeface="Arial"/>
                          <a:ea typeface="Open Sans" pitchFamily="34" charset="-122"/>
                          <a:cs typeface="Arial"/>
                          <a:sym typeface="Arial"/>
                        </a:rPr>
                        <a:t>Decimal	</a:t>
                      </a:r>
                      <a:endParaRPr lang="en-PK" sz="1200" b="0" i="0" u="none" strike="noStrike" cap="none" dirty="0">
                        <a:solidFill>
                          <a:srgbClr val="000000"/>
                        </a:solidFill>
                        <a:latin typeface="Arial"/>
                        <a:ea typeface="Open Sans" pitchFamily="34" charset="-122"/>
                        <a:cs typeface="Arial"/>
                        <a:sym typeface="Arial"/>
                      </a:endParaRPr>
                    </a:p>
                  </a:txBody>
                  <a:tcPr/>
                </a:tc>
                <a:tc>
                  <a:txBody>
                    <a:bodyPr/>
                    <a:lstStyle/>
                    <a:p>
                      <a:pPr marR="0" algn="l" rtl="0">
                        <a:lnSpc>
                          <a:spcPts val="1781"/>
                        </a:lnSpc>
                        <a:spcBef>
                          <a:spcPts val="0"/>
                        </a:spcBef>
                        <a:spcAft>
                          <a:spcPts val="0"/>
                        </a:spcAft>
                        <a:buClr>
                          <a:srgbClr val="000000"/>
                        </a:buClr>
                      </a:pPr>
                      <a:r>
                        <a:rPr lang="en-US" sz="1200" b="0" i="0" u="none" strike="noStrike" cap="none" dirty="0">
                          <a:solidFill>
                            <a:srgbClr val="000000"/>
                          </a:solidFill>
                          <a:latin typeface="Arial"/>
                          <a:ea typeface="Open Sans" pitchFamily="34" charset="-122"/>
                          <a:cs typeface="Arial"/>
                          <a:sym typeface="Arial"/>
                        </a:rPr>
                        <a:t>Hexadecimal</a:t>
                      </a:r>
                      <a:endParaRPr lang="en-PK" sz="1200" b="0" i="0" u="none" strike="noStrike" cap="none" dirty="0">
                        <a:solidFill>
                          <a:srgbClr val="000000"/>
                        </a:solidFill>
                        <a:latin typeface="Arial"/>
                        <a:ea typeface="Open Sans" pitchFamily="34" charset="-122"/>
                        <a:cs typeface="Arial"/>
                        <a:sym typeface="Arial"/>
                      </a:endParaRPr>
                    </a:p>
                  </a:txBody>
                  <a:tcPr/>
                </a:tc>
                <a:extLst>
                  <a:ext uri="{0D108BD9-81ED-4DB2-BD59-A6C34878D82A}">
                    <a16:rowId xmlns:a16="http://schemas.microsoft.com/office/drawing/2014/main" val="28925883"/>
                  </a:ext>
                </a:extLst>
              </a:tr>
              <a:tr h="163483">
                <a:tc>
                  <a:txBody>
                    <a:bodyPr/>
                    <a:lstStyle/>
                    <a:p>
                      <a:pPr marR="0" algn="l" rtl="0">
                        <a:lnSpc>
                          <a:spcPts val="1781"/>
                        </a:lnSpc>
                        <a:spcBef>
                          <a:spcPts val="0"/>
                        </a:spcBef>
                        <a:spcAft>
                          <a:spcPts val="0"/>
                        </a:spcAft>
                        <a:buClr>
                          <a:srgbClr val="000000"/>
                        </a:buClr>
                      </a:pPr>
                      <a:r>
                        <a:rPr lang="en-US" sz="1200" b="0" i="0" u="none" strike="noStrike" cap="none" dirty="0">
                          <a:solidFill>
                            <a:srgbClr val="000000"/>
                          </a:solidFill>
                          <a:latin typeface="Arial"/>
                          <a:ea typeface="Open Sans" pitchFamily="34" charset="-122"/>
                          <a:cs typeface="Arial"/>
                          <a:sym typeface="Arial"/>
                        </a:rPr>
                        <a:t>Structure</a:t>
                      </a:r>
                      <a:endParaRPr lang="en-PK" sz="1200" b="0" i="0" u="none" strike="noStrike" cap="none" dirty="0">
                        <a:solidFill>
                          <a:srgbClr val="000000"/>
                        </a:solidFill>
                        <a:latin typeface="Arial"/>
                        <a:ea typeface="Open Sans" pitchFamily="34" charset="-122"/>
                        <a:cs typeface="Arial"/>
                        <a:sym typeface="Arial"/>
                      </a:endParaRPr>
                    </a:p>
                  </a:txBody>
                  <a:tcPr/>
                </a:tc>
                <a:tc>
                  <a:txBody>
                    <a:bodyPr/>
                    <a:lstStyle/>
                    <a:p>
                      <a:pPr marR="0" algn="l" rtl="0">
                        <a:lnSpc>
                          <a:spcPts val="1781"/>
                        </a:lnSpc>
                        <a:spcBef>
                          <a:spcPts val="0"/>
                        </a:spcBef>
                        <a:spcAft>
                          <a:spcPts val="0"/>
                        </a:spcAft>
                        <a:buClr>
                          <a:srgbClr val="000000"/>
                        </a:buClr>
                      </a:pPr>
                      <a:r>
                        <a:rPr lang="en-US" sz="1200" b="0" i="0" u="none" strike="noStrike" cap="none" dirty="0">
                          <a:solidFill>
                            <a:srgbClr val="000000"/>
                          </a:solidFill>
                          <a:latin typeface="Arial"/>
                          <a:ea typeface="Open Sans" pitchFamily="34" charset="-122"/>
                          <a:cs typeface="Arial"/>
                          <a:sym typeface="Arial"/>
                        </a:rPr>
                        <a:t>4 octets (each octet = 1 byte)</a:t>
                      </a:r>
                      <a:endParaRPr lang="en-PK" sz="1200" b="0" i="0" u="none" strike="noStrike" cap="none" dirty="0">
                        <a:solidFill>
                          <a:srgbClr val="000000"/>
                        </a:solidFill>
                        <a:latin typeface="Arial"/>
                        <a:ea typeface="Open Sans" pitchFamily="34" charset="-122"/>
                        <a:cs typeface="Arial"/>
                        <a:sym typeface="Arial"/>
                      </a:endParaRPr>
                    </a:p>
                  </a:txBody>
                  <a:tcPr/>
                </a:tc>
                <a:tc>
                  <a:txBody>
                    <a:bodyPr/>
                    <a:lstStyle/>
                    <a:p>
                      <a:pPr marR="0" algn="l" rtl="0">
                        <a:lnSpc>
                          <a:spcPts val="1781"/>
                        </a:lnSpc>
                        <a:spcBef>
                          <a:spcPts val="0"/>
                        </a:spcBef>
                        <a:spcAft>
                          <a:spcPts val="0"/>
                        </a:spcAft>
                        <a:buClr>
                          <a:srgbClr val="000000"/>
                        </a:buClr>
                      </a:pPr>
                      <a:r>
                        <a:rPr lang="en-US" sz="1200" b="0" i="0" u="none" strike="noStrike" cap="none" dirty="0">
                          <a:solidFill>
                            <a:srgbClr val="000000"/>
                          </a:solidFill>
                          <a:latin typeface="Arial"/>
                          <a:ea typeface="Open Sans" pitchFamily="34" charset="-122"/>
                          <a:cs typeface="Arial"/>
                          <a:sym typeface="Arial"/>
                        </a:rPr>
                        <a:t>8 groups (each group = 2 bytes)</a:t>
                      </a:r>
                      <a:endParaRPr lang="en-PK" sz="1200" b="0" i="0" u="none" strike="noStrike" cap="none" dirty="0">
                        <a:solidFill>
                          <a:srgbClr val="000000"/>
                        </a:solidFill>
                        <a:latin typeface="Arial"/>
                        <a:ea typeface="Open Sans" pitchFamily="34" charset="-122"/>
                        <a:cs typeface="Arial"/>
                        <a:sym typeface="Arial"/>
                      </a:endParaRPr>
                    </a:p>
                  </a:txBody>
                  <a:tcPr/>
                </a:tc>
                <a:extLst>
                  <a:ext uri="{0D108BD9-81ED-4DB2-BD59-A6C34878D82A}">
                    <a16:rowId xmlns:a16="http://schemas.microsoft.com/office/drawing/2014/main" val="2557643324"/>
                  </a:ext>
                </a:extLst>
              </a:tr>
              <a:tr h="293711">
                <a:tc>
                  <a:txBody>
                    <a:bodyPr/>
                    <a:lstStyle/>
                    <a:p>
                      <a:pPr marR="0" algn="l" rtl="0">
                        <a:lnSpc>
                          <a:spcPts val="1781"/>
                        </a:lnSpc>
                        <a:spcBef>
                          <a:spcPts val="0"/>
                        </a:spcBef>
                        <a:spcAft>
                          <a:spcPts val="0"/>
                        </a:spcAft>
                        <a:buClr>
                          <a:srgbClr val="000000"/>
                        </a:buClr>
                      </a:pPr>
                      <a:r>
                        <a:rPr lang="en-US" sz="1200" b="0" i="0" u="none" strike="noStrike" cap="none" dirty="0">
                          <a:solidFill>
                            <a:srgbClr val="000000"/>
                          </a:solidFill>
                          <a:latin typeface="Arial"/>
                          <a:ea typeface="Open Sans" pitchFamily="34" charset="-122"/>
                          <a:cs typeface="Arial"/>
                          <a:sym typeface="Arial"/>
                        </a:rPr>
                        <a:t>Total Size	</a:t>
                      </a:r>
                      <a:endParaRPr lang="en-PK" sz="1200" b="0" i="0" u="none" strike="noStrike" cap="none" dirty="0">
                        <a:solidFill>
                          <a:srgbClr val="000000"/>
                        </a:solidFill>
                        <a:latin typeface="Arial"/>
                        <a:ea typeface="Open Sans" pitchFamily="34" charset="-122"/>
                        <a:cs typeface="Arial"/>
                        <a:sym typeface="Arial"/>
                      </a:endParaRPr>
                    </a:p>
                  </a:txBody>
                  <a:tcPr/>
                </a:tc>
                <a:tc>
                  <a:txBody>
                    <a:bodyPr/>
                    <a:lstStyle/>
                    <a:p>
                      <a:pPr marR="0" algn="l" rtl="0">
                        <a:lnSpc>
                          <a:spcPts val="1781"/>
                        </a:lnSpc>
                        <a:spcBef>
                          <a:spcPts val="0"/>
                        </a:spcBef>
                        <a:spcAft>
                          <a:spcPts val="0"/>
                        </a:spcAft>
                        <a:buClr>
                          <a:srgbClr val="000000"/>
                        </a:buClr>
                      </a:pPr>
                      <a:r>
                        <a:rPr lang="en-US" sz="1200" b="0" i="0" u="none" strike="noStrike" cap="none" dirty="0">
                          <a:solidFill>
                            <a:srgbClr val="000000"/>
                          </a:solidFill>
                          <a:latin typeface="Arial"/>
                          <a:ea typeface="Open Sans" pitchFamily="34" charset="-122"/>
                          <a:cs typeface="Arial"/>
                          <a:sym typeface="Arial"/>
                        </a:rPr>
                        <a:t>4 bytes</a:t>
                      </a:r>
                      <a:r>
                        <a:rPr lang="en-US" sz="1200" b="0" i="0" u="none" strike="noStrike" cap="none" dirty="0">
                          <a:solidFill>
                            <a:srgbClr val="000000"/>
                          </a:solidFill>
                          <a:latin typeface="Arial"/>
                          <a:cs typeface="Arial"/>
                          <a:sym typeface="Arial"/>
                        </a:rPr>
                        <a:t>	</a:t>
                      </a:r>
                      <a:endParaRPr lang="en-PK" sz="1200" b="0" i="0" u="none" strike="noStrike" cap="none" dirty="0">
                        <a:solidFill>
                          <a:srgbClr val="000000"/>
                        </a:solidFill>
                        <a:latin typeface="Arial"/>
                        <a:cs typeface="Arial"/>
                        <a:sym typeface="Arial"/>
                      </a:endParaRPr>
                    </a:p>
                  </a:txBody>
                  <a:tcPr/>
                </a:tc>
                <a:tc>
                  <a:txBody>
                    <a:bodyPr/>
                    <a:lstStyle/>
                    <a:p>
                      <a:pPr marR="0" algn="l" rtl="0">
                        <a:lnSpc>
                          <a:spcPts val="1781"/>
                        </a:lnSpc>
                        <a:spcBef>
                          <a:spcPts val="0"/>
                        </a:spcBef>
                        <a:spcAft>
                          <a:spcPts val="0"/>
                        </a:spcAft>
                        <a:buClr>
                          <a:srgbClr val="000000"/>
                        </a:buClr>
                      </a:pPr>
                      <a:r>
                        <a:rPr lang="en-US" sz="1200" b="0" i="0" u="none" strike="noStrike" cap="none" dirty="0">
                          <a:solidFill>
                            <a:srgbClr val="000000"/>
                          </a:solidFill>
                          <a:latin typeface="Arial"/>
                          <a:ea typeface="Open Sans" pitchFamily="34" charset="-122"/>
                          <a:cs typeface="Arial"/>
                          <a:sym typeface="Arial"/>
                        </a:rPr>
                        <a:t>16 bytes</a:t>
                      </a:r>
                      <a:endParaRPr lang="en-PK" sz="1200" b="0" i="0" u="none" strike="noStrike" cap="none" dirty="0">
                        <a:solidFill>
                          <a:srgbClr val="000000"/>
                        </a:solidFill>
                        <a:latin typeface="Arial"/>
                        <a:ea typeface="Open Sans" pitchFamily="34" charset="-122"/>
                        <a:cs typeface="Arial"/>
                        <a:sym typeface="Arial"/>
                      </a:endParaRPr>
                    </a:p>
                  </a:txBody>
                  <a:tcPr/>
                </a:tc>
                <a:extLst>
                  <a:ext uri="{0D108BD9-81ED-4DB2-BD59-A6C34878D82A}">
                    <a16:rowId xmlns:a16="http://schemas.microsoft.com/office/drawing/2014/main" val="2360421715"/>
                  </a:ext>
                </a:extLst>
              </a:tr>
              <a:tr h="293711">
                <a:tc>
                  <a:txBody>
                    <a:bodyPr/>
                    <a:lstStyle/>
                    <a:p>
                      <a:pPr marR="0" algn="l" rtl="0">
                        <a:lnSpc>
                          <a:spcPts val="1781"/>
                        </a:lnSpc>
                        <a:spcBef>
                          <a:spcPts val="0"/>
                        </a:spcBef>
                        <a:spcAft>
                          <a:spcPts val="0"/>
                        </a:spcAft>
                        <a:buClr>
                          <a:srgbClr val="000000"/>
                        </a:buClr>
                      </a:pPr>
                      <a:r>
                        <a:rPr lang="en-US" sz="1200" b="0" i="0" u="none" strike="noStrike" cap="none" dirty="0">
                          <a:solidFill>
                            <a:srgbClr val="000000"/>
                          </a:solidFill>
                          <a:latin typeface="Arial"/>
                          <a:ea typeface="Open Sans" pitchFamily="34" charset="-122"/>
                          <a:cs typeface="Arial"/>
                          <a:sym typeface="Arial"/>
                        </a:rPr>
                        <a:t>Separator</a:t>
                      </a:r>
                      <a:endParaRPr lang="en-PK" sz="1200" b="0" i="0" u="none" strike="noStrike" cap="none" dirty="0">
                        <a:solidFill>
                          <a:srgbClr val="000000"/>
                        </a:solidFill>
                        <a:latin typeface="Arial"/>
                        <a:ea typeface="Open Sans" pitchFamily="34" charset="-122"/>
                        <a:cs typeface="Arial"/>
                        <a:sym typeface="Arial"/>
                      </a:endParaRPr>
                    </a:p>
                  </a:txBody>
                  <a:tcPr/>
                </a:tc>
                <a:tc>
                  <a:txBody>
                    <a:bodyPr/>
                    <a:lstStyle/>
                    <a:p>
                      <a:pPr marR="0" algn="l" rtl="0">
                        <a:lnSpc>
                          <a:spcPts val="1781"/>
                        </a:lnSpc>
                        <a:spcBef>
                          <a:spcPts val="0"/>
                        </a:spcBef>
                        <a:spcAft>
                          <a:spcPts val="0"/>
                        </a:spcAft>
                        <a:buClr>
                          <a:srgbClr val="000000"/>
                        </a:buClr>
                      </a:pPr>
                      <a:r>
                        <a:rPr lang="en-US" sz="1200" b="0" i="0" u="none" strike="noStrike" cap="none" dirty="0">
                          <a:solidFill>
                            <a:srgbClr val="000000"/>
                          </a:solidFill>
                          <a:latin typeface="Arial"/>
                          <a:ea typeface="Open Sans" pitchFamily="34" charset="-122"/>
                          <a:cs typeface="Arial"/>
                          <a:sym typeface="Arial"/>
                        </a:rPr>
                        <a:t>Dots (.)	</a:t>
                      </a:r>
                      <a:endParaRPr lang="en-PK" sz="1200" b="0" i="0" u="none" strike="noStrike" cap="none" dirty="0">
                        <a:solidFill>
                          <a:srgbClr val="000000"/>
                        </a:solidFill>
                        <a:latin typeface="Arial"/>
                        <a:ea typeface="Open Sans" pitchFamily="34" charset="-122"/>
                        <a:cs typeface="Arial"/>
                        <a:sym typeface="Arial"/>
                      </a:endParaRPr>
                    </a:p>
                  </a:txBody>
                  <a:tcPr/>
                </a:tc>
                <a:tc>
                  <a:txBody>
                    <a:bodyPr/>
                    <a:lstStyle/>
                    <a:p>
                      <a:pPr marR="0" algn="l" rtl="0">
                        <a:lnSpc>
                          <a:spcPts val="1781"/>
                        </a:lnSpc>
                        <a:spcBef>
                          <a:spcPts val="0"/>
                        </a:spcBef>
                        <a:spcAft>
                          <a:spcPts val="0"/>
                        </a:spcAft>
                        <a:buClr>
                          <a:srgbClr val="000000"/>
                        </a:buClr>
                      </a:pPr>
                      <a:r>
                        <a:rPr lang="en-US" sz="1200" b="0" i="0" u="none" strike="noStrike" cap="none" dirty="0">
                          <a:solidFill>
                            <a:srgbClr val="000000"/>
                          </a:solidFill>
                          <a:latin typeface="Arial"/>
                          <a:ea typeface="Open Sans" pitchFamily="34" charset="-122"/>
                          <a:cs typeface="Arial"/>
                          <a:sym typeface="Arial"/>
                        </a:rPr>
                        <a:t>Colons (:)</a:t>
                      </a:r>
                      <a:endParaRPr lang="en-PK" sz="1200" b="0" i="0" u="none" strike="noStrike" cap="none" dirty="0">
                        <a:solidFill>
                          <a:srgbClr val="000000"/>
                        </a:solidFill>
                        <a:latin typeface="Arial"/>
                        <a:ea typeface="Open Sans" pitchFamily="34" charset="-122"/>
                        <a:cs typeface="Arial"/>
                        <a:sym typeface="Arial"/>
                      </a:endParaRPr>
                    </a:p>
                  </a:txBody>
                  <a:tcPr/>
                </a:tc>
                <a:extLst>
                  <a:ext uri="{0D108BD9-81ED-4DB2-BD59-A6C34878D82A}">
                    <a16:rowId xmlns:a16="http://schemas.microsoft.com/office/drawing/2014/main" val="2632812179"/>
                  </a:ext>
                </a:extLst>
              </a:tr>
              <a:tr h="338176">
                <a:tc>
                  <a:txBody>
                    <a:bodyPr/>
                    <a:lstStyle/>
                    <a:p>
                      <a:pPr marR="0" algn="l" rtl="0">
                        <a:lnSpc>
                          <a:spcPts val="1781"/>
                        </a:lnSpc>
                        <a:spcBef>
                          <a:spcPts val="0"/>
                        </a:spcBef>
                        <a:spcAft>
                          <a:spcPts val="0"/>
                        </a:spcAft>
                        <a:buClr>
                          <a:srgbClr val="000000"/>
                        </a:buClr>
                      </a:pPr>
                      <a:r>
                        <a:rPr lang="en-US" sz="1200" b="0" i="0" u="none" strike="noStrike" cap="none" dirty="0">
                          <a:solidFill>
                            <a:srgbClr val="000000"/>
                          </a:solidFill>
                          <a:latin typeface="Arial"/>
                          <a:ea typeface="Open Sans" pitchFamily="34" charset="-122"/>
                          <a:cs typeface="Arial"/>
                          <a:sym typeface="Arial"/>
                        </a:rPr>
                        <a:t>Example</a:t>
                      </a:r>
                      <a:r>
                        <a:rPr lang="en-US" sz="1200" b="0" i="0" u="none" strike="noStrike" cap="none" dirty="0">
                          <a:solidFill>
                            <a:srgbClr val="000000"/>
                          </a:solidFill>
                          <a:latin typeface="Arial"/>
                          <a:cs typeface="Arial"/>
                          <a:sym typeface="Arial"/>
                        </a:rPr>
                        <a:t>	</a:t>
                      </a:r>
                      <a:endParaRPr lang="en-PK" sz="1200" b="0" i="0" u="none" strike="noStrike" cap="none" dirty="0">
                        <a:solidFill>
                          <a:srgbClr val="000000"/>
                        </a:solidFill>
                        <a:latin typeface="Arial"/>
                        <a:cs typeface="Arial"/>
                        <a:sym typeface="Arial"/>
                      </a:endParaRPr>
                    </a:p>
                  </a:txBody>
                  <a:tcPr/>
                </a:tc>
                <a:tc>
                  <a:txBody>
                    <a:bodyPr/>
                    <a:lstStyle/>
                    <a:p>
                      <a:pPr marR="0" algn="l" rtl="0">
                        <a:lnSpc>
                          <a:spcPts val="1781"/>
                        </a:lnSpc>
                        <a:spcBef>
                          <a:spcPts val="0"/>
                        </a:spcBef>
                        <a:spcAft>
                          <a:spcPts val="0"/>
                        </a:spcAft>
                        <a:buClr>
                          <a:srgbClr val="000000"/>
                        </a:buClr>
                      </a:pPr>
                      <a:r>
                        <a:rPr lang="en-PK" sz="1200" b="0" i="0" u="none" strike="noStrike" cap="none" dirty="0">
                          <a:solidFill>
                            <a:srgbClr val="000000"/>
                          </a:solidFill>
                          <a:latin typeface="Arial"/>
                          <a:ea typeface="Open Sans" pitchFamily="34" charset="-122"/>
                          <a:cs typeface="Arial"/>
                          <a:sym typeface="Arial"/>
                        </a:rPr>
                        <a:t>192.168.1.1</a:t>
                      </a:r>
                      <a:r>
                        <a:rPr lang="en-PK" sz="1200" b="0" i="0" u="none" strike="noStrike" cap="none" dirty="0">
                          <a:solidFill>
                            <a:srgbClr val="000000"/>
                          </a:solidFill>
                          <a:latin typeface="Arial"/>
                          <a:cs typeface="Arial"/>
                          <a:sym typeface="Arial"/>
                        </a:rPr>
                        <a:t>	</a:t>
                      </a:r>
                    </a:p>
                  </a:txBody>
                  <a:tcPr/>
                </a:tc>
                <a:tc>
                  <a:txBody>
                    <a:bodyPr/>
                    <a:lstStyle/>
                    <a:p>
                      <a:pPr marR="0" algn="l" rtl="0">
                        <a:lnSpc>
                          <a:spcPts val="1781"/>
                        </a:lnSpc>
                        <a:spcBef>
                          <a:spcPts val="0"/>
                        </a:spcBef>
                        <a:spcAft>
                          <a:spcPts val="0"/>
                        </a:spcAft>
                        <a:buClr>
                          <a:srgbClr val="000000"/>
                        </a:buClr>
                      </a:pPr>
                      <a:r>
                        <a:rPr lang="en-US" sz="1200" b="0" i="0" u="none" strike="noStrike" cap="none" dirty="0">
                          <a:solidFill>
                            <a:srgbClr val="000000"/>
                          </a:solidFill>
                          <a:latin typeface="Arial"/>
                          <a:ea typeface="Open Sans" pitchFamily="34" charset="-122"/>
                          <a:cs typeface="Arial"/>
                          <a:sym typeface="Arial"/>
                        </a:rPr>
                        <a:t>2001:0db8:85a3:0000:0000:8a2e:0370:7334</a:t>
                      </a:r>
                      <a:endParaRPr lang="en-PK" sz="1200" b="0" i="0" u="none" strike="noStrike" cap="none" dirty="0">
                        <a:solidFill>
                          <a:srgbClr val="000000"/>
                        </a:solidFill>
                        <a:latin typeface="Arial"/>
                        <a:ea typeface="Open Sans" pitchFamily="34" charset="-122"/>
                        <a:cs typeface="Arial"/>
                        <a:sym typeface="Arial"/>
                      </a:endParaRPr>
                    </a:p>
                  </a:txBody>
                  <a:tcPr/>
                </a:tc>
                <a:extLst>
                  <a:ext uri="{0D108BD9-81ED-4DB2-BD59-A6C34878D82A}">
                    <a16:rowId xmlns:a16="http://schemas.microsoft.com/office/drawing/2014/main" val="1326338876"/>
                  </a:ext>
                </a:extLst>
              </a:tr>
            </a:tbl>
          </a:graphicData>
        </a:graphic>
      </p:graphicFrame>
    </p:spTree>
    <p:extLst>
      <p:ext uri="{BB962C8B-B14F-4D97-AF65-F5344CB8AC3E}">
        <p14:creationId xmlns:p14="http://schemas.microsoft.com/office/powerpoint/2010/main" val="173532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56B2A-825E-5D39-9AE6-8271969D16BE}"/>
            </a:ext>
          </a:extLst>
        </p:cNvPr>
        <p:cNvGrpSpPr/>
        <p:nvPr/>
      </p:nvGrpSpPr>
      <p:grpSpPr>
        <a:xfrm>
          <a:off x="0" y="0"/>
          <a:ext cx="0" cy="0"/>
          <a:chOff x="0" y="0"/>
          <a:chExt cx="0" cy="0"/>
        </a:xfrm>
      </p:grpSpPr>
      <p:sp>
        <p:nvSpPr>
          <p:cNvPr id="41" name="Shape 6">
            <a:extLst>
              <a:ext uri="{FF2B5EF4-FFF2-40B4-BE49-F238E27FC236}">
                <a16:creationId xmlns:a16="http://schemas.microsoft.com/office/drawing/2014/main" id="{4FAD7D0A-2A1A-70BC-0A36-E40EC229BB89}"/>
              </a:ext>
            </a:extLst>
          </p:cNvPr>
          <p:cNvSpPr/>
          <p:nvPr/>
        </p:nvSpPr>
        <p:spPr>
          <a:xfrm>
            <a:off x="4090837" y="3374844"/>
            <a:ext cx="496119" cy="19050"/>
          </a:xfrm>
          <a:prstGeom prst="roundRect">
            <a:avLst>
              <a:gd name="adj" fmla="val 111628"/>
            </a:avLst>
          </a:prstGeom>
          <a:solidFill>
            <a:srgbClr val="D0CED9"/>
          </a:solidFill>
          <a:ln/>
        </p:spPr>
      </p:sp>
      <p:sp>
        <p:nvSpPr>
          <p:cNvPr id="42" name="Shape 6">
            <a:extLst>
              <a:ext uri="{FF2B5EF4-FFF2-40B4-BE49-F238E27FC236}">
                <a16:creationId xmlns:a16="http://schemas.microsoft.com/office/drawing/2014/main" id="{8FE2472E-0CEB-DECA-018D-63B5344D9607}"/>
              </a:ext>
            </a:extLst>
          </p:cNvPr>
          <p:cNvSpPr/>
          <p:nvPr/>
        </p:nvSpPr>
        <p:spPr>
          <a:xfrm>
            <a:off x="4084112" y="3909078"/>
            <a:ext cx="496119" cy="19050"/>
          </a:xfrm>
          <a:prstGeom prst="roundRect">
            <a:avLst>
              <a:gd name="adj" fmla="val 111628"/>
            </a:avLst>
          </a:prstGeom>
          <a:solidFill>
            <a:srgbClr val="D0CED9"/>
          </a:solidFill>
          <a:ln/>
        </p:spPr>
      </p:sp>
      <p:sp>
        <p:nvSpPr>
          <p:cNvPr id="40" name="Shape 6">
            <a:extLst>
              <a:ext uri="{FF2B5EF4-FFF2-40B4-BE49-F238E27FC236}">
                <a16:creationId xmlns:a16="http://schemas.microsoft.com/office/drawing/2014/main" id="{78BEFB0A-6BDB-8F4C-D435-27526BAF33C4}"/>
              </a:ext>
            </a:extLst>
          </p:cNvPr>
          <p:cNvSpPr/>
          <p:nvPr/>
        </p:nvSpPr>
        <p:spPr>
          <a:xfrm>
            <a:off x="4087809" y="2793144"/>
            <a:ext cx="496119" cy="19050"/>
          </a:xfrm>
          <a:prstGeom prst="roundRect">
            <a:avLst>
              <a:gd name="adj" fmla="val 111628"/>
            </a:avLst>
          </a:prstGeom>
          <a:solidFill>
            <a:srgbClr val="D0CED9"/>
          </a:solidFill>
          <a:ln/>
        </p:spPr>
      </p:sp>
      <p:sp>
        <p:nvSpPr>
          <p:cNvPr id="13" name="Shape 10">
            <a:extLst>
              <a:ext uri="{FF2B5EF4-FFF2-40B4-BE49-F238E27FC236}">
                <a16:creationId xmlns:a16="http://schemas.microsoft.com/office/drawing/2014/main" id="{989D438D-4D2D-978C-55F5-64CEE595C1FA}"/>
              </a:ext>
            </a:extLst>
          </p:cNvPr>
          <p:cNvSpPr/>
          <p:nvPr/>
        </p:nvSpPr>
        <p:spPr>
          <a:xfrm>
            <a:off x="4066767" y="2276165"/>
            <a:ext cx="496119" cy="19050"/>
          </a:xfrm>
          <a:prstGeom prst="roundRect">
            <a:avLst>
              <a:gd name="adj" fmla="val 111628"/>
            </a:avLst>
          </a:prstGeom>
          <a:solidFill>
            <a:srgbClr val="D0CED9"/>
          </a:solidFill>
          <a:ln/>
        </p:spPr>
      </p:sp>
      <p:sp>
        <p:nvSpPr>
          <p:cNvPr id="26" name="Shape 6">
            <a:extLst>
              <a:ext uri="{FF2B5EF4-FFF2-40B4-BE49-F238E27FC236}">
                <a16:creationId xmlns:a16="http://schemas.microsoft.com/office/drawing/2014/main" id="{1B886636-8C0D-53D1-0FEC-33F697B7EBB0}"/>
              </a:ext>
            </a:extLst>
          </p:cNvPr>
          <p:cNvSpPr/>
          <p:nvPr/>
        </p:nvSpPr>
        <p:spPr>
          <a:xfrm>
            <a:off x="4060275" y="1640001"/>
            <a:ext cx="496119" cy="19050"/>
          </a:xfrm>
          <a:prstGeom prst="roundRect">
            <a:avLst>
              <a:gd name="adj" fmla="val 111628"/>
            </a:avLst>
          </a:prstGeom>
          <a:solidFill>
            <a:srgbClr val="D0CED9"/>
          </a:solidFill>
          <a:ln/>
        </p:spPr>
      </p:sp>
      <p:sp>
        <p:nvSpPr>
          <p:cNvPr id="32" name="Shape 1">
            <a:extLst>
              <a:ext uri="{FF2B5EF4-FFF2-40B4-BE49-F238E27FC236}">
                <a16:creationId xmlns:a16="http://schemas.microsoft.com/office/drawing/2014/main" id="{E7C17E01-A2F3-76D8-532F-50EC4F268806}"/>
              </a:ext>
            </a:extLst>
          </p:cNvPr>
          <p:cNvSpPr/>
          <p:nvPr/>
        </p:nvSpPr>
        <p:spPr>
          <a:xfrm>
            <a:off x="4223801" y="1512980"/>
            <a:ext cx="19050" cy="2494955"/>
          </a:xfrm>
          <a:prstGeom prst="roundRect">
            <a:avLst>
              <a:gd name="adj" fmla="val 111628"/>
            </a:avLst>
          </a:prstGeom>
          <a:solidFill>
            <a:srgbClr val="D0CED9"/>
          </a:solidFill>
          <a:ln/>
        </p:spPr>
      </p:sp>
      <p:sp>
        <p:nvSpPr>
          <p:cNvPr id="46" name="Shape 7">
            <a:extLst>
              <a:ext uri="{FF2B5EF4-FFF2-40B4-BE49-F238E27FC236}">
                <a16:creationId xmlns:a16="http://schemas.microsoft.com/office/drawing/2014/main" id="{7A43EC51-0C71-CD84-9D5C-27C036A30F56}"/>
              </a:ext>
            </a:extLst>
          </p:cNvPr>
          <p:cNvSpPr/>
          <p:nvPr/>
        </p:nvSpPr>
        <p:spPr>
          <a:xfrm>
            <a:off x="4084112" y="3764013"/>
            <a:ext cx="318939" cy="318939"/>
          </a:xfrm>
          <a:prstGeom prst="roundRect">
            <a:avLst>
              <a:gd name="adj" fmla="val 6667"/>
            </a:avLst>
          </a:prstGeom>
          <a:solidFill>
            <a:srgbClr val="EAE8F3"/>
          </a:solidFill>
          <a:ln/>
        </p:spPr>
      </p:sp>
      <p:sp>
        <p:nvSpPr>
          <p:cNvPr id="45" name="Shape 7">
            <a:extLst>
              <a:ext uri="{FF2B5EF4-FFF2-40B4-BE49-F238E27FC236}">
                <a16:creationId xmlns:a16="http://schemas.microsoft.com/office/drawing/2014/main" id="{B4E7C952-0A7D-8072-AC56-162A09B5FD90}"/>
              </a:ext>
            </a:extLst>
          </p:cNvPr>
          <p:cNvSpPr/>
          <p:nvPr/>
        </p:nvSpPr>
        <p:spPr>
          <a:xfrm>
            <a:off x="4098125" y="3248181"/>
            <a:ext cx="318939" cy="318939"/>
          </a:xfrm>
          <a:prstGeom prst="roundRect">
            <a:avLst>
              <a:gd name="adj" fmla="val 6667"/>
            </a:avLst>
          </a:prstGeom>
          <a:solidFill>
            <a:srgbClr val="EAE8F3"/>
          </a:solidFill>
          <a:ln/>
        </p:spPr>
      </p:sp>
      <p:sp>
        <p:nvSpPr>
          <p:cNvPr id="44" name="Shape 7">
            <a:extLst>
              <a:ext uri="{FF2B5EF4-FFF2-40B4-BE49-F238E27FC236}">
                <a16:creationId xmlns:a16="http://schemas.microsoft.com/office/drawing/2014/main" id="{A6C4308C-428A-9653-F78A-41CEE69C96AD}"/>
              </a:ext>
            </a:extLst>
          </p:cNvPr>
          <p:cNvSpPr/>
          <p:nvPr/>
        </p:nvSpPr>
        <p:spPr>
          <a:xfrm>
            <a:off x="4071400" y="2654519"/>
            <a:ext cx="318939" cy="318939"/>
          </a:xfrm>
          <a:prstGeom prst="roundRect">
            <a:avLst>
              <a:gd name="adj" fmla="val 6667"/>
            </a:avLst>
          </a:prstGeom>
          <a:solidFill>
            <a:srgbClr val="EAE8F3"/>
          </a:solidFill>
          <a:ln/>
        </p:spPr>
      </p:sp>
      <p:sp>
        <p:nvSpPr>
          <p:cNvPr id="43" name="Shape 7">
            <a:extLst>
              <a:ext uri="{FF2B5EF4-FFF2-40B4-BE49-F238E27FC236}">
                <a16:creationId xmlns:a16="http://schemas.microsoft.com/office/drawing/2014/main" id="{9F021CFB-8035-12D5-BCE4-B403226D5C1E}"/>
              </a:ext>
            </a:extLst>
          </p:cNvPr>
          <p:cNvSpPr/>
          <p:nvPr/>
        </p:nvSpPr>
        <p:spPr>
          <a:xfrm>
            <a:off x="4064332" y="2129836"/>
            <a:ext cx="318939" cy="318939"/>
          </a:xfrm>
          <a:prstGeom prst="roundRect">
            <a:avLst>
              <a:gd name="adj" fmla="val 6667"/>
            </a:avLst>
          </a:prstGeom>
          <a:solidFill>
            <a:srgbClr val="EAE8F3"/>
          </a:solidFill>
          <a:ln/>
        </p:spPr>
      </p:sp>
      <p:sp>
        <p:nvSpPr>
          <p:cNvPr id="19" name="Shape 7">
            <a:extLst>
              <a:ext uri="{FF2B5EF4-FFF2-40B4-BE49-F238E27FC236}">
                <a16:creationId xmlns:a16="http://schemas.microsoft.com/office/drawing/2014/main" id="{4F89AA69-583B-CB14-4966-7B6E16AA860A}"/>
              </a:ext>
            </a:extLst>
          </p:cNvPr>
          <p:cNvSpPr/>
          <p:nvPr/>
        </p:nvSpPr>
        <p:spPr>
          <a:xfrm>
            <a:off x="4064332" y="1519401"/>
            <a:ext cx="318939" cy="318939"/>
          </a:xfrm>
          <a:prstGeom prst="roundRect">
            <a:avLst>
              <a:gd name="adj" fmla="val 6667"/>
            </a:avLst>
          </a:prstGeom>
          <a:solidFill>
            <a:srgbClr val="EAE8F3"/>
          </a:solidFill>
          <a:ln/>
        </p:spPr>
      </p:sp>
      <p:sp>
        <p:nvSpPr>
          <p:cNvPr id="27" name="Shape 6">
            <a:extLst>
              <a:ext uri="{FF2B5EF4-FFF2-40B4-BE49-F238E27FC236}">
                <a16:creationId xmlns:a16="http://schemas.microsoft.com/office/drawing/2014/main" id="{66412B40-0315-D133-28B3-9B32F1F21782}"/>
              </a:ext>
            </a:extLst>
          </p:cNvPr>
          <p:cNvSpPr/>
          <p:nvPr/>
        </p:nvSpPr>
        <p:spPr>
          <a:xfrm>
            <a:off x="272088" y="3892438"/>
            <a:ext cx="496119" cy="19050"/>
          </a:xfrm>
          <a:prstGeom prst="roundRect">
            <a:avLst>
              <a:gd name="adj" fmla="val 111628"/>
            </a:avLst>
          </a:prstGeom>
          <a:solidFill>
            <a:srgbClr val="D0CED9"/>
          </a:solidFill>
          <a:ln/>
        </p:spPr>
      </p:sp>
      <p:sp>
        <p:nvSpPr>
          <p:cNvPr id="25" name="Shape 6">
            <a:extLst>
              <a:ext uri="{FF2B5EF4-FFF2-40B4-BE49-F238E27FC236}">
                <a16:creationId xmlns:a16="http://schemas.microsoft.com/office/drawing/2014/main" id="{7DA4B8B8-58D7-340B-5EDE-BD239D78106B}"/>
              </a:ext>
            </a:extLst>
          </p:cNvPr>
          <p:cNvSpPr/>
          <p:nvPr/>
        </p:nvSpPr>
        <p:spPr>
          <a:xfrm>
            <a:off x="272088" y="3386329"/>
            <a:ext cx="496119" cy="19050"/>
          </a:xfrm>
          <a:prstGeom prst="roundRect">
            <a:avLst>
              <a:gd name="adj" fmla="val 111628"/>
            </a:avLst>
          </a:prstGeom>
          <a:solidFill>
            <a:srgbClr val="D0CED9"/>
          </a:solidFill>
          <a:ln/>
        </p:spPr>
      </p:sp>
      <p:sp>
        <p:nvSpPr>
          <p:cNvPr id="24" name="Shape 6">
            <a:extLst>
              <a:ext uri="{FF2B5EF4-FFF2-40B4-BE49-F238E27FC236}">
                <a16:creationId xmlns:a16="http://schemas.microsoft.com/office/drawing/2014/main" id="{E90C2A8E-3BD3-8E58-C503-5BC31147E322}"/>
              </a:ext>
            </a:extLst>
          </p:cNvPr>
          <p:cNvSpPr/>
          <p:nvPr/>
        </p:nvSpPr>
        <p:spPr>
          <a:xfrm>
            <a:off x="278085" y="2815951"/>
            <a:ext cx="496119" cy="19050"/>
          </a:xfrm>
          <a:prstGeom prst="roundRect">
            <a:avLst>
              <a:gd name="adj" fmla="val 111628"/>
            </a:avLst>
          </a:prstGeom>
          <a:solidFill>
            <a:srgbClr val="D0CED9"/>
          </a:solidFill>
          <a:ln/>
        </p:spPr>
      </p:sp>
      <p:sp>
        <p:nvSpPr>
          <p:cNvPr id="3" name="Text 0">
            <a:extLst>
              <a:ext uri="{FF2B5EF4-FFF2-40B4-BE49-F238E27FC236}">
                <a16:creationId xmlns:a16="http://schemas.microsoft.com/office/drawing/2014/main" id="{072E10EC-0864-2CC3-2305-5149AD855EBA}"/>
              </a:ext>
            </a:extLst>
          </p:cNvPr>
          <p:cNvSpPr/>
          <p:nvPr/>
        </p:nvSpPr>
        <p:spPr>
          <a:xfrm>
            <a:off x="148986" y="290807"/>
            <a:ext cx="8908231" cy="522940"/>
          </a:xfrm>
          <a:prstGeom prst="rect">
            <a:avLst/>
          </a:prstGeom>
          <a:noFill/>
          <a:ln/>
        </p:spPr>
        <p:txBody>
          <a:bodyPr wrap="square" lIns="0" tIns="0" rIns="0" bIns="0" rtlCol="0" anchor="t"/>
          <a:lstStyle/>
          <a:p>
            <a:pPr>
              <a:lnSpc>
                <a:spcPts val="3469"/>
              </a:lnSpc>
            </a:pPr>
            <a:r>
              <a:rPr lang="en-US" sz="2400" dirty="0">
                <a:solidFill>
                  <a:srgbClr val="403CCF"/>
                </a:solidFill>
                <a:latin typeface="Libre Baskerville" pitchFamily="34" charset="0"/>
              </a:rPr>
              <a:t>Difference b/w Public IP and Private IP</a:t>
            </a:r>
          </a:p>
        </p:txBody>
      </p:sp>
      <p:sp>
        <p:nvSpPr>
          <p:cNvPr id="4" name="Shape 1">
            <a:extLst>
              <a:ext uri="{FF2B5EF4-FFF2-40B4-BE49-F238E27FC236}">
                <a16:creationId xmlns:a16="http://schemas.microsoft.com/office/drawing/2014/main" id="{973677DD-6E2D-29A7-CB0B-95E6FACEA3D4}"/>
              </a:ext>
            </a:extLst>
          </p:cNvPr>
          <p:cNvSpPr/>
          <p:nvPr/>
        </p:nvSpPr>
        <p:spPr>
          <a:xfrm>
            <a:off x="293267" y="1606734"/>
            <a:ext cx="19050" cy="2494955"/>
          </a:xfrm>
          <a:prstGeom prst="roundRect">
            <a:avLst>
              <a:gd name="adj" fmla="val 111628"/>
            </a:avLst>
          </a:prstGeom>
          <a:solidFill>
            <a:srgbClr val="D0CED9"/>
          </a:solidFill>
          <a:ln/>
        </p:spPr>
      </p:sp>
      <p:sp>
        <p:nvSpPr>
          <p:cNvPr id="5" name="Shape 2">
            <a:extLst>
              <a:ext uri="{FF2B5EF4-FFF2-40B4-BE49-F238E27FC236}">
                <a16:creationId xmlns:a16="http://schemas.microsoft.com/office/drawing/2014/main" id="{D490EC97-E3EB-F6FC-0D49-4F43A1A340F0}"/>
              </a:ext>
            </a:extLst>
          </p:cNvPr>
          <p:cNvSpPr/>
          <p:nvPr/>
        </p:nvSpPr>
        <p:spPr>
          <a:xfrm>
            <a:off x="278085" y="1692549"/>
            <a:ext cx="496119" cy="19050"/>
          </a:xfrm>
          <a:prstGeom prst="roundRect">
            <a:avLst>
              <a:gd name="adj" fmla="val 111628"/>
            </a:avLst>
          </a:prstGeom>
          <a:solidFill>
            <a:srgbClr val="D0CED9"/>
          </a:solidFill>
          <a:ln/>
        </p:spPr>
      </p:sp>
      <p:sp>
        <p:nvSpPr>
          <p:cNvPr id="6" name="Shape 3">
            <a:extLst>
              <a:ext uri="{FF2B5EF4-FFF2-40B4-BE49-F238E27FC236}">
                <a16:creationId xmlns:a16="http://schemas.microsoft.com/office/drawing/2014/main" id="{B768FF6B-E88D-0A77-902A-74338DB88622}"/>
              </a:ext>
            </a:extLst>
          </p:cNvPr>
          <p:cNvSpPr/>
          <p:nvPr/>
        </p:nvSpPr>
        <p:spPr>
          <a:xfrm>
            <a:off x="148986" y="1539958"/>
            <a:ext cx="318939" cy="318939"/>
          </a:xfrm>
          <a:prstGeom prst="roundRect">
            <a:avLst>
              <a:gd name="adj" fmla="val 6667"/>
            </a:avLst>
          </a:prstGeom>
          <a:solidFill>
            <a:srgbClr val="EAE8F3"/>
          </a:solidFill>
          <a:ln/>
        </p:spPr>
      </p:sp>
      <p:sp>
        <p:nvSpPr>
          <p:cNvPr id="7" name="Text 4">
            <a:extLst>
              <a:ext uri="{FF2B5EF4-FFF2-40B4-BE49-F238E27FC236}">
                <a16:creationId xmlns:a16="http://schemas.microsoft.com/office/drawing/2014/main" id="{72B7BAFA-F781-5C1A-2A6C-CA122E0064F8}"/>
              </a:ext>
            </a:extLst>
          </p:cNvPr>
          <p:cNvSpPr/>
          <p:nvPr/>
        </p:nvSpPr>
        <p:spPr>
          <a:xfrm>
            <a:off x="265943" y="1605261"/>
            <a:ext cx="94878" cy="212676"/>
          </a:xfrm>
          <a:prstGeom prst="rect">
            <a:avLst/>
          </a:prstGeom>
          <a:noFill/>
          <a:ln/>
        </p:spPr>
        <p:txBody>
          <a:bodyPr wrap="none" lIns="0" tIns="0" rIns="0" bIns="0" rtlCol="0" anchor="t"/>
          <a:lstStyle/>
          <a:p>
            <a:pPr algn="ctr">
              <a:lnSpc>
                <a:spcPts val="1656"/>
              </a:lnSpc>
            </a:pPr>
            <a:r>
              <a:rPr lang="en-US" sz="1656" dirty="0">
                <a:solidFill>
                  <a:srgbClr val="49495A"/>
                </a:solidFill>
                <a:latin typeface="Libre Baskerville" pitchFamily="34" charset="0"/>
                <a:ea typeface="Libre Baskerville" pitchFamily="34" charset="-122"/>
                <a:cs typeface="Libre Baskerville" pitchFamily="34" charset="-120"/>
              </a:rPr>
              <a:t>1</a:t>
            </a:r>
            <a:endParaRPr lang="en-US" sz="1656" dirty="0"/>
          </a:p>
        </p:txBody>
      </p:sp>
      <p:sp>
        <p:nvSpPr>
          <p:cNvPr id="8" name="Text 5">
            <a:extLst>
              <a:ext uri="{FF2B5EF4-FFF2-40B4-BE49-F238E27FC236}">
                <a16:creationId xmlns:a16="http://schemas.microsoft.com/office/drawing/2014/main" id="{E83F4CA1-868F-A35F-CCCD-F7C4EC5DA5EC}"/>
              </a:ext>
            </a:extLst>
          </p:cNvPr>
          <p:cNvSpPr/>
          <p:nvPr/>
        </p:nvSpPr>
        <p:spPr>
          <a:xfrm>
            <a:off x="868189" y="1506736"/>
            <a:ext cx="2536155" cy="453628"/>
          </a:xfrm>
          <a:prstGeom prst="rect">
            <a:avLst/>
          </a:prstGeom>
          <a:noFill/>
          <a:ln/>
        </p:spPr>
        <p:txBody>
          <a:bodyPr wrap="square" lIns="0" tIns="0" rIns="0" bIns="0" rtlCol="0" anchor="t"/>
          <a:lstStyle/>
          <a:p>
            <a:pPr>
              <a:lnSpc>
                <a:spcPts val="1781"/>
              </a:lnSpc>
            </a:pPr>
            <a:r>
              <a:rPr lang="en-US" sz="1094" dirty="0">
                <a:solidFill>
                  <a:srgbClr val="49495A"/>
                </a:solidFill>
                <a:latin typeface="Open Sans" pitchFamily="34" charset="0"/>
                <a:ea typeface="Open Sans" pitchFamily="34" charset="-122"/>
                <a:cs typeface="Open Sans" pitchFamily="34" charset="-120"/>
              </a:rPr>
              <a:t>Private IP is used with in LAN Network</a:t>
            </a:r>
          </a:p>
          <a:p>
            <a:pPr>
              <a:lnSpc>
                <a:spcPts val="1781"/>
              </a:lnSpc>
            </a:pPr>
            <a:r>
              <a:rPr lang="en-US" sz="1094" dirty="0">
                <a:solidFill>
                  <a:srgbClr val="49495A"/>
                </a:solidFill>
                <a:latin typeface="Open Sans" pitchFamily="34" charset="0"/>
                <a:ea typeface="Open Sans" pitchFamily="34" charset="-122"/>
                <a:cs typeface="Open Sans" pitchFamily="34" charset="-120"/>
              </a:rPr>
              <a:t>With in organization</a:t>
            </a:r>
            <a:endParaRPr lang="en-US" sz="1094" dirty="0"/>
          </a:p>
        </p:txBody>
      </p:sp>
      <p:sp>
        <p:nvSpPr>
          <p:cNvPr id="9" name="Shape 6">
            <a:extLst>
              <a:ext uri="{FF2B5EF4-FFF2-40B4-BE49-F238E27FC236}">
                <a16:creationId xmlns:a16="http://schemas.microsoft.com/office/drawing/2014/main" id="{FD006C04-01A8-394D-2B2A-84092AB11648}"/>
              </a:ext>
            </a:extLst>
          </p:cNvPr>
          <p:cNvSpPr/>
          <p:nvPr/>
        </p:nvSpPr>
        <p:spPr>
          <a:xfrm>
            <a:off x="280219" y="2276225"/>
            <a:ext cx="496119" cy="19050"/>
          </a:xfrm>
          <a:prstGeom prst="roundRect">
            <a:avLst>
              <a:gd name="adj" fmla="val 111628"/>
            </a:avLst>
          </a:prstGeom>
          <a:solidFill>
            <a:srgbClr val="D0CED9"/>
          </a:solidFill>
          <a:ln/>
        </p:spPr>
      </p:sp>
      <p:sp>
        <p:nvSpPr>
          <p:cNvPr id="10" name="Shape 7">
            <a:extLst>
              <a:ext uri="{FF2B5EF4-FFF2-40B4-BE49-F238E27FC236}">
                <a16:creationId xmlns:a16="http://schemas.microsoft.com/office/drawing/2014/main" id="{5AF2060A-2250-478B-B588-3E2D083B6711}"/>
              </a:ext>
            </a:extLst>
          </p:cNvPr>
          <p:cNvSpPr/>
          <p:nvPr/>
        </p:nvSpPr>
        <p:spPr>
          <a:xfrm>
            <a:off x="153912" y="2130139"/>
            <a:ext cx="318939" cy="318939"/>
          </a:xfrm>
          <a:prstGeom prst="roundRect">
            <a:avLst>
              <a:gd name="adj" fmla="val 6667"/>
            </a:avLst>
          </a:prstGeom>
          <a:solidFill>
            <a:srgbClr val="EAE8F3"/>
          </a:solidFill>
          <a:ln/>
        </p:spPr>
      </p:sp>
      <p:sp>
        <p:nvSpPr>
          <p:cNvPr id="11" name="Text 8">
            <a:extLst>
              <a:ext uri="{FF2B5EF4-FFF2-40B4-BE49-F238E27FC236}">
                <a16:creationId xmlns:a16="http://schemas.microsoft.com/office/drawing/2014/main" id="{82063325-96B9-57BB-1E66-558912776057}"/>
              </a:ext>
            </a:extLst>
          </p:cNvPr>
          <p:cNvSpPr/>
          <p:nvPr/>
        </p:nvSpPr>
        <p:spPr>
          <a:xfrm>
            <a:off x="225070" y="2236402"/>
            <a:ext cx="130969" cy="212676"/>
          </a:xfrm>
          <a:prstGeom prst="rect">
            <a:avLst/>
          </a:prstGeom>
          <a:noFill/>
          <a:ln/>
        </p:spPr>
        <p:txBody>
          <a:bodyPr wrap="none" lIns="0" tIns="0" rIns="0" bIns="0" rtlCol="0" anchor="t"/>
          <a:lstStyle/>
          <a:p>
            <a:pPr algn="ctr">
              <a:lnSpc>
                <a:spcPts val="1656"/>
              </a:lnSpc>
            </a:pPr>
            <a:r>
              <a:rPr lang="en-US" sz="1656" dirty="0">
                <a:solidFill>
                  <a:srgbClr val="49495A"/>
                </a:solidFill>
                <a:latin typeface="Libre Baskerville" pitchFamily="34" charset="0"/>
                <a:ea typeface="Libre Baskerville" pitchFamily="34" charset="-122"/>
                <a:cs typeface="Libre Baskerville" pitchFamily="34" charset="-120"/>
              </a:rPr>
              <a:t>2</a:t>
            </a:r>
            <a:endParaRPr lang="en-US" sz="1656" dirty="0"/>
          </a:p>
        </p:txBody>
      </p:sp>
      <p:sp>
        <p:nvSpPr>
          <p:cNvPr id="12" name="Text 9">
            <a:extLst>
              <a:ext uri="{FF2B5EF4-FFF2-40B4-BE49-F238E27FC236}">
                <a16:creationId xmlns:a16="http://schemas.microsoft.com/office/drawing/2014/main" id="{A26F57DA-9476-3081-E4BB-C5A6F250FF29}"/>
              </a:ext>
            </a:extLst>
          </p:cNvPr>
          <p:cNvSpPr/>
          <p:nvPr/>
        </p:nvSpPr>
        <p:spPr>
          <a:xfrm>
            <a:off x="857255" y="2167499"/>
            <a:ext cx="2227721" cy="318939"/>
          </a:xfrm>
          <a:prstGeom prst="rect">
            <a:avLst/>
          </a:prstGeom>
          <a:noFill/>
          <a:ln/>
        </p:spPr>
        <p:txBody>
          <a:bodyPr wrap="square" lIns="0" tIns="0" rIns="0" bIns="0" rtlCol="0" anchor="t"/>
          <a:lstStyle/>
          <a:p>
            <a:pPr>
              <a:lnSpc>
                <a:spcPts val="1781"/>
              </a:lnSpc>
            </a:pPr>
            <a:r>
              <a:rPr lang="en-US" sz="1094" dirty="0">
                <a:solidFill>
                  <a:srgbClr val="49495A"/>
                </a:solidFill>
                <a:latin typeface="Open Sans" pitchFamily="34" charset="0"/>
                <a:ea typeface="Open Sans" pitchFamily="34" charset="-122"/>
                <a:cs typeface="Open Sans" pitchFamily="34" charset="-120"/>
              </a:rPr>
              <a:t>Not Recognized on the internet</a:t>
            </a:r>
            <a:endParaRPr lang="en-US" sz="1094" dirty="0"/>
          </a:p>
        </p:txBody>
      </p:sp>
      <p:sp>
        <p:nvSpPr>
          <p:cNvPr id="14" name="Shape 11">
            <a:extLst>
              <a:ext uri="{FF2B5EF4-FFF2-40B4-BE49-F238E27FC236}">
                <a16:creationId xmlns:a16="http://schemas.microsoft.com/office/drawing/2014/main" id="{DB130E29-C9AB-23B0-38A1-D132A64158BD}"/>
              </a:ext>
            </a:extLst>
          </p:cNvPr>
          <p:cNvSpPr/>
          <p:nvPr/>
        </p:nvSpPr>
        <p:spPr>
          <a:xfrm>
            <a:off x="152848" y="3245910"/>
            <a:ext cx="318939" cy="318939"/>
          </a:xfrm>
          <a:prstGeom prst="roundRect">
            <a:avLst>
              <a:gd name="adj" fmla="val 6667"/>
            </a:avLst>
          </a:prstGeom>
          <a:solidFill>
            <a:srgbClr val="EAE8F3"/>
          </a:solidFill>
          <a:ln/>
        </p:spPr>
      </p:sp>
      <p:sp>
        <p:nvSpPr>
          <p:cNvPr id="15" name="Text 12">
            <a:extLst>
              <a:ext uri="{FF2B5EF4-FFF2-40B4-BE49-F238E27FC236}">
                <a16:creationId xmlns:a16="http://schemas.microsoft.com/office/drawing/2014/main" id="{EA529B55-E418-9845-1AFF-DE86D9DA9713}"/>
              </a:ext>
            </a:extLst>
          </p:cNvPr>
          <p:cNvSpPr/>
          <p:nvPr/>
        </p:nvSpPr>
        <p:spPr>
          <a:xfrm>
            <a:off x="4165386" y="1577312"/>
            <a:ext cx="130969" cy="212676"/>
          </a:xfrm>
          <a:prstGeom prst="rect">
            <a:avLst/>
          </a:prstGeom>
          <a:noFill/>
          <a:ln/>
        </p:spPr>
        <p:txBody>
          <a:bodyPr wrap="none" lIns="0" tIns="0" rIns="0" bIns="0" rtlCol="0" anchor="t"/>
          <a:lstStyle/>
          <a:p>
            <a:pPr algn="ctr">
              <a:lnSpc>
                <a:spcPts val="1656"/>
              </a:lnSpc>
            </a:pPr>
            <a:r>
              <a:rPr lang="en-US" sz="1656" dirty="0">
                <a:solidFill>
                  <a:srgbClr val="49495A"/>
                </a:solidFill>
                <a:latin typeface="Libre Baskerville" pitchFamily="34" charset="0"/>
                <a:ea typeface="Libre Baskerville" pitchFamily="34" charset="-122"/>
                <a:cs typeface="Libre Baskerville" pitchFamily="34" charset="-120"/>
              </a:rPr>
              <a:t>1</a:t>
            </a:r>
            <a:endParaRPr lang="en-US" sz="1656" dirty="0"/>
          </a:p>
        </p:txBody>
      </p:sp>
      <p:sp>
        <p:nvSpPr>
          <p:cNvPr id="16" name="Text 13">
            <a:extLst>
              <a:ext uri="{FF2B5EF4-FFF2-40B4-BE49-F238E27FC236}">
                <a16:creationId xmlns:a16="http://schemas.microsoft.com/office/drawing/2014/main" id="{237FAC2C-3F4A-69E5-B16E-5B4423E50249}"/>
              </a:ext>
            </a:extLst>
          </p:cNvPr>
          <p:cNvSpPr/>
          <p:nvPr/>
        </p:nvSpPr>
        <p:spPr>
          <a:xfrm>
            <a:off x="828251" y="2712259"/>
            <a:ext cx="3730451" cy="453628"/>
          </a:xfrm>
          <a:prstGeom prst="rect">
            <a:avLst/>
          </a:prstGeom>
          <a:noFill/>
          <a:ln/>
        </p:spPr>
        <p:txBody>
          <a:bodyPr wrap="square" lIns="0" tIns="0" rIns="0" bIns="0" rtlCol="0" anchor="t"/>
          <a:lstStyle/>
          <a:p>
            <a:pPr>
              <a:lnSpc>
                <a:spcPts val="1781"/>
              </a:lnSpc>
            </a:pPr>
            <a:r>
              <a:rPr lang="en-US" sz="1094" dirty="0">
                <a:solidFill>
                  <a:srgbClr val="49495A"/>
                </a:solidFill>
                <a:latin typeface="Open Sans" pitchFamily="34" charset="0"/>
                <a:ea typeface="Open Sans" pitchFamily="34" charset="-122"/>
                <a:cs typeface="Open Sans" pitchFamily="34" charset="-120"/>
              </a:rPr>
              <a:t>Private IP given by the Administrator</a:t>
            </a:r>
            <a:endParaRPr lang="en-US" sz="1094" dirty="0"/>
          </a:p>
        </p:txBody>
      </p:sp>
      <p:sp>
        <p:nvSpPr>
          <p:cNvPr id="17" name="Shape 7">
            <a:extLst>
              <a:ext uri="{FF2B5EF4-FFF2-40B4-BE49-F238E27FC236}">
                <a16:creationId xmlns:a16="http://schemas.microsoft.com/office/drawing/2014/main" id="{9B7BF8D9-7AEA-B38E-CD6F-AF653AA19877}"/>
              </a:ext>
            </a:extLst>
          </p:cNvPr>
          <p:cNvSpPr/>
          <p:nvPr/>
        </p:nvSpPr>
        <p:spPr>
          <a:xfrm>
            <a:off x="152850" y="2656936"/>
            <a:ext cx="318939" cy="318939"/>
          </a:xfrm>
          <a:prstGeom prst="roundRect">
            <a:avLst>
              <a:gd name="adj" fmla="val 6667"/>
            </a:avLst>
          </a:prstGeom>
          <a:solidFill>
            <a:srgbClr val="EAE8F3"/>
          </a:solidFill>
          <a:ln/>
        </p:spPr>
      </p:sp>
      <p:sp>
        <p:nvSpPr>
          <p:cNvPr id="18" name="Shape 7">
            <a:extLst>
              <a:ext uri="{FF2B5EF4-FFF2-40B4-BE49-F238E27FC236}">
                <a16:creationId xmlns:a16="http://schemas.microsoft.com/office/drawing/2014/main" id="{C9757000-434C-589C-D29B-D9B899CC80F0}"/>
              </a:ext>
            </a:extLst>
          </p:cNvPr>
          <p:cNvSpPr/>
          <p:nvPr/>
        </p:nvSpPr>
        <p:spPr>
          <a:xfrm>
            <a:off x="164146" y="3760430"/>
            <a:ext cx="318939" cy="318939"/>
          </a:xfrm>
          <a:prstGeom prst="roundRect">
            <a:avLst>
              <a:gd name="adj" fmla="val 6667"/>
            </a:avLst>
          </a:prstGeom>
          <a:solidFill>
            <a:srgbClr val="EAE8F3"/>
          </a:solidFill>
          <a:ln/>
        </p:spPr>
      </p:sp>
      <p:sp>
        <p:nvSpPr>
          <p:cNvPr id="20" name="Text 12">
            <a:extLst>
              <a:ext uri="{FF2B5EF4-FFF2-40B4-BE49-F238E27FC236}">
                <a16:creationId xmlns:a16="http://schemas.microsoft.com/office/drawing/2014/main" id="{9EFBA2A7-2DB0-4F7B-4464-0BDC13D7032F}"/>
              </a:ext>
            </a:extLst>
          </p:cNvPr>
          <p:cNvSpPr/>
          <p:nvPr/>
        </p:nvSpPr>
        <p:spPr>
          <a:xfrm>
            <a:off x="238815" y="3834884"/>
            <a:ext cx="130969" cy="212676"/>
          </a:xfrm>
          <a:prstGeom prst="rect">
            <a:avLst/>
          </a:prstGeom>
          <a:noFill/>
          <a:ln/>
        </p:spPr>
        <p:txBody>
          <a:bodyPr wrap="none" lIns="0" tIns="0" rIns="0" bIns="0" rtlCol="0" anchor="t"/>
          <a:lstStyle/>
          <a:p>
            <a:pPr algn="ctr">
              <a:lnSpc>
                <a:spcPts val="1656"/>
              </a:lnSpc>
            </a:pPr>
            <a:r>
              <a:rPr lang="en-US" sz="1656" dirty="0">
                <a:solidFill>
                  <a:srgbClr val="49495A"/>
                </a:solidFill>
                <a:latin typeface="Libre Baskerville" pitchFamily="34" charset="0"/>
                <a:ea typeface="Libre Baskerville" pitchFamily="34" charset="-122"/>
                <a:cs typeface="Libre Baskerville" pitchFamily="34" charset="-120"/>
              </a:rPr>
              <a:t>5</a:t>
            </a:r>
            <a:endParaRPr lang="en-US" sz="1656" dirty="0"/>
          </a:p>
        </p:txBody>
      </p:sp>
      <p:sp>
        <p:nvSpPr>
          <p:cNvPr id="21" name="Text 12">
            <a:extLst>
              <a:ext uri="{FF2B5EF4-FFF2-40B4-BE49-F238E27FC236}">
                <a16:creationId xmlns:a16="http://schemas.microsoft.com/office/drawing/2014/main" id="{F51D96B2-4C47-678D-9D28-048912B60182}"/>
              </a:ext>
            </a:extLst>
          </p:cNvPr>
          <p:cNvSpPr/>
          <p:nvPr/>
        </p:nvSpPr>
        <p:spPr>
          <a:xfrm>
            <a:off x="4158316" y="3795259"/>
            <a:ext cx="130969" cy="212676"/>
          </a:xfrm>
          <a:prstGeom prst="rect">
            <a:avLst/>
          </a:prstGeom>
          <a:noFill/>
          <a:ln/>
        </p:spPr>
        <p:txBody>
          <a:bodyPr wrap="none" lIns="0" tIns="0" rIns="0" bIns="0" rtlCol="0" anchor="t"/>
          <a:lstStyle/>
          <a:p>
            <a:pPr algn="ctr">
              <a:lnSpc>
                <a:spcPts val="1656"/>
              </a:lnSpc>
            </a:pPr>
            <a:r>
              <a:rPr lang="en-US" sz="1656" dirty="0">
                <a:solidFill>
                  <a:srgbClr val="49495A"/>
                </a:solidFill>
                <a:latin typeface="Libre Baskerville" pitchFamily="34" charset="0"/>
              </a:rPr>
              <a:t>5</a:t>
            </a:r>
            <a:endParaRPr lang="en-US" sz="1656" dirty="0"/>
          </a:p>
        </p:txBody>
      </p:sp>
      <p:sp>
        <p:nvSpPr>
          <p:cNvPr id="22" name="Text 12">
            <a:extLst>
              <a:ext uri="{FF2B5EF4-FFF2-40B4-BE49-F238E27FC236}">
                <a16:creationId xmlns:a16="http://schemas.microsoft.com/office/drawing/2014/main" id="{3FBBAA5D-C33B-E4C8-E50F-51B1EEC980A7}"/>
              </a:ext>
            </a:extLst>
          </p:cNvPr>
          <p:cNvSpPr/>
          <p:nvPr/>
        </p:nvSpPr>
        <p:spPr>
          <a:xfrm>
            <a:off x="246834" y="2725042"/>
            <a:ext cx="130969" cy="212676"/>
          </a:xfrm>
          <a:prstGeom prst="rect">
            <a:avLst/>
          </a:prstGeom>
          <a:noFill/>
          <a:ln/>
        </p:spPr>
        <p:txBody>
          <a:bodyPr wrap="none" lIns="0" tIns="0" rIns="0" bIns="0" rtlCol="0" anchor="t"/>
          <a:lstStyle/>
          <a:p>
            <a:pPr algn="ctr">
              <a:lnSpc>
                <a:spcPts val="1656"/>
              </a:lnSpc>
            </a:pPr>
            <a:r>
              <a:rPr lang="en-US" sz="1656" dirty="0">
                <a:solidFill>
                  <a:srgbClr val="49495A"/>
                </a:solidFill>
                <a:latin typeface="Libre Baskerville" pitchFamily="34" charset="0"/>
                <a:ea typeface="Libre Baskerville" pitchFamily="34" charset="-122"/>
                <a:cs typeface="Libre Baskerville" pitchFamily="34" charset="-120"/>
              </a:rPr>
              <a:t>3</a:t>
            </a:r>
            <a:endParaRPr lang="en-US" sz="1656" dirty="0"/>
          </a:p>
        </p:txBody>
      </p:sp>
      <p:sp>
        <p:nvSpPr>
          <p:cNvPr id="23" name="Text 12">
            <a:extLst>
              <a:ext uri="{FF2B5EF4-FFF2-40B4-BE49-F238E27FC236}">
                <a16:creationId xmlns:a16="http://schemas.microsoft.com/office/drawing/2014/main" id="{FBE84DCB-F585-B3A1-9910-265C584AD6B2}"/>
              </a:ext>
            </a:extLst>
          </p:cNvPr>
          <p:cNvSpPr/>
          <p:nvPr/>
        </p:nvSpPr>
        <p:spPr>
          <a:xfrm>
            <a:off x="232476" y="3324711"/>
            <a:ext cx="130969" cy="212676"/>
          </a:xfrm>
          <a:prstGeom prst="rect">
            <a:avLst/>
          </a:prstGeom>
          <a:noFill/>
          <a:ln/>
        </p:spPr>
        <p:txBody>
          <a:bodyPr wrap="none" lIns="0" tIns="0" rIns="0" bIns="0" rtlCol="0" anchor="t"/>
          <a:lstStyle/>
          <a:p>
            <a:pPr algn="ctr">
              <a:lnSpc>
                <a:spcPts val="1656"/>
              </a:lnSpc>
            </a:pPr>
            <a:r>
              <a:rPr lang="en-US" sz="1656" dirty="0">
                <a:solidFill>
                  <a:srgbClr val="49495A"/>
                </a:solidFill>
                <a:latin typeface="Libre Baskerville" pitchFamily="34" charset="0"/>
              </a:rPr>
              <a:t>4</a:t>
            </a:r>
            <a:endParaRPr lang="en-US" sz="1656" dirty="0"/>
          </a:p>
        </p:txBody>
      </p:sp>
      <p:sp>
        <p:nvSpPr>
          <p:cNvPr id="29" name="TextBox 28">
            <a:extLst>
              <a:ext uri="{FF2B5EF4-FFF2-40B4-BE49-F238E27FC236}">
                <a16:creationId xmlns:a16="http://schemas.microsoft.com/office/drawing/2014/main" id="{CF188774-CCE3-ED8C-9C40-8F586C93C7BE}"/>
              </a:ext>
            </a:extLst>
          </p:cNvPr>
          <p:cNvSpPr txBox="1"/>
          <p:nvPr/>
        </p:nvSpPr>
        <p:spPr>
          <a:xfrm>
            <a:off x="738514" y="3232891"/>
            <a:ext cx="1168518" cy="310662"/>
          </a:xfrm>
          <a:prstGeom prst="rect">
            <a:avLst/>
          </a:prstGeom>
          <a:noFill/>
        </p:spPr>
        <p:txBody>
          <a:bodyPr wrap="square">
            <a:spAutoFit/>
          </a:bodyPr>
          <a:lstStyle/>
          <a:p>
            <a:pPr>
              <a:lnSpc>
                <a:spcPts val="1781"/>
              </a:lnSpc>
            </a:pPr>
            <a:r>
              <a:rPr lang="en-US" sz="1094" dirty="0">
                <a:solidFill>
                  <a:srgbClr val="49495A"/>
                </a:solidFill>
                <a:latin typeface="Open Sans" pitchFamily="34" charset="0"/>
                <a:ea typeface="Open Sans" pitchFamily="34" charset="-122"/>
                <a:cs typeface="Open Sans" pitchFamily="34" charset="-120"/>
              </a:rPr>
              <a:t>Free Available</a:t>
            </a:r>
          </a:p>
        </p:txBody>
      </p:sp>
      <p:sp>
        <p:nvSpPr>
          <p:cNvPr id="31" name="TextBox 30">
            <a:extLst>
              <a:ext uri="{FF2B5EF4-FFF2-40B4-BE49-F238E27FC236}">
                <a16:creationId xmlns:a16="http://schemas.microsoft.com/office/drawing/2014/main" id="{A7FABE00-F663-859E-30A8-1B69D6D54D3D}"/>
              </a:ext>
            </a:extLst>
          </p:cNvPr>
          <p:cNvSpPr txBox="1"/>
          <p:nvPr/>
        </p:nvSpPr>
        <p:spPr>
          <a:xfrm>
            <a:off x="738514" y="3736446"/>
            <a:ext cx="1116109" cy="311817"/>
          </a:xfrm>
          <a:prstGeom prst="rect">
            <a:avLst/>
          </a:prstGeom>
          <a:noFill/>
        </p:spPr>
        <p:txBody>
          <a:bodyPr wrap="square">
            <a:spAutoFit/>
          </a:bodyPr>
          <a:lstStyle/>
          <a:p>
            <a:pPr>
              <a:lnSpc>
                <a:spcPts val="1781"/>
              </a:lnSpc>
            </a:pPr>
            <a:r>
              <a:rPr lang="en-US" sz="1094" dirty="0">
                <a:solidFill>
                  <a:srgbClr val="49495A"/>
                </a:solidFill>
                <a:latin typeface="Open Sans" pitchFamily="34" charset="0"/>
                <a:ea typeface="Open Sans" pitchFamily="34" charset="-122"/>
                <a:cs typeface="Open Sans" pitchFamily="34" charset="-120"/>
              </a:rPr>
              <a:t>Un Registered</a:t>
            </a:r>
          </a:p>
        </p:txBody>
      </p:sp>
      <p:sp>
        <p:nvSpPr>
          <p:cNvPr id="34" name="TextBox 33">
            <a:extLst>
              <a:ext uri="{FF2B5EF4-FFF2-40B4-BE49-F238E27FC236}">
                <a16:creationId xmlns:a16="http://schemas.microsoft.com/office/drawing/2014/main" id="{617D0DF5-481B-1D23-1122-5222E235A66D}"/>
              </a:ext>
            </a:extLst>
          </p:cNvPr>
          <p:cNvSpPr txBox="1"/>
          <p:nvPr/>
        </p:nvSpPr>
        <p:spPr>
          <a:xfrm>
            <a:off x="67733" y="1041811"/>
            <a:ext cx="4605866" cy="474617"/>
          </a:xfrm>
          <a:prstGeom prst="rect">
            <a:avLst/>
          </a:prstGeom>
          <a:noFill/>
        </p:spPr>
        <p:txBody>
          <a:bodyPr wrap="square">
            <a:spAutoFit/>
          </a:bodyPr>
          <a:lstStyle/>
          <a:p>
            <a:pPr>
              <a:lnSpc>
                <a:spcPts val="3469"/>
              </a:lnSpc>
            </a:pPr>
            <a:r>
              <a:rPr lang="en-US" b="1" u="sng" dirty="0">
                <a:solidFill>
                  <a:schemeClr val="bg1"/>
                </a:solidFill>
                <a:latin typeface="Libre Baskerville" pitchFamily="34" charset="0"/>
              </a:rPr>
              <a:t>Private IP</a:t>
            </a:r>
            <a:endParaRPr lang="en-US" sz="1400" b="1" u="sng" dirty="0">
              <a:solidFill>
                <a:schemeClr val="bg1"/>
              </a:solidFill>
            </a:endParaRPr>
          </a:p>
        </p:txBody>
      </p:sp>
      <p:sp>
        <p:nvSpPr>
          <p:cNvPr id="36" name="TextBox 35">
            <a:extLst>
              <a:ext uri="{FF2B5EF4-FFF2-40B4-BE49-F238E27FC236}">
                <a16:creationId xmlns:a16="http://schemas.microsoft.com/office/drawing/2014/main" id="{A7F149FA-2945-EC43-639C-F570C842E4A8}"/>
              </a:ext>
            </a:extLst>
          </p:cNvPr>
          <p:cNvSpPr txBox="1"/>
          <p:nvPr/>
        </p:nvSpPr>
        <p:spPr>
          <a:xfrm>
            <a:off x="4314827" y="1025350"/>
            <a:ext cx="1276350" cy="474617"/>
          </a:xfrm>
          <a:prstGeom prst="rect">
            <a:avLst/>
          </a:prstGeom>
          <a:noFill/>
        </p:spPr>
        <p:txBody>
          <a:bodyPr wrap="square">
            <a:spAutoFit/>
          </a:bodyPr>
          <a:lstStyle/>
          <a:p>
            <a:pPr>
              <a:lnSpc>
                <a:spcPts val="3469"/>
              </a:lnSpc>
            </a:pPr>
            <a:r>
              <a:rPr lang="en-US" b="1" u="sng" dirty="0">
                <a:solidFill>
                  <a:schemeClr val="bg1"/>
                </a:solidFill>
                <a:latin typeface="Libre Baskerville" pitchFamily="34" charset="0"/>
              </a:rPr>
              <a:t>Public IP</a:t>
            </a:r>
            <a:endParaRPr lang="en-US" sz="1400" b="1" u="sng" dirty="0">
              <a:solidFill>
                <a:schemeClr val="bg1"/>
              </a:solidFill>
            </a:endParaRPr>
          </a:p>
        </p:txBody>
      </p:sp>
      <p:sp>
        <p:nvSpPr>
          <p:cNvPr id="37" name="Text 12">
            <a:extLst>
              <a:ext uri="{FF2B5EF4-FFF2-40B4-BE49-F238E27FC236}">
                <a16:creationId xmlns:a16="http://schemas.microsoft.com/office/drawing/2014/main" id="{38D310C8-0000-9136-C956-E0DBB1ACF7E4}"/>
              </a:ext>
            </a:extLst>
          </p:cNvPr>
          <p:cNvSpPr/>
          <p:nvPr/>
        </p:nvSpPr>
        <p:spPr>
          <a:xfrm>
            <a:off x="4192111" y="2203788"/>
            <a:ext cx="130969" cy="212676"/>
          </a:xfrm>
          <a:prstGeom prst="rect">
            <a:avLst/>
          </a:prstGeom>
          <a:noFill/>
          <a:ln/>
        </p:spPr>
        <p:txBody>
          <a:bodyPr wrap="none" lIns="0" tIns="0" rIns="0" bIns="0" rtlCol="0" anchor="t"/>
          <a:lstStyle/>
          <a:p>
            <a:pPr algn="ctr">
              <a:lnSpc>
                <a:spcPts val="1656"/>
              </a:lnSpc>
            </a:pPr>
            <a:r>
              <a:rPr lang="en-US" sz="1656" dirty="0">
                <a:solidFill>
                  <a:srgbClr val="49495A"/>
                </a:solidFill>
                <a:latin typeface="Libre Baskerville" pitchFamily="34" charset="0"/>
              </a:rPr>
              <a:t>2</a:t>
            </a:r>
            <a:endParaRPr lang="en-US" sz="1656" dirty="0"/>
          </a:p>
        </p:txBody>
      </p:sp>
      <p:sp>
        <p:nvSpPr>
          <p:cNvPr id="38" name="Text 12">
            <a:extLst>
              <a:ext uri="{FF2B5EF4-FFF2-40B4-BE49-F238E27FC236}">
                <a16:creationId xmlns:a16="http://schemas.microsoft.com/office/drawing/2014/main" id="{B62E3024-E0FE-AA2A-C89C-125FCFBBA64C}"/>
              </a:ext>
            </a:extLst>
          </p:cNvPr>
          <p:cNvSpPr/>
          <p:nvPr/>
        </p:nvSpPr>
        <p:spPr>
          <a:xfrm>
            <a:off x="4177366" y="2739031"/>
            <a:ext cx="130969" cy="212676"/>
          </a:xfrm>
          <a:prstGeom prst="rect">
            <a:avLst/>
          </a:prstGeom>
          <a:noFill/>
          <a:ln/>
        </p:spPr>
        <p:txBody>
          <a:bodyPr wrap="none" lIns="0" tIns="0" rIns="0" bIns="0" rtlCol="0" anchor="t"/>
          <a:lstStyle/>
          <a:p>
            <a:pPr algn="ctr">
              <a:lnSpc>
                <a:spcPts val="1656"/>
              </a:lnSpc>
            </a:pPr>
            <a:r>
              <a:rPr lang="en-US" sz="1656" dirty="0">
                <a:solidFill>
                  <a:srgbClr val="49495A"/>
                </a:solidFill>
                <a:latin typeface="Libre Baskerville" pitchFamily="34" charset="0"/>
              </a:rPr>
              <a:t>3</a:t>
            </a:r>
            <a:endParaRPr lang="en-US" sz="1656" dirty="0"/>
          </a:p>
        </p:txBody>
      </p:sp>
      <p:sp>
        <p:nvSpPr>
          <p:cNvPr id="39" name="Text 12">
            <a:extLst>
              <a:ext uri="{FF2B5EF4-FFF2-40B4-BE49-F238E27FC236}">
                <a16:creationId xmlns:a16="http://schemas.microsoft.com/office/drawing/2014/main" id="{DA0F3B7A-A420-78BD-84A6-FF08BD08F306}"/>
              </a:ext>
            </a:extLst>
          </p:cNvPr>
          <p:cNvSpPr/>
          <p:nvPr/>
        </p:nvSpPr>
        <p:spPr>
          <a:xfrm>
            <a:off x="4192107" y="3303344"/>
            <a:ext cx="130969" cy="212676"/>
          </a:xfrm>
          <a:prstGeom prst="rect">
            <a:avLst/>
          </a:prstGeom>
          <a:noFill/>
          <a:ln/>
        </p:spPr>
        <p:txBody>
          <a:bodyPr wrap="none" lIns="0" tIns="0" rIns="0" bIns="0" rtlCol="0" anchor="t"/>
          <a:lstStyle/>
          <a:p>
            <a:pPr algn="ctr">
              <a:lnSpc>
                <a:spcPts val="1656"/>
              </a:lnSpc>
            </a:pPr>
            <a:r>
              <a:rPr lang="en-US" sz="1656" dirty="0">
                <a:solidFill>
                  <a:srgbClr val="49495A"/>
                </a:solidFill>
                <a:latin typeface="Libre Baskerville" pitchFamily="34" charset="0"/>
              </a:rPr>
              <a:t>4</a:t>
            </a:r>
            <a:endParaRPr lang="en-US" sz="1656" dirty="0"/>
          </a:p>
        </p:txBody>
      </p:sp>
      <p:sp>
        <p:nvSpPr>
          <p:cNvPr id="48" name="TextBox 47">
            <a:extLst>
              <a:ext uri="{FF2B5EF4-FFF2-40B4-BE49-F238E27FC236}">
                <a16:creationId xmlns:a16="http://schemas.microsoft.com/office/drawing/2014/main" id="{BB4ECF86-2516-D5D4-14E9-DBADA21F3A1A}"/>
              </a:ext>
            </a:extLst>
          </p:cNvPr>
          <p:cNvSpPr txBox="1"/>
          <p:nvPr/>
        </p:nvSpPr>
        <p:spPr>
          <a:xfrm>
            <a:off x="4562886" y="1502469"/>
            <a:ext cx="2626187" cy="301686"/>
          </a:xfrm>
          <a:prstGeom prst="rect">
            <a:avLst/>
          </a:prstGeom>
          <a:noFill/>
        </p:spPr>
        <p:txBody>
          <a:bodyPr wrap="square">
            <a:spAutoFit/>
          </a:bodyPr>
          <a:lstStyle/>
          <a:p>
            <a:pPr>
              <a:lnSpc>
                <a:spcPts val="1781"/>
              </a:lnSpc>
            </a:pPr>
            <a:r>
              <a:rPr lang="en-US" sz="1094" dirty="0">
                <a:solidFill>
                  <a:srgbClr val="49495A"/>
                </a:solidFill>
                <a:latin typeface="Open Sans" pitchFamily="34" charset="0"/>
                <a:ea typeface="Open Sans" pitchFamily="34" charset="-122"/>
                <a:cs typeface="Open Sans" pitchFamily="34" charset="-120"/>
              </a:rPr>
              <a:t>Public IP is used for Public Network</a:t>
            </a:r>
          </a:p>
        </p:txBody>
      </p:sp>
      <p:sp>
        <p:nvSpPr>
          <p:cNvPr id="50" name="TextBox 49">
            <a:extLst>
              <a:ext uri="{FF2B5EF4-FFF2-40B4-BE49-F238E27FC236}">
                <a16:creationId xmlns:a16="http://schemas.microsoft.com/office/drawing/2014/main" id="{420E81FA-4B79-78C3-3FF6-73115AB9E6F2}"/>
              </a:ext>
            </a:extLst>
          </p:cNvPr>
          <p:cNvSpPr txBox="1"/>
          <p:nvPr/>
        </p:nvSpPr>
        <p:spPr>
          <a:xfrm>
            <a:off x="4601588" y="3744542"/>
            <a:ext cx="2024312" cy="311817"/>
          </a:xfrm>
          <a:prstGeom prst="rect">
            <a:avLst/>
          </a:prstGeom>
          <a:noFill/>
        </p:spPr>
        <p:txBody>
          <a:bodyPr wrap="square">
            <a:spAutoFit/>
          </a:bodyPr>
          <a:lstStyle/>
          <a:p>
            <a:pPr>
              <a:lnSpc>
                <a:spcPts val="1781"/>
              </a:lnSpc>
            </a:pPr>
            <a:r>
              <a:rPr lang="en-US" sz="1094" dirty="0">
                <a:solidFill>
                  <a:srgbClr val="49495A"/>
                </a:solidFill>
                <a:latin typeface="Open Sans" pitchFamily="34" charset="0"/>
                <a:ea typeface="Open Sans" pitchFamily="34" charset="-122"/>
                <a:cs typeface="Open Sans" pitchFamily="34" charset="-120"/>
              </a:rPr>
              <a:t>Public IP is Registered</a:t>
            </a:r>
          </a:p>
        </p:txBody>
      </p:sp>
      <p:sp>
        <p:nvSpPr>
          <p:cNvPr id="52" name="TextBox 51">
            <a:extLst>
              <a:ext uri="{FF2B5EF4-FFF2-40B4-BE49-F238E27FC236}">
                <a16:creationId xmlns:a16="http://schemas.microsoft.com/office/drawing/2014/main" id="{CF514740-2EE4-1EB1-BC3E-4A9EAC7943CE}"/>
              </a:ext>
            </a:extLst>
          </p:cNvPr>
          <p:cNvSpPr txBox="1"/>
          <p:nvPr/>
        </p:nvSpPr>
        <p:spPr>
          <a:xfrm>
            <a:off x="4600337" y="2641210"/>
            <a:ext cx="4112725" cy="311817"/>
          </a:xfrm>
          <a:prstGeom prst="rect">
            <a:avLst/>
          </a:prstGeom>
          <a:noFill/>
        </p:spPr>
        <p:txBody>
          <a:bodyPr wrap="square">
            <a:spAutoFit/>
          </a:bodyPr>
          <a:lstStyle/>
          <a:p>
            <a:pPr>
              <a:lnSpc>
                <a:spcPts val="1781"/>
              </a:lnSpc>
            </a:pPr>
            <a:r>
              <a:rPr lang="en-US" sz="1094" dirty="0">
                <a:solidFill>
                  <a:srgbClr val="49495A"/>
                </a:solidFill>
                <a:latin typeface="Open Sans" pitchFamily="34" charset="0"/>
                <a:ea typeface="Open Sans" pitchFamily="34" charset="-122"/>
                <a:cs typeface="Open Sans" pitchFamily="34" charset="-120"/>
              </a:rPr>
              <a:t>Public IP is given by the IANA/Service Provider</a:t>
            </a:r>
          </a:p>
        </p:txBody>
      </p:sp>
      <p:sp>
        <p:nvSpPr>
          <p:cNvPr id="54" name="TextBox 53">
            <a:extLst>
              <a:ext uri="{FF2B5EF4-FFF2-40B4-BE49-F238E27FC236}">
                <a16:creationId xmlns:a16="http://schemas.microsoft.com/office/drawing/2014/main" id="{407D3169-395C-20C3-90B7-FC283BB08328}"/>
              </a:ext>
            </a:extLst>
          </p:cNvPr>
          <p:cNvSpPr txBox="1"/>
          <p:nvPr/>
        </p:nvSpPr>
        <p:spPr>
          <a:xfrm>
            <a:off x="4651491" y="3218935"/>
            <a:ext cx="995771" cy="311817"/>
          </a:xfrm>
          <a:prstGeom prst="rect">
            <a:avLst/>
          </a:prstGeom>
          <a:noFill/>
        </p:spPr>
        <p:txBody>
          <a:bodyPr wrap="square">
            <a:spAutoFit/>
          </a:bodyPr>
          <a:lstStyle/>
          <a:p>
            <a:pPr>
              <a:lnSpc>
                <a:spcPts val="1781"/>
              </a:lnSpc>
            </a:pPr>
            <a:r>
              <a:rPr lang="en-US" sz="1094" dirty="0">
                <a:solidFill>
                  <a:srgbClr val="49495A"/>
                </a:solidFill>
                <a:latin typeface="Open Sans" pitchFamily="34" charset="0"/>
                <a:ea typeface="Open Sans" pitchFamily="34" charset="-122"/>
                <a:cs typeface="Open Sans" pitchFamily="34" charset="-120"/>
              </a:rPr>
              <a:t>Not Free</a:t>
            </a:r>
          </a:p>
        </p:txBody>
      </p:sp>
      <p:sp>
        <p:nvSpPr>
          <p:cNvPr id="56" name="TextBox 55">
            <a:extLst>
              <a:ext uri="{FF2B5EF4-FFF2-40B4-BE49-F238E27FC236}">
                <a16:creationId xmlns:a16="http://schemas.microsoft.com/office/drawing/2014/main" id="{BDF05C6D-9046-2CBC-F440-DEF7EFFFD27E}"/>
              </a:ext>
            </a:extLst>
          </p:cNvPr>
          <p:cNvSpPr txBox="1"/>
          <p:nvPr/>
        </p:nvSpPr>
        <p:spPr>
          <a:xfrm>
            <a:off x="4496558" y="2119663"/>
            <a:ext cx="2973699" cy="311817"/>
          </a:xfrm>
          <a:prstGeom prst="rect">
            <a:avLst/>
          </a:prstGeom>
          <a:noFill/>
        </p:spPr>
        <p:txBody>
          <a:bodyPr wrap="square">
            <a:spAutoFit/>
          </a:bodyPr>
          <a:lstStyle/>
          <a:p>
            <a:pPr>
              <a:lnSpc>
                <a:spcPts val="1781"/>
              </a:lnSpc>
            </a:pPr>
            <a:r>
              <a:rPr lang="en-US" sz="1094" dirty="0">
                <a:solidFill>
                  <a:srgbClr val="49495A"/>
                </a:solidFill>
                <a:latin typeface="Open Sans" pitchFamily="34" charset="0"/>
                <a:ea typeface="Open Sans" pitchFamily="34" charset="-122"/>
                <a:cs typeface="Open Sans" pitchFamily="34" charset="-120"/>
              </a:rPr>
              <a:t>Public IP recognized on Internet</a:t>
            </a:r>
          </a:p>
        </p:txBody>
      </p:sp>
    </p:spTree>
    <p:extLst>
      <p:ext uri="{BB962C8B-B14F-4D97-AF65-F5344CB8AC3E}">
        <p14:creationId xmlns:p14="http://schemas.microsoft.com/office/powerpoint/2010/main" val="27237831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A183F-2EE7-8AA5-6165-40E0AD8D5FB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82F5720-8A9C-A44E-2E4C-04CA85FB3FFD}"/>
              </a:ext>
            </a:extLst>
          </p:cNvPr>
          <p:cNvSpPr txBox="1"/>
          <p:nvPr/>
        </p:nvSpPr>
        <p:spPr>
          <a:xfrm>
            <a:off x="599017" y="77145"/>
            <a:ext cx="8655050" cy="522131"/>
          </a:xfrm>
          <a:prstGeom prst="rect">
            <a:avLst/>
          </a:prstGeom>
          <a:noFill/>
        </p:spPr>
        <p:txBody>
          <a:bodyPr wrap="square">
            <a:spAutoFit/>
          </a:bodyPr>
          <a:lstStyle/>
          <a:p>
            <a:pPr>
              <a:lnSpc>
                <a:spcPts val="3469"/>
              </a:lnSpc>
            </a:pPr>
            <a:r>
              <a:rPr lang="en-US" sz="2400" dirty="0">
                <a:solidFill>
                  <a:srgbClr val="403CCF"/>
                </a:solidFill>
                <a:latin typeface="Libre Baskerville" pitchFamily="34" charset="0"/>
              </a:rPr>
              <a:t>Difference between Pubic IP and Private IP</a:t>
            </a:r>
          </a:p>
        </p:txBody>
      </p:sp>
      <p:sp>
        <p:nvSpPr>
          <p:cNvPr id="4" name="TextBox 3">
            <a:extLst>
              <a:ext uri="{FF2B5EF4-FFF2-40B4-BE49-F238E27FC236}">
                <a16:creationId xmlns:a16="http://schemas.microsoft.com/office/drawing/2014/main" id="{A4DED38B-684A-68C2-EA07-26AB8B2FD486}"/>
              </a:ext>
            </a:extLst>
          </p:cNvPr>
          <p:cNvSpPr txBox="1"/>
          <p:nvPr/>
        </p:nvSpPr>
        <p:spPr>
          <a:xfrm>
            <a:off x="116418" y="1034364"/>
            <a:ext cx="7924800" cy="476156"/>
          </a:xfrm>
          <a:prstGeom prst="rect">
            <a:avLst/>
          </a:prstGeom>
          <a:noFill/>
        </p:spPr>
        <p:txBody>
          <a:bodyPr wrap="square">
            <a:spAutoFit/>
          </a:bodyPr>
          <a:lstStyle/>
          <a:p>
            <a:pPr algn="just"/>
            <a:r>
              <a:rPr lang="en-US" b="1" dirty="0">
                <a:solidFill>
                  <a:schemeClr val="bg1"/>
                </a:solidFill>
                <a:highlight>
                  <a:srgbClr val="00FFFF"/>
                </a:highlight>
                <a:latin typeface="Libre Baskerville" pitchFamily="34" charset="0"/>
              </a:rPr>
              <a:t>Public IP Address: </a:t>
            </a:r>
            <a:r>
              <a:rPr lang="en-US" sz="1094" dirty="0">
                <a:solidFill>
                  <a:srgbClr val="49495A"/>
                </a:solidFill>
                <a:latin typeface="Open Sans" pitchFamily="34" charset="0"/>
                <a:ea typeface="Open Sans" pitchFamily="34" charset="-122"/>
                <a:cs typeface="Open Sans" pitchFamily="34" charset="-120"/>
              </a:rPr>
              <a:t>A unique internet address assigned by your ISP to identify your device online. It allows communication across the internet and is essential for servers and services accessible worldwide.</a:t>
            </a:r>
            <a:endParaRPr lang="en-PK" sz="1094" dirty="0">
              <a:solidFill>
                <a:srgbClr val="49495A"/>
              </a:solidFill>
              <a:latin typeface="Open Sans" pitchFamily="34" charset="0"/>
              <a:ea typeface="Open Sans" pitchFamily="34" charset="-122"/>
              <a:cs typeface="Open Sans" pitchFamily="34" charset="-120"/>
            </a:endParaRPr>
          </a:p>
        </p:txBody>
      </p:sp>
      <p:sp>
        <p:nvSpPr>
          <p:cNvPr id="8" name="TextBox 7">
            <a:extLst>
              <a:ext uri="{FF2B5EF4-FFF2-40B4-BE49-F238E27FC236}">
                <a16:creationId xmlns:a16="http://schemas.microsoft.com/office/drawing/2014/main" id="{2DE802D5-372D-276E-661C-5D7A764E7E8E}"/>
              </a:ext>
            </a:extLst>
          </p:cNvPr>
          <p:cNvSpPr txBox="1"/>
          <p:nvPr/>
        </p:nvSpPr>
        <p:spPr>
          <a:xfrm>
            <a:off x="116418" y="1945608"/>
            <a:ext cx="7924800" cy="476156"/>
          </a:xfrm>
          <a:prstGeom prst="rect">
            <a:avLst/>
          </a:prstGeom>
          <a:noFill/>
        </p:spPr>
        <p:txBody>
          <a:bodyPr wrap="square">
            <a:spAutoFit/>
          </a:bodyPr>
          <a:lstStyle/>
          <a:p>
            <a:pPr algn="just"/>
            <a:r>
              <a:rPr lang="en-US" b="1" dirty="0">
                <a:solidFill>
                  <a:schemeClr val="bg1"/>
                </a:solidFill>
                <a:highlight>
                  <a:srgbClr val="00FFFF"/>
                </a:highlight>
                <a:latin typeface="Libre Baskerville" pitchFamily="34" charset="0"/>
              </a:rPr>
              <a:t>Private IP Address: </a:t>
            </a:r>
            <a:r>
              <a:rPr lang="en-US" sz="1094" dirty="0">
                <a:solidFill>
                  <a:srgbClr val="49495A"/>
                </a:solidFill>
                <a:latin typeface="Open Sans" pitchFamily="34" charset="0"/>
                <a:ea typeface="Open Sans" pitchFamily="34" charset="-122"/>
                <a:cs typeface="Open Sans" pitchFamily="34" charset="-120"/>
              </a:rPr>
              <a:t>An address used within your home or office network for internal communication. It can't connect directly to the internet and uses NAT to share a public IP for online access.</a:t>
            </a:r>
            <a:endParaRPr lang="en-PK" sz="1094" dirty="0">
              <a:solidFill>
                <a:srgbClr val="49495A"/>
              </a:solidFill>
              <a:latin typeface="Open Sans" pitchFamily="34" charset="0"/>
              <a:ea typeface="Open Sans" pitchFamily="34" charset="-122"/>
              <a:cs typeface="Open Sans" pitchFamily="34" charset="-120"/>
            </a:endParaRPr>
          </a:p>
        </p:txBody>
      </p:sp>
      <p:sp>
        <p:nvSpPr>
          <p:cNvPr id="10" name="TextBox 9">
            <a:extLst>
              <a:ext uri="{FF2B5EF4-FFF2-40B4-BE49-F238E27FC236}">
                <a16:creationId xmlns:a16="http://schemas.microsoft.com/office/drawing/2014/main" id="{1DF6C83E-0966-68B7-2B11-B6E1DE3DFED7}"/>
              </a:ext>
            </a:extLst>
          </p:cNvPr>
          <p:cNvSpPr txBox="1"/>
          <p:nvPr/>
        </p:nvSpPr>
        <p:spPr>
          <a:xfrm>
            <a:off x="118534" y="2690789"/>
            <a:ext cx="7198783" cy="1917320"/>
          </a:xfrm>
          <a:prstGeom prst="rect">
            <a:avLst/>
          </a:prstGeom>
          <a:noFill/>
        </p:spPr>
        <p:txBody>
          <a:bodyPr wrap="square">
            <a:spAutoFit/>
          </a:bodyPr>
          <a:lstStyle/>
          <a:p>
            <a:r>
              <a:rPr lang="en-US" b="1" dirty="0">
                <a:solidFill>
                  <a:schemeClr val="bg1"/>
                </a:solidFill>
                <a:highlight>
                  <a:srgbClr val="00FFFF"/>
                </a:highlight>
                <a:latin typeface="Libre Baskerville" pitchFamily="34" charset="0"/>
              </a:rPr>
              <a:t>Private IP Address Ranges (RFC 1918):</a:t>
            </a:r>
          </a:p>
          <a:p>
            <a:endParaRPr lang="en-US" dirty="0"/>
          </a:p>
          <a:p>
            <a:r>
              <a:rPr lang="en-US" sz="1094" b="1" dirty="0">
                <a:solidFill>
                  <a:srgbClr val="49495A"/>
                </a:solidFill>
                <a:latin typeface="Open Sans" pitchFamily="34" charset="0"/>
                <a:ea typeface="Open Sans" pitchFamily="34" charset="-122"/>
                <a:cs typeface="Open Sans" pitchFamily="34" charset="-120"/>
              </a:rPr>
              <a:t>Class A: </a:t>
            </a:r>
            <a:r>
              <a:rPr lang="en-US" sz="1094" dirty="0">
                <a:solidFill>
                  <a:srgbClr val="49495A"/>
                </a:solidFill>
                <a:latin typeface="Open Sans" pitchFamily="34" charset="0"/>
                <a:ea typeface="Open Sans" pitchFamily="34" charset="-122"/>
                <a:cs typeface="Open Sans" pitchFamily="34" charset="-120"/>
              </a:rPr>
              <a:t>10.0.0.0–10.255.255.255            (16.7M addresses, Subnet: 255.0.0.0)</a:t>
            </a:r>
          </a:p>
          <a:p>
            <a:r>
              <a:rPr lang="en-US" sz="1094" b="1" dirty="0">
                <a:solidFill>
                  <a:srgbClr val="49495A"/>
                </a:solidFill>
                <a:latin typeface="Open Sans" pitchFamily="34" charset="0"/>
                <a:ea typeface="Open Sans" pitchFamily="34" charset="-122"/>
                <a:cs typeface="Open Sans" pitchFamily="34" charset="-120"/>
              </a:rPr>
              <a:t>Class B: </a:t>
            </a:r>
            <a:r>
              <a:rPr lang="en-US" sz="1094" dirty="0">
                <a:solidFill>
                  <a:srgbClr val="49495A"/>
                </a:solidFill>
                <a:latin typeface="Open Sans" pitchFamily="34" charset="0"/>
                <a:ea typeface="Open Sans" pitchFamily="34" charset="-122"/>
                <a:cs typeface="Open Sans" pitchFamily="34" charset="-120"/>
              </a:rPr>
              <a:t>172.16.0.0–172.31.255.255        (1M addresses, Subnet: 255.240.0.0)</a:t>
            </a:r>
          </a:p>
          <a:p>
            <a:r>
              <a:rPr lang="en-US" sz="1094" b="1" dirty="0">
                <a:solidFill>
                  <a:srgbClr val="49495A"/>
                </a:solidFill>
                <a:latin typeface="Open Sans" pitchFamily="34" charset="0"/>
                <a:ea typeface="Open Sans" pitchFamily="34" charset="-122"/>
                <a:cs typeface="Open Sans" pitchFamily="34" charset="-120"/>
              </a:rPr>
              <a:t>Class C: </a:t>
            </a:r>
            <a:r>
              <a:rPr lang="en-US" sz="1094" dirty="0">
                <a:solidFill>
                  <a:srgbClr val="49495A"/>
                </a:solidFill>
                <a:latin typeface="Open Sans" pitchFamily="34" charset="0"/>
                <a:ea typeface="Open Sans" pitchFamily="34" charset="-122"/>
                <a:cs typeface="Open Sans" pitchFamily="34" charset="-120"/>
              </a:rPr>
              <a:t>192.168.0.0–192.168.255.255    (65K addresses, Subnet: 255.255.0.0)</a:t>
            </a:r>
          </a:p>
          <a:p>
            <a:endParaRPr lang="en-US" sz="1094" dirty="0">
              <a:solidFill>
                <a:srgbClr val="49495A"/>
              </a:solidFill>
              <a:latin typeface="Open Sans" pitchFamily="34" charset="0"/>
              <a:ea typeface="Open Sans" pitchFamily="34" charset="-122"/>
              <a:cs typeface="Open Sans" pitchFamily="34" charset="-120"/>
            </a:endParaRPr>
          </a:p>
          <a:p>
            <a:endParaRPr lang="en-US" sz="1094" dirty="0">
              <a:solidFill>
                <a:srgbClr val="49495A"/>
              </a:solidFill>
              <a:latin typeface="Open Sans" pitchFamily="34" charset="0"/>
              <a:ea typeface="Open Sans" pitchFamily="34" charset="-122"/>
              <a:cs typeface="Open Sans" pitchFamily="34" charset="-120"/>
            </a:endParaRPr>
          </a:p>
          <a:p>
            <a:endParaRPr lang="en-US" sz="1094" dirty="0">
              <a:solidFill>
                <a:srgbClr val="49495A"/>
              </a:solidFill>
              <a:latin typeface="Open Sans" pitchFamily="34" charset="0"/>
              <a:ea typeface="Open Sans" pitchFamily="34" charset="-122"/>
              <a:cs typeface="Open Sans" pitchFamily="34" charset="-120"/>
            </a:endParaRPr>
          </a:p>
          <a:p>
            <a:r>
              <a:rPr lang="en-US" b="1" dirty="0">
                <a:solidFill>
                  <a:schemeClr val="bg1"/>
                </a:solidFill>
                <a:highlight>
                  <a:srgbClr val="00FFFF"/>
                </a:highlight>
                <a:latin typeface="Libre Baskerville" pitchFamily="34" charset="0"/>
              </a:rPr>
              <a:t>Public IP Address Ranges:</a:t>
            </a:r>
            <a:br>
              <a:rPr lang="en-US" dirty="0"/>
            </a:br>
            <a:r>
              <a:rPr lang="en-US" sz="1094" dirty="0">
                <a:solidFill>
                  <a:srgbClr val="49495A"/>
                </a:solidFill>
                <a:latin typeface="Open Sans" pitchFamily="34" charset="0"/>
                <a:ea typeface="Open Sans" pitchFamily="34" charset="-122"/>
                <a:cs typeface="Open Sans" pitchFamily="34" charset="-120"/>
              </a:rPr>
              <a:t>Any IP not in private ranges or reserved (e.g., 8.8.8.8, 13.107.42.16).</a:t>
            </a:r>
          </a:p>
        </p:txBody>
      </p:sp>
    </p:spTree>
    <p:extLst>
      <p:ext uri="{BB962C8B-B14F-4D97-AF65-F5344CB8AC3E}">
        <p14:creationId xmlns:p14="http://schemas.microsoft.com/office/powerpoint/2010/main" val="28233769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97BC2-2E34-A998-A940-E0FA7D81253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3A62C48-5368-F4AB-E5B8-24F83DB4230A}"/>
              </a:ext>
            </a:extLst>
          </p:cNvPr>
          <p:cNvSpPr txBox="1"/>
          <p:nvPr/>
        </p:nvSpPr>
        <p:spPr>
          <a:xfrm>
            <a:off x="133350" y="215310"/>
            <a:ext cx="9010650" cy="522131"/>
          </a:xfrm>
          <a:prstGeom prst="rect">
            <a:avLst/>
          </a:prstGeom>
          <a:noFill/>
        </p:spPr>
        <p:txBody>
          <a:bodyPr wrap="square">
            <a:spAutoFit/>
          </a:bodyPr>
          <a:lstStyle/>
          <a:p>
            <a:pPr>
              <a:lnSpc>
                <a:spcPts val="3469"/>
              </a:lnSpc>
            </a:pPr>
            <a:r>
              <a:rPr lang="en-US" sz="2400" dirty="0">
                <a:solidFill>
                  <a:srgbClr val="403CCF"/>
                </a:solidFill>
                <a:latin typeface="Libre Baskerville" pitchFamily="34" charset="0"/>
              </a:rPr>
              <a:t>Difference between Pubic and Private Network</a:t>
            </a:r>
          </a:p>
        </p:txBody>
      </p:sp>
      <p:sp>
        <p:nvSpPr>
          <p:cNvPr id="4" name="TextBox 3">
            <a:extLst>
              <a:ext uri="{FF2B5EF4-FFF2-40B4-BE49-F238E27FC236}">
                <a16:creationId xmlns:a16="http://schemas.microsoft.com/office/drawing/2014/main" id="{2444C295-9414-F9E4-DCC6-EF03612C45C8}"/>
              </a:ext>
            </a:extLst>
          </p:cNvPr>
          <p:cNvSpPr txBox="1"/>
          <p:nvPr/>
        </p:nvSpPr>
        <p:spPr>
          <a:xfrm>
            <a:off x="0" y="1108684"/>
            <a:ext cx="7357533" cy="738664"/>
          </a:xfrm>
          <a:prstGeom prst="rect">
            <a:avLst/>
          </a:prstGeom>
          <a:noFill/>
        </p:spPr>
        <p:txBody>
          <a:bodyPr wrap="square">
            <a:spAutoFit/>
          </a:bodyPr>
          <a:lstStyle/>
          <a:p>
            <a:pPr algn="just"/>
            <a:r>
              <a:rPr lang="en-US" b="1" dirty="0">
                <a:solidFill>
                  <a:srgbClr val="403CCF"/>
                </a:solidFill>
                <a:latin typeface="Libre Baskerville" pitchFamily="34" charset="0"/>
              </a:rPr>
              <a:t>Public Network: </a:t>
            </a:r>
            <a:r>
              <a:rPr lang="en-US" dirty="0"/>
              <a:t>Your PC is hidden from other devices on the network and cannot be used for printer or file sharing. This is ideal for unsecured or public places like cafes and airports.</a:t>
            </a:r>
            <a:endParaRPr lang="en-PK" dirty="0"/>
          </a:p>
        </p:txBody>
      </p:sp>
      <p:sp>
        <p:nvSpPr>
          <p:cNvPr id="8" name="TextBox 7">
            <a:extLst>
              <a:ext uri="{FF2B5EF4-FFF2-40B4-BE49-F238E27FC236}">
                <a16:creationId xmlns:a16="http://schemas.microsoft.com/office/drawing/2014/main" id="{4B93F487-E61E-903E-7DAB-298CD113FA25}"/>
              </a:ext>
            </a:extLst>
          </p:cNvPr>
          <p:cNvSpPr txBox="1"/>
          <p:nvPr/>
        </p:nvSpPr>
        <p:spPr>
          <a:xfrm>
            <a:off x="0" y="2589834"/>
            <a:ext cx="7620000" cy="523220"/>
          </a:xfrm>
          <a:prstGeom prst="rect">
            <a:avLst/>
          </a:prstGeom>
          <a:noFill/>
        </p:spPr>
        <p:txBody>
          <a:bodyPr wrap="square">
            <a:spAutoFit/>
          </a:bodyPr>
          <a:lstStyle/>
          <a:p>
            <a:pPr algn="just"/>
            <a:r>
              <a:rPr lang="en-US" b="1" dirty="0">
                <a:solidFill>
                  <a:srgbClr val="403CCF"/>
                </a:solidFill>
                <a:latin typeface="Libre Baskerville" pitchFamily="34" charset="0"/>
              </a:rPr>
              <a:t>Private Network: </a:t>
            </a:r>
            <a:r>
              <a:rPr lang="en-US" dirty="0"/>
              <a:t>Used for trusted networks, such as home or work. Your PC is discoverable and can be used for printer and file sharing if configured properly.</a:t>
            </a:r>
            <a:endParaRPr lang="en-PK" dirty="0"/>
          </a:p>
        </p:txBody>
      </p:sp>
    </p:spTree>
    <p:extLst>
      <p:ext uri="{BB962C8B-B14F-4D97-AF65-F5344CB8AC3E}">
        <p14:creationId xmlns:p14="http://schemas.microsoft.com/office/powerpoint/2010/main" val="14986253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CC444-8014-FDD0-650D-9802B1BD70E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597DA7A-CA54-EAC4-0BCE-07EFE7C40DB6}"/>
              </a:ext>
            </a:extLst>
          </p:cNvPr>
          <p:cNvSpPr txBox="1"/>
          <p:nvPr/>
        </p:nvSpPr>
        <p:spPr>
          <a:xfrm>
            <a:off x="192617" y="329958"/>
            <a:ext cx="4572000" cy="522131"/>
          </a:xfrm>
          <a:prstGeom prst="rect">
            <a:avLst/>
          </a:prstGeom>
          <a:noFill/>
        </p:spPr>
        <p:txBody>
          <a:bodyPr wrap="square">
            <a:spAutoFit/>
          </a:bodyPr>
          <a:lstStyle/>
          <a:p>
            <a:pPr>
              <a:lnSpc>
                <a:spcPts val="3469"/>
              </a:lnSpc>
            </a:pPr>
            <a:r>
              <a:rPr lang="en-US" sz="2400" dirty="0">
                <a:solidFill>
                  <a:srgbClr val="403CCF"/>
                </a:solidFill>
                <a:latin typeface="Libre Baskerville" pitchFamily="34" charset="0"/>
              </a:rPr>
              <a:t>IP</a:t>
            </a:r>
            <a:r>
              <a:rPr lang="en-US" sz="2781" dirty="0">
                <a:solidFill>
                  <a:srgbClr val="403CCF"/>
                </a:solidFill>
                <a:latin typeface="Libre Baskerville" pitchFamily="34" charset="0"/>
              </a:rPr>
              <a:t> </a:t>
            </a:r>
            <a:r>
              <a:rPr lang="en-US" sz="2400" dirty="0">
                <a:solidFill>
                  <a:srgbClr val="403CCF"/>
                </a:solidFill>
                <a:latin typeface="Libre Baskerville" pitchFamily="34" charset="0"/>
              </a:rPr>
              <a:t>Address Classes</a:t>
            </a:r>
          </a:p>
        </p:txBody>
      </p:sp>
      <p:sp>
        <p:nvSpPr>
          <p:cNvPr id="7" name="TextBox 6">
            <a:extLst>
              <a:ext uri="{FF2B5EF4-FFF2-40B4-BE49-F238E27FC236}">
                <a16:creationId xmlns:a16="http://schemas.microsoft.com/office/drawing/2014/main" id="{65CCD56F-9DB8-A14E-440F-2089C85D6768}"/>
              </a:ext>
            </a:extLst>
          </p:cNvPr>
          <p:cNvSpPr txBox="1"/>
          <p:nvPr/>
        </p:nvSpPr>
        <p:spPr>
          <a:xfrm>
            <a:off x="192617" y="3829041"/>
            <a:ext cx="4895850" cy="924740"/>
          </a:xfrm>
          <a:prstGeom prst="rect">
            <a:avLst/>
          </a:prstGeom>
          <a:noFill/>
        </p:spPr>
        <p:txBody>
          <a:bodyPr wrap="square">
            <a:spAutoFit/>
          </a:bodyPr>
          <a:lstStyle/>
          <a:p>
            <a:pPr>
              <a:lnSpc>
                <a:spcPts val="3469"/>
              </a:lnSpc>
            </a:pPr>
            <a:r>
              <a:rPr lang="en-US" dirty="0">
                <a:solidFill>
                  <a:srgbClr val="403CCF"/>
                </a:solidFill>
                <a:latin typeface="Libre Baskerville" pitchFamily="34" charset="0"/>
              </a:rPr>
              <a:t>This table is designed by IANA, </a:t>
            </a:r>
          </a:p>
          <a:p>
            <a:pPr>
              <a:lnSpc>
                <a:spcPts val="3469"/>
              </a:lnSpc>
            </a:pPr>
            <a:r>
              <a:rPr lang="en-US" dirty="0">
                <a:solidFill>
                  <a:srgbClr val="403CCF"/>
                </a:solidFill>
                <a:latin typeface="Libre Baskerville" pitchFamily="34" charset="0"/>
              </a:rPr>
              <a:t>IANA is Internet Assigning numbering Authority</a:t>
            </a:r>
            <a:endParaRPr lang="en-US" sz="1400" dirty="0">
              <a:solidFill>
                <a:srgbClr val="403CCF"/>
              </a:solidFill>
              <a:latin typeface="Libre Baskerville" pitchFamily="34" charset="0"/>
            </a:endParaRPr>
          </a:p>
        </p:txBody>
      </p:sp>
      <p:graphicFrame>
        <p:nvGraphicFramePr>
          <p:cNvPr id="3" name="Table 2">
            <a:extLst>
              <a:ext uri="{FF2B5EF4-FFF2-40B4-BE49-F238E27FC236}">
                <a16:creationId xmlns:a16="http://schemas.microsoft.com/office/drawing/2014/main" id="{FDD3C40F-464B-DC59-FF7D-298A718CD492}"/>
              </a:ext>
            </a:extLst>
          </p:cNvPr>
          <p:cNvGraphicFramePr>
            <a:graphicFrameLocks noGrp="1"/>
          </p:cNvGraphicFramePr>
          <p:nvPr>
            <p:extLst>
              <p:ext uri="{D42A27DB-BD31-4B8C-83A1-F6EECF244321}">
                <p14:modId xmlns:p14="http://schemas.microsoft.com/office/powerpoint/2010/main" val="4068778002"/>
              </p:ext>
            </p:extLst>
          </p:nvPr>
        </p:nvGraphicFramePr>
        <p:xfrm>
          <a:off x="321733" y="1047705"/>
          <a:ext cx="8629650" cy="2570480"/>
        </p:xfrm>
        <a:graphic>
          <a:graphicData uri="http://schemas.openxmlformats.org/drawingml/2006/table">
            <a:tbl>
              <a:tblPr firstRow="1" bandRow="1">
                <a:tableStyleId>{17343FFC-C285-48B6-A5F1-531E15585DCF}</a:tableStyleId>
              </a:tblPr>
              <a:tblGrid>
                <a:gridCol w="643467">
                  <a:extLst>
                    <a:ext uri="{9D8B030D-6E8A-4147-A177-3AD203B41FA5}">
                      <a16:colId xmlns:a16="http://schemas.microsoft.com/office/drawing/2014/main" val="3258392066"/>
                    </a:ext>
                  </a:extLst>
                </a:gridCol>
                <a:gridCol w="2286000">
                  <a:extLst>
                    <a:ext uri="{9D8B030D-6E8A-4147-A177-3AD203B41FA5}">
                      <a16:colId xmlns:a16="http://schemas.microsoft.com/office/drawing/2014/main" val="1451762140"/>
                    </a:ext>
                  </a:extLst>
                </a:gridCol>
                <a:gridCol w="1532467">
                  <a:extLst>
                    <a:ext uri="{9D8B030D-6E8A-4147-A177-3AD203B41FA5}">
                      <a16:colId xmlns:a16="http://schemas.microsoft.com/office/drawing/2014/main" val="4238028598"/>
                    </a:ext>
                  </a:extLst>
                </a:gridCol>
                <a:gridCol w="2441786">
                  <a:extLst>
                    <a:ext uri="{9D8B030D-6E8A-4147-A177-3AD203B41FA5}">
                      <a16:colId xmlns:a16="http://schemas.microsoft.com/office/drawing/2014/main" val="6966360"/>
                    </a:ext>
                  </a:extLst>
                </a:gridCol>
                <a:gridCol w="1725930">
                  <a:extLst>
                    <a:ext uri="{9D8B030D-6E8A-4147-A177-3AD203B41FA5}">
                      <a16:colId xmlns:a16="http://schemas.microsoft.com/office/drawing/2014/main" val="3444318143"/>
                    </a:ext>
                  </a:extLst>
                </a:gridCol>
              </a:tblGrid>
              <a:tr h="225682">
                <a:tc>
                  <a:txBody>
                    <a:bodyPr/>
                    <a:lstStyle/>
                    <a:p>
                      <a:r>
                        <a:rPr lang="en-US" sz="1200" b="1" i="0" u="none" strike="noStrike" cap="none" dirty="0">
                          <a:solidFill>
                            <a:srgbClr val="000000"/>
                          </a:solidFill>
                          <a:latin typeface="Arial"/>
                          <a:ea typeface="Open Sans" pitchFamily="34" charset="-122"/>
                          <a:cs typeface="Arial"/>
                          <a:sym typeface="Arial"/>
                        </a:rPr>
                        <a:t>Class</a:t>
                      </a:r>
                      <a:endParaRPr lang="en-PK" sz="1200" b="1" i="0" u="none" strike="noStrike" cap="none" dirty="0">
                        <a:solidFill>
                          <a:srgbClr val="000000"/>
                        </a:solidFill>
                        <a:latin typeface="Arial"/>
                        <a:ea typeface="Open Sans" pitchFamily="34" charset="-122"/>
                        <a:cs typeface="Arial"/>
                        <a:sym typeface="Arial"/>
                      </a:endParaRPr>
                    </a:p>
                  </a:txBody>
                  <a:tcPr/>
                </a:tc>
                <a:tc>
                  <a:txBody>
                    <a:bodyPr/>
                    <a:lstStyle/>
                    <a:p>
                      <a:r>
                        <a:rPr lang="en-US" sz="1200" b="1" i="0" u="none" strike="noStrike" cap="none" dirty="0">
                          <a:solidFill>
                            <a:srgbClr val="000000"/>
                          </a:solidFill>
                          <a:latin typeface="Arial"/>
                          <a:ea typeface="Open Sans" pitchFamily="34" charset="-122"/>
                          <a:cs typeface="Arial"/>
                          <a:sym typeface="Arial"/>
                        </a:rPr>
                        <a:t>Range</a:t>
                      </a:r>
                      <a:endParaRPr lang="en-PK" sz="1200" b="1" i="0" u="none" strike="noStrike" cap="none" dirty="0">
                        <a:solidFill>
                          <a:srgbClr val="000000"/>
                        </a:solidFill>
                        <a:latin typeface="Arial"/>
                        <a:ea typeface="Open Sans" pitchFamily="34" charset="-122"/>
                        <a:cs typeface="Arial"/>
                        <a:sym typeface="Arial"/>
                      </a:endParaRPr>
                    </a:p>
                  </a:txBody>
                  <a:tcPr/>
                </a:tc>
                <a:tc>
                  <a:txBody>
                    <a:bodyPr/>
                    <a:lstStyle/>
                    <a:p>
                      <a:r>
                        <a:rPr lang="en-US" sz="1200" b="1" i="0" u="none" strike="noStrike" cap="none" dirty="0">
                          <a:solidFill>
                            <a:srgbClr val="000000"/>
                          </a:solidFill>
                          <a:latin typeface="Arial"/>
                          <a:ea typeface="Open Sans" pitchFamily="34" charset="-122"/>
                          <a:cs typeface="Arial"/>
                          <a:sym typeface="Arial"/>
                        </a:rPr>
                        <a:t>Usage</a:t>
                      </a:r>
                      <a:endParaRPr lang="en-PK" sz="1200" b="1" i="0" u="none" strike="noStrike" cap="none" dirty="0">
                        <a:solidFill>
                          <a:srgbClr val="000000"/>
                        </a:solidFill>
                        <a:latin typeface="Arial"/>
                        <a:ea typeface="Open Sans" pitchFamily="34" charset="-122"/>
                        <a:cs typeface="Arial"/>
                        <a:sym typeface="Arial"/>
                      </a:endParaRPr>
                    </a:p>
                  </a:txBody>
                  <a:tcPr/>
                </a:tc>
                <a:tc>
                  <a:txBody>
                    <a:bodyPr/>
                    <a:lstStyle/>
                    <a:p>
                      <a:r>
                        <a:rPr lang="en-US" sz="1200" b="1" i="0" u="none" strike="noStrike" cap="none" dirty="0">
                          <a:solidFill>
                            <a:srgbClr val="000000"/>
                          </a:solidFill>
                          <a:latin typeface="Arial"/>
                          <a:ea typeface="Open Sans" pitchFamily="34" charset="-122"/>
                          <a:cs typeface="Arial"/>
                          <a:sym typeface="Arial"/>
                        </a:rPr>
                        <a:t>Network Portion / Host Portion</a:t>
                      </a:r>
                    </a:p>
                  </a:txBody>
                  <a:tcPr/>
                </a:tc>
                <a:tc>
                  <a:txBody>
                    <a:bodyPr/>
                    <a:lstStyle/>
                    <a:p>
                      <a:r>
                        <a:rPr lang="en-US" sz="1200" b="1" i="0" u="none" strike="noStrike" cap="none" dirty="0">
                          <a:solidFill>
                            <a:srgbClr val="000000"/>
                          </a:solidFill>
                          <a:latin typeface="Arial"/>
                          <a:ea typeface="Open Sans" pitchFamily="34" charset="-122"/>
                          <a:cs typeface="Arial"/>
                          <a:sym typeface="Arial"/>
                        </a:rPr>
                        <a:t>Default Subnet Mask</a:t>
                      </a:r>
                    </a:p>
                    <a:p>
                      <a:endParaRPr lang="en-PK" sz="1200" b="1" i="0" u="none" strike="noStrike" cap="none" dirty="0">
                        <a:solidFill>
                          <a:srgbClr val="000000"/>
                        </a:solidFill>
                        <a:latin typeface="Arial"/>
                        <a:ea typeface="Open Sans" pitchFamily="34" charset="-122"/>
                        <a:cs typeface="Arial"/>
                        <a:sym typeface="Arial"/>
                      </a:endParaRPr>
                    </a:p>
                  </a:txBody>
                  <a:tcPr/>
                </a:tc>
                <a:extLst>
                  <a:ext uri="{0D108BD9-81ED-4DB2-BD59-A6C34878D82A}">
                    <a16:rowId xmlns:a16="http://schemas.microsoft.com/office/drawing/2014/main" val="1099148687"/>
                  </a:ext>
                </a:extLst>
              </a:tr>
              <a:tr h="370840">
                <a:tc>
                  <a:txBody>
                    <a:bodyPr/>
                    <a:lstStyle/>
                    <a:p>
                      <a:r>
                        <a:rPr lang="en-US" sz="1200" b="0" i="0" u="none" strike="noStrike" cap="none" dirty="0">
                          <a:solidFill>
                            <a:srgbClr val="000000"/>
                          </a:solidFill>
                          <a:latin typeface="Arial"/>
                          <a:ea typeface="Open Sans" pitchFamily="34" charset="-122"/>
                          <a:cs typeface="Arial"/>
                          <a:sym typeface="Arial"/>
                        </a:rPr>
                        <a:t>A</a:t>
                      </a:r>
                      <a:endParaRPr lang="en-PK" sz="1200" b="0" i="0" u="none" strike="noStrike" cap="none" dirty="0">
                        <a:solidFill>
                          <a:srgbClr val="000000"/>
                        </a:solidFill>
                        <a:latin typeface="Arial"/>
                        <a:ea typeface="Open Sans" pitchFamily="34" charset="-122"/>
                        <a:cs typeface="Arial"/>
                        <a:sym typeface="Arial"/>
                      </a:endParaRPr>
                    </a:p>
                  </a:txBody>
                  <a:tcPr/>
                </a:tc>
                <a:tc>
                  <a:txBody>
                    <a:bodyPr/>
                    <a:lstStyle/>
                    <a:p>
                      <a:r>
                        <a:rPr lang="en-PK" sz="1200" b="0" i="0" u="none" strike="noStrike" cap="none" dirty="0">
                          <a:solidFill>
                            <a:srgbClr val="000000"/>
                          </a:solidFill>
                          <a:latin typeface="Arial"/>
                          <a:ea typeface="Open Sans" pitchFamily="34" charset="-122"/>
                          <a:cs typeface="Arial"/>
                          <a:sym typeface="Arial"/>
                        </a:rPr>
                        <a:t>1.0.0.0 - 126.255.255.255</a:t>
                      </a:r>
                    </a:p>
                  </a:txBody>
                  <a:tcPr/>
                </a:tc>
                <a:tc>
                  <a:txBody>
                    <a:bodyPr/>
                    <a:lstStyle/>
                    <a:p>
                      <a:r>
                        <a:rPr lang="en-US" sz="1200" b="0" i="0" u="none" strike="noStrike" cap="none" dirty="0">
                          <a:solidFill>
                            <a:srgbClr val="000000"/>
                          </a:solidFill>
                          <a:latin typeface="Arial"/>
                          <a:ea typeface="Open Sans" pitchFamily="34" charset="-122"/>
                          <a:cs typeface="Arial"/>
                          <a:sym typeface="Arial"/>
                        </a:rPr>
                        <a:t>Large networks, ISPs</a:t>
                      </a:r>
                    </a:p>
                  </a:txBody>
                  <a:tcPr/>
                </a:tc>
                <a:tc>
                  <a:txBody>
                    <a:bodyPr/>
                    <a:lstStyle/>
                    <a:p>
                      <a:r>
                        <a:rPr lang="en-US" sz="1200" b="0" i="0" u="none" strike="noStrike" cap="none" dirty="0">
                          <a:solidFill>
                            <a:srgbClr val="000000"/>
                          </a:solidFill>
                          <a:latin typeface="Arial"/>
                          <a:ea typeface="Open Sans" pitchFamily="34" charset="-122"/>
                          <a:cs typeface="Arial"/>
                          <a:sym typeface="Arial"/>
                        </a:rPr>
                        <a:t>Network: 8 bits / Host: 24 bits</a:t>
                      </a:r>
                    </a:p>
                  </a:txBody>
                  <a:tcPr/>
                </a:tc>
                <a:tc>
                  <a:txBody>
                    <a:bodyPr/>
                    <a:lstStyle/>
                    <a:p>
                      <a:r>
                        <a:rPr lang="en-PK" sz="1200" b="0" i="0" u="none" strike="noStrike" cap="none" dirty="0">
                          <a:solidFill>
                            <a:srgbClr val="000000"/>
                          </a:solidFill>
                          <a:latin typeface="Arial"/>
                          <a:ea typeface="Open Sans" pitchFamily="34" charset="-122"/>
                          <a:cs typeface="Arial"/>
                          <a:sym typeface="Arial"/>
                        </a:rPr>
                        <a:t>255.0.0.0</a:t>
                      </a:r>
                    </a:p>
                  </a:txBody>
                  <a:tcPr/>
                </a:tc>
                <a:extLst>
                  <a:ext uri="{0D108BD9-81ED-4DB2-BD59-A6C34878D82A}">
                    <a16:rowId xmlns:a16="http://schemas.microsoft.com/office/drawing/2014/main" val="66453822"/>
                  </a:ext>
                </a:extLst>
              </a:tr>
              <a:tr h="370840">
                <a:tc>
                  <a:txBody>
                    <a:bodyPr/>
                    <a:lstStyle/>
                    <a:p>
                      <a:r>
                        <a:rPr lang="en-US" sz="1200" b="0" i="0" u="none" strike="noStrike" cap="none" dirty="0">
                          <a:solidFill>
                            <a:srgbClr val="000000"/>
                          </a:solidFill>
                          <a:latin typeface="Arial"/>
                          <a:ea typeface="Open Sans" pitchFamily="34" charset="-122"/>
                          <a:cs typeface="Arial"/>
                          <a:sym typeface="Arial"/>
                        </a:rPr>
                        <a:t>B</a:t>
                      </a:r>
                      <a:endParaRPr lang="en-PK" sz="1200" b="0" i="0" u="none" strike="noStrike" cap="none" dirty="0">
                        <a:solidFill>
                          <a:srgbClr val="000000"/>
                        </a:solidFill>
                        <a:latin typeface="Arial"/>
                        <a:ea typeface="Open Sans" pitchFamily="34" charset="-122"/>
                        <a:cs typeface="Arial"/>
                        <a:sym typeface="Arial"/>
                      </a:endParaRPr>
                    </a:p>
                  </a:txBody>
                  <a:tcPr/>
                </a:tc>
                <a:tc>
                  <a:txBody>
                    <a:bodyPr/>
                    <a:lstStyle/>
                    <a:p>
                      <a:r>
                        <a:rPr lang="en-PK" sz="1200" b="0" i="0" u="none" strike="noStrike" cap="none" dirty="0">
                          <a:solidFill>
                            <a:srgbClr val="000000"/>
                          </a:solidFill>
                          <a:latin typeface="Arial"/>
                          <a:ea typeface="Open Sans" pitchFamily="34" charset="-122"/>
                          <a:cs typeface="Arial"/>
                          <a:sym typeface="Arial"/>
                        </a:rPr>
                        <a:t>128.0.0.0 - 191.255.255.255</a:t>
                      </a:r>
                    </a:p>
                  </a:txBody>
                  <a:tcPr/>
                </a:tc>
                <a:tc>
                  <a:txBody>
                    <a:bodyPr/>
                    <a:lstStyle/>
                    <a:p>
                      <a:r>
                        <a:rPr lang="en-US" sz="1200" b="0" i="0" u="none" strike="noStrike" cap="none" dirty="0">
                          <a:solidFill>
                            <a:srgbClr val="000000"/>
                          </a:solidFill>
                          <a:latin typeface="Arial"/>
                          <a:ea typeface="Open Sans" pitchFamily="34" charset="-122"/>
                          <a:cs typeface="Arial"/>
                          <a:sym typeface="Arial"/>
                        </a:rPr>
                        <a:t>Medium-sized networks</a:t>
                      </a:r>
                    </a:p>
                  </a:txBody>
                  <a:tcPr/>
                </a:tc>
                <a:tc>
                  <a:txBody>
                    <a:bodyPr/>
                    <a:lstStyle/>
                    <a:p>
                      <a:r>
                        <a:rPr lang="en-US" sz="1200" b="0" i="0" u="none" strike="noStrike" cap="none" dirty="0">
                          <a:solidFill>
                            <a:srgbClr val="000000"/>
                          </a:solidFill>
                          <a:latin typeface="Arial"/>
                          <a:ea typeface="Open Sans" pitchFamily="34" charset="-122"/>
                          <a:cs typeface="Arial"/>
                          <a:sym typeface="Arial"/>
                        </a:rPr>
                        <a:t>Network: 16 bits / Host: 16 bits</a:t>
                      </a:r>
                    </a:p>
                  </a:txBody>
                  <a:tcPr/>
                </a:tc>
                <a:tc>
                  <a:txBody>
                    <a:bodyPr/>
                    <a:lstStyle/>
                    <a:p>
                      <a:r>
                        <a:rPr lang="en-PK" sz="1200" b="0" i="0" u="none" strike="noStrike" cap="none" dirty="0">
                          <a:solidFill>
                            <a:srgbClr val="000000"/>
                          </a:solidFill>
                          <a:latin typeface="Arial"/>
                          <a:ea typeface="Open Sans" pitchFamily="34" charset="-122"/>
                          <a:cs typeface="Arial"/>
                          <a:sym typeface="Arial"/>
                        </a:rPr>
                        <a:t>255.255.0.0</a:t>
                      </a:r>
                    </a:p>
                  </a:txBody>
                  <a:tcPr/>
                </a:tc>
                <a:extLst>
                  <a:ext uri="{0D108BD9-81ED-4DB2-BD59-A6C34878D82A}">
                    <a16:rowId xmlns:a16="http://schemas.microsoft.com/office/drawing/2014/main" val="672583180"/>
                  </a:ext>
                </a:extLst>
              </a:tr>
              <a:tr h="370840">
                <a:tc>
                  <a:txBody>
                    <a:bodyPr/>
                    <a:lstStyle/>
                    <a:p>
                      <a:r>
                        <a:rPr lang="en-US" sz="1200" b="0" i="0" u="none" strike="noStrike" cap="none" dirty="0">
                          <a:solidFill>
                            <a:srgbClr val="000000"/>
                          </a:solidFill>
                          <a:latin typeface="Arial"/>
                          <a:ea typeface="Open Sans" pitchFamily="34" charset="-122"/>
                          <a:cs typeface="Arial"/>
                          <a:sym typeface="Arial"/>
                        </a:rPr>
                        <a:t>C</a:t>
                      </a:r>
                      <a:endParaRPr lang="en-PK" sz="1200" b="0" i="0" u="none" strike="noStrike" cap="none" dirty="0">
                        <a:solidFill>
                          <a:srgbClr val="000000"/>
                        </a:solidFill>
                        <a:latin typeface="Arial"/>
                        <a:ea typeface="Open Sans" pitchFamily="34" charset="-122"/>
                        <a:cs typeface="Arial"/>
                        <a:sym typeface="Arial"/>
                      </a:endParaRPr>
                    </a:p>
                  </a:txBody>
                  <a:tcPr/>
                </a:tc>
                <a:tc>
                  <a:txBody>
                    <a:bodyPr/>
                    <a:lstStyle/>
                    <a:p>
                      <a:r>
                        <a:rPr lang="en-PK" sz="1200" b="0" i="0" u="none" strike="noStrike" cap="none" dirty="0">
                          <a:solidFill>
                            <a:srgbClr val="000000"/>
                          </a:solidFill>
                          <a:latin typeface="Arial"/>
                          <a:ea typeface="Open Sans" pitchFamily="34" charset="-122"/>
                          <a:cs typeface="Arial"/>
                          <a:sym typeface="Arial"/>
                        </a:rPr>
                        <a:t>192.0.0.0 - 223.255.255.255</a:t>
                      </a:r>
                    </a:p>
                  </a:txBody>
                  <a:tcPr/>
                </a:tc>
                <a:tc>
                  <a:txBody>
                    <a:bodyPr/>
                    <a:lstStyle/>
                    <a:p>
                      <a:r>
                        <a:rPr lang="en-US" sz="1200" b="0" i="0" u="none" strike="noStrike" cap="none" dirty="0">
                          <a:solidFill>
                            <a:srgbClr val="000000"/>
                          </a:solidFill>
                          <a:latin typeface="Arial"/>
                          <a:ea typeface="Open Sans" pitchFamily="34" charset="-122"/>
                          <a:cs typeface="Arial"/>
                          <a:sym typeface="Arial"/>
                        </a:rPr>
                        <a:t>Small networks</a:t>
                      </a:r>
                    </a:p>
                  </a:txBody>
                  <a:tcPr/>
                </a:tc>
                <a:tc>
                  <a:txBody>
                    <a:bodyPr/>
                    <a:lstStyle/>
                    <a:p>
                      <a:r>
                        <a:rPr lang="en-US" sz="1200" b="0" i="0" u="none" strike="noStrike" cap="none" dirty="0">
                          <a:solidFill>
                            <a:srgbClr val="000000"/>
                          </a:solidFill>
                          <a:latin typeface="Arial"/>
                          <a:ea typeface="Open Sans" pitchFamily="34" charset="-122"/>
                          <a:cs typeface="Arial"/>
                          <a:sym typeface="Arial"/>
                        </a:rPr>
                        <a:t>Network: 24 bits / Host: 8 bits</a:t>
                      </a:r>
                    </a:p>
                  </a:txBody>
                  <a:tcPr/>
                </a:tc>
                <a:tc>
                  <a:txBody>
                    <a:bodyPr/>
                    <a:lstStyle/>
                    <a:p>
                      <a:r>
                        <a:rPr lang="en-PK" sz="1200" b="0" i="0" u="none" strike="noStrike" cap="none" dirty="0">
                          <a:solidFill>
                            <a:srgbClr val="000000"/>
                          </a:solidFill>
                          <a:latin typeface="Arial"/>
                          <a:ea typeface="Open Sans" pitchFamily="34" charset="-122"/>
                          <a:cs typeface="Arial"/>
                          <a:sym typeface="Arial"/>
                        </a:rPr>
                        <a:t>255.255.255.0</a:t>
                      </a:r>
                    </a:p>
                  </a:txBody>
                  <a:tcPr/>
                </a:tc>
                <a:extLst>
                  <a:ext uri="{0D108BD9-81ED-4DB2-BD59-A6C34878D82A}">
                    <a16:rowId xmlns:a16="http://schemas.microsoft.com/office/drawing/2014/main" val="2793150805"/>
                  </a:ext>
                </a:extLst>
              </a:tr>
              <a:tr h="370840">
                <a:tc>
                  <a:txBody>
                    <a:bodyPr/>
                    <a:lstStyle/>
                    <a:p>
                      <a:r>
                        <a:rPr lang="en-US" sz="1200" b="0" i="0" u="none" strike="noStrike" cap="none" dirty="0">
                          <a:solidFill>
                            <a:srgbClr val="000000"/>
                          </a:solidFill>
                          <a:latin typeface="Arial"/>
                          <a:ea typeface="Open Sans" pitchFamily="34" charset="-122"/>
                          <a:cs typeface="Arial"/>
                          <a:sym typeface="Arial"/>
                        </a:rPr>
                        <a:t>D</a:t>
                      </a:r>
                      <a:endParaRPr lang="en-PK" sz="1200" b="0" i="0" u="none" strike="noStrike" cap="none" dirty="0">
                        <a:solidFill>
                          <a:srgbClr val="000000"/>
                        </a:solidFill>
                        <a:latin typeface="Arial"/>
                        <a:ea typeface="Open Sans" pitchFamily="34" charset="-122"/>
                        <a:cs typeface="Arial"/>
                        <a:sym typeface="Arial"/>
                      </a:endParaRPr>
                    </a:p>
                  </a:txBody>
                  <a:tcPr/>
                </a:tc>
                <a:tc>
                  <a:txBody>
                    <a:bodyPr/>
                    <a:lstStyle/>
                    <a:p>
                      <a:r>
                        <a:rPr lang="en-PK" sz="1200" b="0" i="0" u="none" strike="noStrike" cap="none" dirty="0">
                          <a:solidFill>
                            <a:srgbClr val="000000"/>
                          </a:solidFill>
                          <a:latin typeface="Arial"/>
                          <a:ea typeface="Open Sans" pitchFamily="34" charset="-122"/>
                          <a:cs typeface="Arial"/>
                          <a:sym typeface="Arial"/>
                        </a:rPr>
                        <a:t>224.0.0.0 - 239.255.255.255</a:t>
                      </a:r>
                    </a:p>
                  </a:txBody>
                  <a:tcPr/>
                </a:tc>
                <a:tc>
                  <a:txBody>
                    <a:bodyPr/>
                    <a:lstStyle/>
                    <a:p>
                      <a:r>
                        <a:rPr lang="en-US" sz="1200" b="0" i="0" u="none" strike="noStrike" cap="none" dirty="0">
                          <a:solidFill>
                            <a:srgbClr val="000000"/>
                          </a:solidFill>
                          <a:latin typeface="Arial"/>
                          <a:ea typeface="Open Sans" pitchFamily="34" charset="-122"/>
                          <a:cs typeface="Arial"/>
                          <a:sym typeface="Arial"/>
                        </a:rPr>
                        <a:t>Multicast addresses</a:t>
                      </a:r>
                    </a:p>
                  </a:txBody>
                  <a:tcPr/>
                </a:tc>
                <a:tc>
                  <a:txBody>
                    <a:bodyPr/>
                    <a:lstStyle/>
                    <a:p>
                      <a:r>
                        <a:rPr lang="en-US" sz="1200" b="0" i="0" u="none" strike="noStrike" cap="none" dirty="0">
                          <a:solidFill>
                            <a:srgbClr val="000000"/>
                          </a:solidFill>
                          <a:latin typeface="Arial"/>
                          <a:ea typeface="Open Sans" pitchFamily="34" charset="-122"/>
                          <a:cs typeface="Arial"/>
                          <a:sym typeface="Arial"/>
                        </a:rPr>
                        <a:t>Not applicable</a:t>
                      </a:r>
                    </a:p>
                  </a:txBody>
                  <a:tcPr/>
                </a:tc>
                <a:tc>
                  <a:txBody>
                    <a:bodyPr/>
                    <a:lstStyle/>
                    <a:p>
                      <a:r>
                        <a:rPr lang="en-US" sz="1200" b="0" i="0" u="none" strike="noStrike" cap="none" dirty="0">
                          <a:solidFill>
                            <a:srgbClr val="000000"/>
                          </a:solidFill>
                          <a:latin typeface="Arial"/>
                          <a:ea typeface="Open Sans" pitchFamily="34" charset="-122"/>
                          <a:cs typeface="Arial"/>
                          <a:sym typeface="Arial"/>
                        </a:rPr>
                        <a:t>Not applicable</a:t>
                      </a:r>
                    </a:p>
                  </a:txBody>
                  <a:tcPr/>
                </a:tc>
                <a:extLst>
                  <a:ext uri="{0D108BD9-81ED-4DB2-BD59-A6C34878D82A}">
                    <a16:rowId xmlns:a16="http://schemas.microsoft.com/office/drawing/2014/main" val="4058850029"/>
                  </a:ext>
                </a:extLst>
              </a:tr>
              <a:tr h="370840">
                <a:tc>
                  <a:txBody>
                    <a:bodyPr/>
                    <a:lstStyle/>
                    <a:p>
                      <a:r>
                        <a:rPr lang="en-US" sz="1200" b="0" i="0" u="none" strike="noStrike" cap="none" dirty="0">
                          <a:solidFill>
                            <a:srgbClr val="000000"/>
                          </a:solidFill>
                          <a:latin typeface="Arial"/>
                          <a:ea typeface="Open Sans" pitchFamily="34" charset="-122"/>
                          <a:cs typeface="Arial"/>
                          <a:sym typeface="Arial"/>
                        </a:rPr>
                        <a:t>E</a:t>
                      </a:r>
                      <a:endParaRPr lang="en-PK" sz="1200" b="0" i="0" u="none" strike="noStrike" cap="none" dirty="0">
                        <a:solidFill>
                          <a:srgbClr val="000000"/>
                        </a:solidFill>
                        <a:latin typeface="Arial"/>
                        <a:ea typeface="Open Sans" pitchFamily="34" charset="-122"/>
                        <a:cs typeface="Arial"/>
                        <a:sym typeface="Arial"/>
                      </a:endParaRPr>
                    </a:p>
                  </a:txBody>
                  <a:tcPr/>
                </a:tc>
                <a:tc>
                  <a:txBody>
                    <a:bodyPr/>
                    <a:lstStyle/>
                    <a:p>
                      <a:r>
                        <a:rPr lang="en-PK" sz="1200" b="0" i="0" u="none" strike="noStrike" cap="none" dirty="0">
                          <a:solidFill>
                            <a:srgbClr val="000000"/>
                          </a:solidFill>
                          <a:latin typeface="Arial"/>
                          <a:ea typeface="Open Sans" pitchFamily="34" charset="-122"/>
                          <a:cs typeface="Arial"/>
                          <a:sym typeface="Arial"/>
                        </a:rPr>
                        <a:t>240.0.0.0 - 255.255.255.255</a:t>
                      </a:r>
                    </a:p>
                  </a:txBody>
                  <a:tcPr/>
                </a:tc>
                <a:tc>
                  <a:txBody>
                    <a:bodyPr/>
                    <a:lstStyle/>
                    <a:p>
                      <a:r>
                        <a:rPr lang="en-US" sz="1200" b="0" i="0" u="none" strike="noStrike" cap="none" dirty="0">
                          <a:solidFill>
                            <a:srgbClr val="000000"/>
                          </a:solidFill>
                          <a:latin typeface="Arial"/>
                          <a:ea typeface="Open Sans" pitchFamily="34" charset="-122"/>
                          <a:cs typeface="Arial"/>
                          <a:sym typeface="Arial"/>
                        </a:rPr>
                        <a:t>Experimental purposes</a:t>
                      </a:r>
                    </a:p>
                  </a:txBody>
                  <a:tcPr/>
                </a:tc>
                <a:tc>
                  <a:txBody>
                    <a:bodyPr/>
                    <a:lstStyle/>
                    <a:p>
                      <a:r>
                        <a:rPr lang="en-US" sz="1200" b="0" i="0" u="none" strike="noStrike" cap="none" dirty="0">
                          <a:solidFill>
                            <a:srgbClr val="000000"/>
                          </a:solidFill>
                          <a:latin typeface="Arial"/>
                          <a:ea typeface="Open Sans" pitchFamily="34" charset="-122"/>
                          <a:cs typeface="Arial"/>
                          <a:sym typeface="Arial"/>
                        </a:rPr>
                        <a:t>Not applicable</a:t>
                      </a:r>
                    </a:p>
                    <a:p>
                      <a:endParaRPr lang="en-PK" sz="1200" b="0" i="0" u="none" strike="noStrike" cap="none" dirty="0">
                        <a:solidFill>
                          <a:srgbClr val="000000"/>
                        </a:solidFill>
                        <a:latin typeface="Arial"/>
                        <a:ea typeface="Open Sans" pitchFamily="34" charset="-122"/>
                        <a:cs typeface="Arial"/>
                        <a:sym typeface="Arial"/>
                      </a:endParaRPr>
                    </a:p>
                  </a:txBody>
                  <a:tcPr/>
                </a:tc>
                <a:tc>
                  <a:txBody>
                    <a:bodyPr/>
                    <a:lstStyle/>
                    <a:p>
                      <a:r>
                        <a:rPr lang="en-US" sz="1200" b="0" i="0" u="none" strike="noStrike" cap="none" dirty="0">
                          <a:solidFill>
                            <a:srgbClr val="000000"/>
                          </a:solidFill>
                          <a:latin typeface="Arial"/>
                          <a:ea typeface="Open Sans" pitchFamily="34" charset="-122"/>
                          <a:cs typeface="Arial"/>
                          <a:sym typeface="Arial"/>
                        </a:rPr>
                        <a:t>Not applicable</a:t>
                      </a:r>
                    </a:p>
                  </a:txBody>
                  <a:tcPr/>
                </a:tc>
                <a:extLst>
                  <a:ext uri="{0D108BD9-81ED-4DB2-BD59-A6C34878D82A}">
                    <a16:rowId xmlns:a16="http://schemas.microsoft.com/office/drawing/2014/main" val="1066910613"/>
                  </a:ext>
                </a:extLst>
              </a:tr>
            </a:tbl>
          </a:graphicData>
        </a:graphic>
      </p:graphicFrame>
    </p:spTree>
    <p:extLst>
      <p:ext uri="{BB962C8B-B14F-4D97-AF65-F5344CB8AC3E}">
        <p14:creationId xmlns:p14="http://schemas.microsoft.com/office/powerpoint/2010/main" val="24756423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00B74-C11C-2474-03C0-0106E32E5423}"/>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71102760-342C-955C-C43C-C40ECA6BDD97}"/>
              </a:ext>
            </a:extLst>
          </p:cNvPr>
          <p:cNvSpPr/>
          <p:nvPr/>
        </p:nvSpPr>
        <p:spPr>
          <a:xfrm>
            <a:off x="496117" y="307960"/>
            <a:ext cx="8580149" cy="557400"/>
          </a:xfrm>
          <a:prstGeom prst="rect">
            <a:avLst/>
          </a:prstGeom>
          <a:noFill/>
          <a:ln/>
        </p:spPr>
        <p:txBody>
          <a:bodyPr wrap="square" lIns="0" tIns="0" rIns="0" bIns="0" rtlCol="0" anchor="t"/>
          <a:lstStyle/>
          <a:p>
            <a:pPr>
              <a:lnSpc>
                <a:spcPts val="3469"/>
              </a:lnSpc>
            </a:pPr>
            <a:r>
              <a:rPr lang="en-US" sz="2400" dirty="0">
                <a:solidFill>
                  <a:srgbClr val="403CCF"/>
                </a:solidFill>
                <a:latin typeface="Libre Baskerville" pitchFamily="34" charset="0"/>
              </a:rPr>
              <a:t>IP Addresses: Unique Identifiers for Network Devices</a:t>
            </a:r>
          </a:p>
        </p:txBody>
      </p:sp>
      <p:sp>
        <p:nvSpPr>
          <p:cNvPr id="8" name="Text 5">
            <a:extLst>
              <a:ext uri="{FF2B5EF4-FFF2-40B4-BE49-F238E27FC236}">
                <a16:creationId xmlns:a16="http://schemas.microsoft.com/office/drawing/2014/main" id="{49ABCB41-634D-5C70-EE77-C7810B2DD5C5}"/>
              </a:ext>
            </a:extLst>
          </p:cNvPr>
          <p:cNvSpPr/>
          <p:nvPr/>
        </p:nvSpPr>
        <p:spPr>
          <a:xfrm>
            <a:off x="496118" y="1286934"/>
            <a:ext cx="6158681" cy="2778530"/>
          </a:xfrm>
          <a:prstGeom prst="rect">
            <a:avLst/>
          </a:prstGeom>
          <a:noFill/>
          <a:ln/>
        </p:spPr>
        <p:txBody>
          <a:bodyPr wrap="square" lIns="0" tIns="0" rIns="0" bIns="0" rtlCol="0" anchor="t"/>
          <a:lstStyle/>
          <a:p>
            <a:pPr>
              <a:lnSpc>
                <a:spcPts val="1781"/>
              </a:lnSpc>
            </a:pPr>
            <a:r>
              <a:rPr lang="en-US" sz="1094" b="1" dirty="0">
                <a:solidFill>
                  <a:srgbClr val="49495A"/>
                </a:solidFill>
                <a:latin typeface="Open Sans" pitchFamily="34" charset="0"/>
                <a:ea typeface="Open Sans" pitchFamily="34" charset="-122"/>
                <a:cs typeface="Open Sans" pitchFamily="34" charset="-120"/>
              </a:rPr>
              <a:t>IPv4: </a:t>
            </a:r>
            <a:r>
              <a:rPr lang="en-US" sz="1094" dirty="0">
                <a:solidFill>
                  <a:srgbClr val="49495A"/>
                </a:solidFill>
                <a:latin typeface="Open Sans" pitchFamily="34" charset="0"/>
                <a:ea typeface="Open Sans" pitchFamily="34" charset="-122"/>
                <a:cs typeface="Open Sans" pitchFamily="34" charset="-120"/>
              </a:rPr>
              <a:t>(Internet Protocol Version 4)</a:t>
            </a: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a:p>
            <a:pPr>
              <a:lnSpc>
                <a:spcPts val="1781"/>
              </a:lnSpc>
            </a:pPr>
            <a:r>
              <a:rPr lang="sv-SE" sz="1094" dirty="0">
                <a:solidFill>
                  <a:srgbClr val="49495A"/>
                </a:solidFill>
                <a:latin typeface="Open Sans" pitchFamily="34" charset="0"/>
                <a:ea typeface="Open Sans" pitchFamily="34" charset="-122"/>
                <a:cs typeface="Open Sans" pitchFamily="34" charset="-120"/>
              </a:rPr>
              <a:t>1 Octet =1 byte = 8 bits</a:t>
            </a:r>
          </a:p>
          <a:p>
            <a:pPr>
              <a:lnSpc>
                <a:spcPts val="1781"/>
              </a:lnSpc>
            </a:pPr>
            <a:endParaRPr lang="sv-SE" sz="1094" dirty="0">
              <a:solidFill>
                <a:srgbClr val="49495A"/>
              </a:solidFill>
              <a:latin typeface="Open Sans" pitchFamily="34" charset="0"/>
              <a:ea typeface="Open Sans" pitchFamily="34" charset="-122"/>
              <a:cs typeface="Open Sans" pitchFamily="34" charset="-120"/>
            </a:endParaRPr>
          </a:p>
          <a:p>
            <a:pPr>
              <a:lnSpc>
                <a:spcPts val="1781"/>
              </a:lnSpc>
            </a:pPr>
            <a:endParaRPr lang="sv-SE" sz="1094" dirty="0">
              <a:solidFill>
                <a:srgbClr val="49495A"/>
              </a:solidFill>
              <a:latin typeface="Open Sans" pitchFamily="34" charset="0"/>
              <a:ea typeface="Open Sans" pitchFamily="34" charset="-122"/>
              <a:cs typeface="Open Sans" pitchFamily="34" charset="-120"/>
            </a:endParaRPr>
          </a:p>
          <a:p>
            <a:pPr>
              <a:lnSpc>
                <a:spcPts val="1781"/>
              </a:lnSpc>
            </a:pPr>
            <a:r>
              <a:rPr lang="en-US" sz="1094" b="1" dirty="0">
                <a:solidFill>
                  <a:srgbClr val="49495A"/>
                </a:solidFill>
                <a:latin typeface="Open Sans" pitchFamily="34" charset="0"/>
                <a:ea typeface="Open Sans" pitchFamily="34" charset="-122"/>
                <a:cs typeface="Open Sans" pitchFamily="34" charset="-120"/>
              </a:rPr>
              <a:t>     192   .    168    .   1     .      100            = </a:t>
            </a:r>
            <a:r>
              <a:rPr lang="en-US" sz="1094" dirty="0">
                <a:solidFill>
                  <a:srgbClr val="49495A"/>
                </a:solidFill>
                <a:latin typeface="Open Sans" pitchFamily="34" charset="0"/>
                <a:ea typeface="Open Sans" pitchFamily="34" charset="-122"/>
                <a:cs typeface="Open Sans" pitchFamily="34" charset="-120"/>
              </a:rPr>
              <a:t>32 bits </a:t>
            </a:r>
          </a:p>
          <a:p>
            <a:pPr marL="171450" indent="-171450">
              <a:lnSpc>
                <a:spcPts val="1781"/>
              </a:lnSpc>
              <a:buFont typeface="Wingdings" panose="05000000000000000000" pitchFamily="2" charset="2"/>
              <a:buChar char="ü"/>
            </a:pPr>
            <a:r>
              <a:rPr lang="en-US" sz="1094" dirty="0">
                <a:solidFill>
                  <a:srgbClr val="49495A"/>
                </a:solidFill>
                <a:latin typeface="Open Sans" pitchFamily="34" charset="0"/>
                <a:ea typeface="Open Sans" pitchFamily="34" charset="-122"/>
                <a:cs typeface="Open Sans" pitchFamily="34" charset="-120"/>
              </a:rPr>
              <a:t>1 byte  + 1 byte + 1 byte + 1 byte     = 32 bits</a:t>
            </a:r>
          </a:p>
          <a:p>
            <a:pPr marL="171450" indent="-171450">
              <a:lnSpc>
                <a:spcPts val="1781"/>
              </a:lnSpc>
              <a:buFont typeface="Wingdings" panose="05000000000000000000" pitchFamily="2" charset="2"/>
              <a:buChar char="ü"/>
            </a:pPr>
            <a:r>
              <a:rPr lang="en-US" sz="1094" dirty="0">
                <a:solidFill>
                  <a:srgbClr val="49495A"/>
                </a:solidFill>
                <a:latin typeface="Open Sans" pitchFamily="34" charset="0"/>
                <a:ea typeface="Open Sans" pitchFamily="34" charset="-122"/>
                <a:cs typeface="Open Sans" pitchFamily="34" charset="-120"/>
              </a:rPr>
              <a:t>1 octet + 1 octet + 1 octet + 1 octet = 32 bits</a:t>
            </a:r>
          </a:p>
          <a:p>
            <a:pPr marL="171450" indent="-171450">
              <a:lnSpc>
                <a:spcPts val="1781"/>
              </a:lnSpc>
              <a:buFont typeface="Wingdings" panose="05000000000000000000" pitchFamily="2" charset="2"/>
              <a:buChar char="ü"/>
            </a:pPr>
            <a:r>
              <a:rPr lang="en-US" sz="1094" dirty="0">
                <a:solidFill>
                  <a:srgbClr val="49495A"/>
                </a:solidFill>
                <a:latin typeface="Open Sans" pitchFamily="34" charset="0"/>
                <a:ea typeface="Open Sans" pitchFamily="34" charset="-122"/>
                <a:cs typeface="Open Sans" pitchFamily="34" charset="-120"/>
              </a:rPr>
              <a:t>8 bits + 8 bits + 8 bits + 8 bits           = 32 bits</a:t>
            </a: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p:txBody>
      </p:sp>
      <p:sp>
        <p:nvSpPr>
          <p:cNvPr id="15" name="Text 12">
            <a:extLst>
              <a:ext uri="{FF2B5EF4-FFF2-40B4-BE49-F238E27FC236}">
                <a16:creationId xmlns:a16="http://schemas.microsoft.com/office/drawing/2014/main" id="{1FCAAF39-AB57-5C1A-A074-5603D4D6FAAE}"/>
              </a:ext>
            </a:extLst>
          </p:cNvPr>
          <p:cNvSpPr/>
          <p:nvPr/>
        </p:nvSpPr>
        <p:spPr>
          <a:xfrm>
            <a:off x="643235" y="4065464"/>
            <a:ext cx="130969" cy="212676"/>
          </a:xfrm>
          <a:prstGeom prst="rect">
            <a:avLst/>
          </a:prstGeom>
          <a:noFill/>
          <a:ln/>
        </p:spPr>
        <p:txBody>
          <a:bodyPr wrap="none" lIns="0" tIns="0" rIns="0" bIns="0" rtlCol="0" anchor="t"/>
          <a:lstStyle/>
          <a:p>
            <a:pPr algn="ctr">
              <a:lnSpc>
                <a:spcPts val="1656"/>
              </a:lnSpc>
            </a:pPr>
            <a:endParaRPr lang="en-US" sz="1656" dirty="0"/>
          </a:p>
        </p:txBody>
      </p:sp>
    </p:spTree>
    <p:extLst>
      <p:ext uri="{BB962C8B-B14F-4D97-AF65-F5344CB8AC3E}">
        <p14:creationId xmlns:p14="http://schemas.microsoft.com/office/powerpoint/2010/main" val="25365316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DFB35-4582-1B69-BAA2-D01B7351F10E}"/>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D1DE1E44-BAD9-2756-7B44-F6F30FA1DAB9}"/>
              </a:ext>
            </a:extLst>
          </p:cNvPr>
          <p:cNvSpPr/>
          <p:nvPr/>
        </p:nvSpPr>
        <p:spPr>
          <a:xfrm>
            <a:off x="496117" y="307960"/>
            <a:ext cx="8588615" cy="557400"/>
          </a:xfrm>
          <a:prstGeom prst="rect">
            <a:avLst/>
          </a:prstGeom>
          <a:noFill/>
          <a:ln/>
        </p:spPr>
        <p:txBody>
          <a:bodyPr wrap="square" lIns="0" tIns="0" rIns="0" bIns="0" rtlCol="0" anchor="t"/>
          <a:lstStyle/>
          <a:p>
            <a:pPr>
              <a:lnSpc>
                <a:spcPts val="3469"/>
              </a:lnSpc>
            </a:pPr>
            <a:r>
              <a:rPr lang="en-US" sz="2400" dirty="0">
                <a:solidFill>
                  <a:srgbClr val="403CCF"/>
                </a:solidFill>
                <a:latin typeface="Libre Baskerville" pitchFamily="34" charset="0"/>
              </a:rPr>
              <a:t>IP Addresses: Unique Identifiers for Network Devices</a:t>
            </a:r>
          </a:p>
        </p:txBody>
      </p:sp>
      <p:sp>
        <p:nvSpPr>
          <p:cNvPr id="8" name="Text 5">
            <a:extLst>
              <a:ext uri="{FF2B5EF4-FFF2-40B4-BE49-F238E27FC236}">
                <a16:creationId xmlns:a16="http://schemas.microsoft.com/office/drawing/2014/main" id="{57B47A78-C328-956F-1617-57A3A212BB77}"/>
              </a:ext>
            </a:extLst>
          </p:cNvPr>
          <p:cNvSpPr/>
          <p:nvPr/>
        </p:nvSpPr>
        <p:spPr>
          <a:xfrm>
            <a:off x="496118" y="1286933"/>
            <a:ext cx="6158681" cy="3479799"/>
          </a:xfrm>
          <a:prstGeom prst="rect">
            <a:avLst/>
          </a:prstGeom>
          <a:noFill/>
          <a:ln/>
        </p:spPr>
        <p:txBody>
          <a:bodyPr wrap="square" lIns="0" tIns="0" rIns="0" bIns="0" rtlCol="0" anchor="t"/>
          <a:lstStyle/>
          <a:p>
            <a:pPr>
              <a:lnSpc>
                <a:spcPts val="1781"/>
              </a:lnSpc>
            </a:pPr>
            <a:r>
              <a:rPr lang="en-US" sz="1094" b="1" dirty="0">
                <a:solidFill>
                  <a:srgbClr val="49495A"/>
                </a:solidFill>
                <a:latin typeface="Open Sans" pitchFamily="34" charset="0"/>
                <a:ea typeface="Open Sans" pitchFamily="34" charset="-122"/>
                <a:cs typeface="Open Sans" pitchFamily="34" charset="-120"/>
              </a:rPr>
              <a:t>IPv6: (Internet Protocol Version 6)</a:t>
            </a: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a:p>
            <a:pPr>
              <a:lnSpc>
                <a:spcPts val="1781"/>
              </a:lnSpc>
            </a:pPr>
            <a:r>
              <a:rPr lang="en-US" sz="1094" dirty="0">
                <a:solidFill>
                  <a:srgbClr val="49495A"/>
                </a:solidFill>
                <a:latin typeface="Open Sans" pitchFamily="34" charset="0"/>
                <a:ea typeface="Open Sans" pitchFamily="34" charset="-122"/>
                <a:cs typeface="Open Sans" pitchFamily="34" charset="-120"/>
              </a:rPr>
              <a:t>1 Group: 2 bytes = 16 bits</a:t>
            </a:r>
            <a:endParaRPr lang="sv-SE" sz="1094" dirty="0">
              <a:solidFill>
                <a:srgbClr val="49495A"/>
              </a:solidFill>
              <a:latin typeface="Open Sans" pitchFamily="34" charset="0"/>
              <a:ea typeface="Open Sans" pitchFamily="34" charset="-122"/>
              <a:cs typeface="Open Sans" pitchFamily="34" charset="-120"/>
            </a:endParaRPr>
          </a:p>
          <a:p>
            <a:pPr>
              <a:lnSpc>
                <a:spcPts val="1781"/>
              </a:lnSpc>
            </a:pPr>
            <a:endParaRPr lang="sv-SE" sz="1094" dirty="0">
              <a:solidFill>
                <a:srgbClr val="49495A"/>
              </a:solidFill>
              <a:latin typeface="Open Sans" pitchFamily="34" charset="0"/>
              <a:ea typeface="Open Sans" pitchFamily="34" charset="-122"/>
              <a:cs typeface="Open Sans" pitchFamily="34" charset="-120"/>
            </a:endParaRPr>
          </a:p>
          <a:p>
            <a:pPr>
              <a:lnSpc>
                <a:spcPts val="1781"/>
              </a:lnSpc>
            </a:pPr>
            <a:r>
              <a:rPr lang="en-US" sz="1094" b="1" dirty="0">
                <a:solidFill>
                  <a:srgbClr val="49495A"/>
                </a:solidFill>
                <a:latin typeface="Open Sans" pitchFamily="34" charset="0"/>
                <a:ea typeface="Open Sans" pitchFamily="34" charset="-122"/>
                <a:cs typeface="Open Sans" pitchFamily="34" charset="-120"/>
              </a:rPr>
              <a:t>2001:0db8:85a3:0000:0000:8a2e:0370:7334= 1</a:t>
            </a:r>
            <a:r>
              <a:rPr lang="en-US" sz="1094" dirty="0">
                <a:solidFill>
                  <a:srgbClr val="49495A"/>
                </a:solidFill>
                <a:latin typeface="Open Sans" pitchFamily="34" charset="0"/>
                <a:ea typeface="Open Sans" pitchFamily="34" charset="-122"/>
                <a:cs typeface="Open Sans" pitchFamily="34" charset="-120"/>
              </a:rPr>
              <a:t>28 bits in total</a:t>
            </a: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a:p>
            <a:pPr marL="171450" indent="-171450">
              <a:lnSpc>
                <a:spcPts val="1781"/>
              </a:lnSpc>
              <a:buFont typeface="Wingdings" panose="05000000000000000000" pitchFamily="2" charset="2"/>
              <a:buChar char="ü"/>
            </a:pPr>
            <a:r>
              <a:rPr lang="en-US" sz="1094" dirty="0">
                <a:solidFill>
                  <a:srgbClr val="49495A"/>
                </a:solidFill>
                <a:latin typeface="Open Sans" pitchFamily="34" charset="0"/>
                <a:ea typeface="Open Sans" pitchFamily="34" charset="-122"/>
                <a:cs typeface="Open Sans" pitchFamily="34" charset="-120"/>
              </a:rPr>
              <a:t>2 bytes × 8 groups = 16 bytes</a:t>
            </a:r>
          </a:p>
          <a:p>
            <a:pPr marL="171450" indent="-171450">
              <a:lnSpc>
                <a:spcPts val="1781"/>
              </a:lnSpc>
              <a:buFont typeface="Wingdings" panose="05000000000000000000" pitchFamily="2" charset="2"/>
              <a:buChar char="ü"/>
            </a:pPr>
            <a:endParaRPr lang="en-US" sz="1094" dirty="0">
              <a:solidFill>
                <a:srgbClr val="49495A"/>
              </a:solidFill>
              <a:latin typeface="Open Sans" pitchFamily="34" charset="0"/>
              <a:ea typeface="Open Sans" pitchFamily="34" charset="-122"/>
              <a:cs typeface="Open Sans" pitchFamily="34" charset="-120"/>
            </a:endParaRPr>
          </a:p>
          <a:p>
            <a:pPr marL="171450" indent="-171450">
              <a:lnSpc>
                <a:spcPts val="1781"/>
              </a:lnSpc>
              <a:buFont typeface="Wingdings" panose="05000000000000000000" pitchFamily="2" charset="2"/>
              <a:buChar char="ü"/>
            </a:pPr>
            <a:r>
              <a:rPr lang="en-US" sz="1094" dirty="0">
                <a:solidFill>
                  <a:srgbClr val="49495A"/>
                </a:solidFill>
                <a:latin typeface="Open Sans" pitchFamily="34" charset="0"/>
                <a:ea typeface="Open Sans" pitchFamily="34" charset="-122"/>
                <a:cs typeface="Open Sans" pitchFamily="34" charset="-120"/>
              </a:rPr>
              <a:t>16 bits × 8 groups = 128 bits</a:t>
            </a: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a:p>
            <a:pPr>
              <a:lnSpc>
                <a:spcPts val="1781"/>
              </a:lnSpc>
            </a:pPr>
            <a:r>
              <a:rPr lang="en-US" sz="2400" b="1" dirty="0">
                <a:solidFill>
                  <a:srgbClr val="49495A"/>
                </a:solidFill>
                <a:latin typeface="Open Sans" pitchFamily="34" charset="0"/>
                <a:ea typeface="Open Sans" pitchFamily="34" charset="-122"/>
                <a:cs typeface="Open Sans" pitchFamily="34" charset="-120"/>
              </a:rPr>
              <a:t>What is a Bit?</a:t>
            </a:r>
            <a:endParaRPr lang="en-US" sz="1094" dirty="0">
              <a:solidFill>
                <a:srgbClr val="49495A"/>
              </a:solidFill>
              <a:latin typeface="Open Sans" pitchFamily="34" charset="0"/>
              <a:ea typeface="Open Sans" pitchFamily="34" charset="-122"/>
              <a:cs typeface="Open Sans" pitchFamily="34" charset="-120"/>
            </a:endParaRPr>
          </a:p>
          <a:p>
            <a:pPr>
              <a:lnSpc>
                <a:spcPts val="1781"/>
              </a:lnSpc>
            </a:pPr>
            <a:r>
              <a:rPr lang="en-US" sz="1094" dirty="0">
                <a:solidFill>
                  <a:srgbClr val="49495A"/>
                </a:solidFill>
                <a:latin typeface="Open Sans" pitchFamily="34" charset="0"/>
                <a:ea typeface="Open Sans" pitchFamily="34" charset="-122"/>
                <a:cs typeface="Open Sans" pitchFamily="34" charset="-120"/>
              </a:rPr>
              <a:t>A bit (short for binary digit) is the smallest unit of data in computing.</a:t>
            </a: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p:txBody>
      </p:sp>
      <p:sp>
        <p:nvSpPr>
          <p:cNvPr id="15" name="Text 12">
            <a:extLst>
              <a:ext uri="{FF2B5EF4-FFF2-40B4-BE49-F238E27FC236}">
                <a16:creationId xmlns:a16="http://schemas.microsoft.com/office/drawing/2014/main" id="{A8C50015-183F-8B9D-190C-2FC9D8DBB758}"/>
              </a:ext>
            </a:extLst>
          </p:cNvPr>
          <p:cNvSpPr/>
          <p:nvPr/>
        </p:nvSpPr>
        <p:spPr>
          <a:xfrm>
            <a:off x="643235" y="4065464"/>
            <a:ext cx="130969" cy="212676"/>
          </a:xfrm>
          <a:prstGeom prst="rect">
            <a:avLst/>
          </a:prstGeom>
          <a:noFill/>
          <a:ln/>
        </p:spPr>
        <p:txBody>
          <a:bodyPr wrap="none" lIns="0" tIns="0" rIns="0" bIns="0" rtlCol="0" anchor="t"/>
          <a:lstStyle/>
          <a:p>
            <a:pPr algn="ctr">
              <a:lnSpc>
                <a:spcPts val="1656"/>
              </a:lnSpc>
            </a:pPr>
            <a:endParaRPr lang="en-US" sz="1656" dirty="0"/>
          </a:p>
        </p:txBody>
      </p:sp>
    </p:spTree>
    <p:extLst>
      <p:ext uri="{BB962C8B-B14F-4D97-AF65-F5344CB8AC3E}">
        <p14:creationId xmlns:p14="http://schemas.microsoft.com/office/powerpoint/2010/main" val="30559368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2FEE9-4D02-0941-8A9F-E81BCAE97496}"/>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44FDD7EA-7FC0-4100-09E9-DD655DD4E2C2}"/>
              </a:ext>
            </a:extLst>
          </p:cNvPr>
          <p:cNvSpPr/>
          <p:nvPr/>
        </p:nvSpPr>
        <p:spPr>
          <a:xfrm>
            <a:off x="496117" y="307960"/>
            <a:ext cx="8588615" cy="557400"/>
          </a:xfrm>
          <a:prstGeom prst="rect">
            <a:avLst/>
          </a:prstGeom>
          <a:noFill/>
          <a:ln/>
        </p:spPr>
        <p:txBody>
          <a:bodyPr wrap="square" lIns="0" tIns="0" rIns="0" bIns="0" rtlCol="0" anchor="t"/>
          <a:lstStyle/>
          <a:p>
            <a:pPr>
              <a:lnSpc>
                <a:spcPts val="3469"/>
              </a:lnSpc>
            </a:pPr>
            <a:r>
              <a:rPr lang="en-US" sz="2400" dirty="0">
                <a:solidFill>
                  <a:srgbClr val="403CCF"/>
                </a:solidFill>
                <a:latin typeface="Libre Baskerville" pitchFamily="34" charset="0"/>
              </a:rPr>
              <a:t>IP Addresses: Unique Identifiers for Network Devices</a:t>
            </a:r>
          </a:p>
        </p:txBody>
      </p:sp>
      <p:sp>
        <p:nvSpPr>
          <p:cNvPr id="8" name="Text 5">
            <a:extLst>
              <a:ext uri="{FF2B5EF4-FFF2-40B4-BE49-F238E27FC236}">
                <a16:creationId xmlns:a16="http://schemas.microsoft.com/office/drawing/2014/main" id="{46656269-8B8D-649E-A70D-B1529158E140}"/>
              </a:ext>
            </a:extLst>
          </p:cNvPr>
          <p:cNvSpPr/>
          <p:nvPr/>
        </p:nvSpPr>
        <p:spPr>
          <a:xfrm>
            <a:off x="496117" y="759021"/>
            <a:ext cx="7919749" cy="2018045"/>
          </a:xfrm>
          <a:prstGeom prst="rect">
            <a:avLst/>
          </a:prstGeom>
          <a:noFill/>
          <a:ln/>
        </p:spPr>
        <p:txBody>
          <a:bodyPr wrap="square" lIns="0" tIns="0" rIns="0" bIns="0" rtlCol="0" anchor="t"/>
          <a:lstStyle/>
          <a:p>
            <a:pPr>
              <a:lnSpc>
                <a:spcPts val="1781"/>
              </a:lnSpc>
            </a:pPr>
            <a:endParaRPr lang="en-US" sz="2000" b="1" dirty="0">
              <a:solidFill>
                <a:srgbClr val="49495A"/>
              </a:solidFill>
              <a:latin typeface="Open Sans" pitchFamily="34" charset="0"/>
              <a:ea typeface="Open Sans" pitchFamily="34" charset="-122"/>
              <a:cs typeface="Open Sans" pitchFamily="34" charset="-120"/>
            </a:endParaRPr>
          </a:p>
          <a:p>
            <a:pPr>
              <a:lnSpc>
                <a:spcPts val="1781"/>
              </a:lnSpc>
            </a:pPr>
            <a:r>
              <a:rPr lang="en-US" sz="2000" b="1" dirty="0">
                <a:solidFill>
                  <a:srgbClr val="49495A"/>
                </a:solidFill>
                <a:highlight>
                  <a:srgbClr val="00FFFF"/>
                </a:highlight>
                <a:latin typeface="Open Sans" pitchFamily="34" charset="0"/>
                <a:ea typeface="Open Sans" pitchFamily="34" charset="-122"/>
                <a:cs typeface="Open Sans" pitchFamily="34" charset="-120"/>
              </a:rPr>
              <a:t>Subnet Mask: </a:t>
            </a: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a:p>
            <a:pPr>
              <a:lnSpc>
                <a:spcPts val="1781"/>
              </a:lnSpc>
            </a:pPr>
            <a:r>
              <a:rPr lang="en-US" sz="1094" dirty="0">
                <a:solidFill>
                  <a:srgbClr val="49495A"/>
                </a:solidFill>
                <a:latin typeface="Open Sans" pitchFamily="34" charset="0"/>
                <a:ea typeface="Open Sans" pitchFamily="34" charset="-122"/>
                <a:cs typeface="Open Sans" pitchFamily="34" charset="-120"/>
              </a:rPr>
              <a:t>Used in IP addressing to define which part of the IP address is Network and which part is host</a:t>
            </a:r>
            <a:endParaRPr lang="sv-SE" sz="1094" dirty="0">
              <a:solidFill>
                <a:srgbClr val="49495A"/>
              </a:solidFill>
              <a:latin typeface="Open Sans" pitchFamily="34" charset="0"/>
              <a:ea typeface="Open Sans" pitchFamily="34" charset="-122"/>
              <a:cs typeface="Open Sans" pitchFamily="34" charset="-120"/>
            </a:endParaRPr>
          </a:p>
          <a:p>
            <a:pPr>
              <a:lnSpc>
                <a:spcPts val="1781"/>
              </a:lnSpc>
            </a:pPr>
            <a:endParaRPr lang="sv-SE" sz="1094" dirty="0">
              <a:solidFill>
                <a:srgbClr val="49495A"/>
              </a:solidFill>
              <a:latin typeface="Open Sans" pitchFamily="34" charset="0"/>
              <a:ea typeface="Open Sans" pitchFamily="34" charset="-122"/>
              <a:cs typeface="Open Sans" pitchFamily="34" charset="-120"/>
            </a:endParaRPr>
          </a:p>
          <a:p>
            <a:pPr>
              <a:lnSpc>
                <a:spcPts val="1781"/>
              </a:lnSpc>
            </a:pPr>
            <a:r>
              <a:rPr lang="en-US" sz="1094" b="1" dirty="0">
                <a:solidFill>
                  <a:srgbClr val="49495A"/>
                </a:solidFill>
                <a:latin typeface="Open Sans" pitchFamily="34" charset="0"/>
                <a:ea typeface="Open Sans" pitchFamily="34" charset="-122"/>
                <a:cs typeface="Open Sans" pitchFamily="34" charset="-120"/>
              </a:rPr>
              <a:t>Example:  255.255.255.0  	</a:t>
            </a:r>
            <a:r>
              <a:rPr lang="en-US" sz="1094" b="1" dirty="0">
                <a:solidFill>
                  <a:srgbClr val="49495A"/>
                </a:solidFill>
                <a:latin typeface="Open Sans" pitchFamily="34" charset="0"/>
                <a:ea typeface="Open Sans" pitchFamily="34" charset="-122"/>
                <a:cs typeface="Open Sans" pitchFamily="34" charset="-120"/>
                <a:sym typeface="Wingdings" panose="05000000000000000000" pitchFamily="2" charset="2"/>
              </a:rPr>
              <a:t> Means first 3 octet are network , last one octet is host </a:t>
            </a:r>
            <a:endParaRPr lang="en-US" sz="1094" dirty="0">
              <a:solidFill>
                <a:srgbClr val="49495A"/>
              </a:solidFill>
              <a:latin typeface="Open Sans" pitchFamily="34" charset="0"/>
              <a:ea typeface="Open Sans" pitchFamily="34" charset="-122"/>
              <a:cs typeface="Open Sans" pitchFamily="34" charset="-120"/>
            </a:endParaRPr>
          </a:p>
          <a:p>
            <a:pPr>
              <a:lnSpc>
                <a:spcPts val="1781"/>
              </a:lnSpc>
            </a:pPr>
            <a:r>
              <a:rPr lang="en-US" sz="1094" b="1" dirty="0">
                <a:solidFill>
                  <a:srgbClr val="49495A"/>
                </a:solidFill>
                <a:latin typeface="Open Sans" pitchFamily="34" charset="0"/>
                <a:ea typeface="Open Sans" pitchFamily="34" charset="-122"/>
                <a:cs typeface="Open Sans" pitchFamily="34" charset="-120"/>
              </a:rPr>
              <a:t>Example : 255.255.0.0 	</a:t>
            </a:r>
            <a:r>
              <a:rPr lang="en-US" sz="1094" b="1" dirty="0">
                <a:solidFill>
                  <a:srgbClr val="49495A"/>
                </a:solidFill>
                <a:latin typeface="Open Sans" pitchFamily="34" charset="0"/>
                <a:ea typeface="Open Sans" pitchFamily="34" charset="-122"/>
                <a:cs typeface="Open Sans" pitchFamily="34" charset="-120"/>
                <a:sym typeface="Wingdings" panose="05000000000000000000" pitchFamily="2" charset="2"/>
              </a:rPr>
              <a:t> Means first 2 octet are network , last 2 octet are host </a:t>
            </a:r>
          </a:p>
          <a:p>
            <a:pPr>
              <a:lnSpc>
                <a:spcPts val="1781"/>
              </a:lnSpc>
            </a:pPr>
            <a:r>
              <a:rPr lang="en-US" sz="1094" b="1" dirty="0">
                <a:solidFill>
                  <a:srgbClr val="49495A"/>
                </a:solidFill>
                <a:latin typeface="Open Sans" pitchFamily="34" charset="0"/>
                <a:ea typeface="Open Sans" pitchFamily="34" charset="-122"/>
                <a:cs typeface="Open Sans" pitchFamily="34" charset="-120"/>
                <a:sym typeface="Wingdings" panose="05000000000000000000" pitchFamily="2" charset="2"/>
              </a:rPr>
              <a:t>Example: 255.0.0.0 	 Means first octet is network , last 3 octet are host </a:t>
            </a:r>
          </a:p>
          <a:p>
            <a:pPr>
              <a:lnSpc>
                <a:spcPts val="1781"/>
              </a:lnSpc>
            </a:pPr>
            <a:endParaRPr lang="en-US" sz="1094" b="1" dirty="0">
              <a:solidFill>
                <a:srgbClr val="49495A"/>
              </a:solidFill>
              <a:latin typeface="Open Sans" pitchFamily="34" charset="0"/>
              <a:ea typeface="Open Sans" pitchFamily="34" charset="-122"/>
              <a:cs typeface="Open Sans" pitchFamily="34" charset="-120"/>
            </a:endParaRPr>
          </a:p>
          <a:p>
            <a:pPr>
              <a:lnSpc>
                <a:spcPts val="1781"/>
              </a:lnSpc>
            </a:pPr>
            <a:endParaRPr lang="en-US" sz="1094" b="1" dirty="0">
              <a:solidFill>
                <a:srgbClr val="49495A"/>
              </a:solidFill>
              <a:latin typeface="Open Sans" pitchFamily="34" charset="0"/>
              <a:ea typeface="Open Sans" pitchFamily="34" charset="-122"/>
              <a:cs typeface="Open Sans" pitchFamily="34" charset="-120"/>
            </a:endParaRPr>
          </a:p>
          <a:p>
            <a:pPr>
              <a:lnSpc>
                <a:spcPts val="1781"/>
              </a:lnSpc>
            </a:pPr>
            <a:r>
              <a:rPr lang="en-US" sz="1094" b="1" dirty="0">
                <a:solidFill>
                  <a:srgbClr val="49495A"/>
                </a:solidFill>
                <a:latin typeface="Open Sans" pitchFamily="34" charset="0"/>
                <a:ea typeface="Open Sans" pitchFamily="34" charset="-122"/>
                <a:cs typeface="Open Sans" pitchFamily="34" charset="-120"/>
              </a:rPr>
              <a:t>Class A : IP 192.168.1.1</a:t>
            </a:r>
          </a:p>
          <a:p>
            <a:pPr>
              <a:lnSpc>
                <a:spcPts val="1781"/>
              </a:lnSpc>
            </a:pPr>
            <a:r>
              <a:rPr lang="en-US" sz="1094" dirty="0">
                <a:solidFill>
                  <a:srgbClr val="49495A"/>
                </a:solidFill>
                <a:latin typeface="Open Sans" pitchFamily="34" charset="0"/>
                <a:ea typeface="Open Sans" pitchFamily="34" charset="-122"/>
                <a:cs typeface="Open Sans" pitchFamily="34" charset="-120"/>
              </a:rPr>
              <a:t>Default Subnet Mask : 255.255.255.0   </a:t>
            </a:r>
            <a:r>
              <a:rPr lang="en-US" sz="1094" dirty="0">
                <a:solidFill>
                  <a:srgbClr val="49495A"/>
                </a:solidFill>
                <a:latin typeface="Open Sans" pitchFamily="34" charset="0"/>
                <a:ea typeface="Open Sans" pitchFamily="34" charset="-122"/>
                <a:cs typeface="Open Sans" pitchFamily="34" charset="-120"/>
                <a:sym typeface="Wingdings" panose="05000000000000000000" pitchFamily="2" charset="2"/>
              </a:rPr>
              <a:t> Means first 3 octet are network , last one octet is host </a:t>
            </a:r>
          </a:p>
          <a:p>
            <a:pPr>
              <a:lnSpc>
                <a:spcPts val="1781"/>
              </a:lnSpc>
            </a:pPr>
            <a:endParaRPr lang="en-US" sz="1094" dirty="0">
              <a:solidFill>
                <a:srgbClr val="49495A"/>
              </a:solidFill>
              <a:latin typeface="Open Sans" pitchFamily="34" charset="0"/>
              <a:ea typeface="Open Sans" pitchFamily="34" charset="-122"/>
              <a:cs typeface="Open Sans" pitchFamily="34" charset="-120"/>
              <a:sym typeface="Wingdings" panose="05000000000000000000" pitchFamily="2" charset="2"/>
            </a:endParaRPr>
          </a:p>
          <a:p>
            <a:pPr>
              <a:lnSpc>
                <a:spcPts val="1781"/>
              </a:lnSpc>
            </a:pPr>
            <a:r>
              <a:rPr lang="en-US" sz="1094" b="1" dirty="0">
                <a:solidFill>
                  <a:srgbClr val="49495A"/>
                </a:solidFill>
                <a:latin typeface="Open Sans" pitchFamily="34" charset="0"/>
                <a:ea typeface="Open Sans" pitchFamily="34" charset="-122"/>
                <a:cs typeface="Open Sans" pitchFamily="34" charset="-120"/>
                <a:sym typeface="Wingdings" panose="05000000000000000000" pitchFamily="2" charset="2"/>
              </a:rPr>
              <a:t>Class B : IP 172.168.1.1</a:t>
            </a:r>
          </a:p>
          <a:p>
            <a:pPr>
              <a:lnSpc>
                <a:spcPts val="1781"/>
              </a:lnSpc>
            </a:pPr>
            <a:r>
              <a:rPr lang="en-US" sz="1094" dirty="0">
                <a:solidFill>
                  <a:srgbClr val="49495A"/>
                </a:solidFill>
                <a:latin typeface="Open Sans" pitchFamily="34" charset="0"/>
                <a:ea typeface="Open Sans" pitchFamily="34" charset="-122"/>
                <a:cs typeface="Open Sans" pitchFamily="34" charset="-120"/>
              </a:rPr>
              <a:t>Default Subnet Mask : 255.255.0.0  </a:t>
            </a:r>
            <a:r>
              <a:rPr lang="en-US" sz="1094" dirty="0">
                <a:solidFill>
                  <a:srgbClr val="49495A"/>
                </a:solidFill>
                <a:latin typeface="Open Sans" pitchFamily="34" charset="0"/>
                <a:ea typeface="Open Sans" pitchFamily="34" charset="-122"/>
                <a:cs typeface="Open Sans" pitchFamily="34" charset="-120"/>
                <a:sym typeface="Wingdings" panose="05000000000000000000" pitchFamily="2" charset="2"/>
              </a:rPr>
              <a:t> </a:t>
            </a:r>
            <a:r>
              <a:rPr lang="en-US" sz="1094" dirty="0">
                <a:solidFill>
                  <a:srgbClr val="49495A"/>
                </a:solidFill>
                <a:latin typeface="Open Sans" pitchFamily="34" charset="0"/>
                <a:ea typeface="Open Sans" pitchFamily="34" charset="-122"/>
                <a:cs typeface="Open Sans" pitchFamily="34" charset="-120"/>
              </a:rPr>
              <a:t> Means first 2 octet are network , last 2 octet are host </a:t>
            </a: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a:p>
            <a:pPr>
              <a:lnSpc>
                <a:spcPts val="1781"/>
              </a:lnSpc>
            </a:pPr>
            <a:r>
              <a:rPr lang="en-US" sz="1094" b="1" dirty="0">
                <a:solidFill>
                  <a:srgbClr val="49495A"/>
                </a:solidFill>
                <a:latin typeface="Open Sans" pitchFamily="34" charset="0"/>
                <a:ea typeface="Open Sans" pitchFamily="34" charset="-122"/>
                <a:cs typeface="Open Sans" pitchFamily="34" charset="-120"/>
              </a:rPr>
              <a:t>Class C : IP 10.10.10.1 </a:t>
            </a:r>
          </a:p>
          <a:p>
            <a:pPr>
              <a:lnSpc>
                <a:spcPts val="1781"/>
              </a:lnSpc>
            </a:pPr>
            <a:r>
              <a:rPr lang="en-US" sz="1094" dirty="0">
                <a:solidFill>
                  <a:srgbClr val="49495A"/>
                </a:solidFill>
                <a:latin typeface="Open Sans" pitchFamily="34" charset="0"/>
                <a:ea typeface="Open Sans" pitchFamily="34" charset="-122"/>
                <a:cs typeface="Open Sans" pitchFamily="34" charset="-120"/>
              </a:rPr>
              <a:t>Default Subnet Mask : 255.0.0.0  </a:t>
            </a:r>
            <a:r>
              <a:rPr lang="en-US" sz="1094" dirty="0">
                <a:solidFill>
                  <a:srgbClr val="49495A"/>
                </a:solidFill>
                <a:latin typeface="Open Sans" pitchFamily="34" charset="0"/>
                <a:ea typeface="Open Sans" pitchFamily="34" charset="-122"/>
                <a:cs typeface="Open Sans" pitchFamily="34" charset="-120"/>
                <a:sym typeface="Wingdings" panose="05000000000000000000" pitchFamily="2" charset="2"/>
              </a:rPr>
              <a:t></a:t>
            </a:r>
            <a:r>
              <a:rPr lang="en-US" sz="1094" dirty="0">
                <a:solidFill>
                  <a:srgbClr val="49495A"/>
                </a:solidFill>
                <a:latin typeface="Open Sans" pitchFamily="34" charset="0"/>
                <a:ea typeface="Open Sans" pitchFamily="34" charset="-122"/>
                <a:cs typeface="Open Sans" pitchFamily="34" charset="-120"/>
              </a:rPr>
              <a:t>  Means first octet is network , last 3 octet are host </a:t>
            </a:r>
          </a:p>
          <a:p>
            <a:pPr>
              <a:lnSpc>
                <a:spcPts val="1781"/>
              </a:lnSpc>
            </a:pPr>
            <a:endParaRPr lang="en-US" sz="1094" b="1" dirty="0">
              <a:solidFill>
                <a:srgbClr val="49495A"/>
              </a:solidFill>
              <a:latin typeface="Open Sans" pitchFamily="34" charset="0"/>
              <a:ea typeface="Open Sans" pitchFamily="34" charset="-122"/>
              <a:cs typeface="Open Sans" pitchFamily="34" charset="-120"/>
            </a:endParaRPr>
          </a:p>
          <a:p>
            <a:pPr>
              <a:lnSpc>
                <a:spcPts val="1781"/>
              </a:lnSpc>
            </a:pPr>
            <a:endParaRPr lang="en-US" sz="1094" b="1" dirty="0">
              <a:solidFill>
                <a:srgbClr val="49495A"/>
              </a:solidFill>
              <a:latin typeface="Open Sans" pitchFamily="34" charset="0"/>
              <a:ea typeface="Open Sans" pitchFamily="34" charset="-122"/>
              <a:cs typeface="Open Sans" pitchFamily="34" charset="-120"/>
            </a:endParaRPr>
          </a:p>
          <a:p>
            <a:pPr>
              <a:lnSpc>
                <a:spcPts val="1781"/>
              </a:lnSpc>
            </a:pPr>
            <a:endParaRPr lang="en-US" sz="1094" dirty="0">
              <a:solidFill>
                <a:srgbClr val="49495A"/>
              </a:solidFill>
              <a:latin typeface="Open Sans" pitchFamily="34" charset="0"/>
              <a:ea typeface="Open Sans" pitchFamily="34" charset="-122"/>
              <a:cs typeface="Open Sans" pitchFamily="34" charset="-120"/>
            </a:endParaRPr>
          </a:p>
        </p:txBody>
      </p:sp>
      <p:sp>
        <p:nvSpPr>
          <p:cNvPr id="15" name="Text 12">
            <a:extLst>
              <a:ext uri="{FF2B5EF4-FFF2-40B4-BE49-F238E27FC236}">
                <a16:creationId xmlns:a16="http://schemas.microsoft.com/office/drawing/2014/main" id="{9E72719B-2AE5-DAB9-281C-2BFC95960EBD}"/>
              </a:ext>
            </a:extLst>
          </p:cNvPr>
          <p:cNvSpPr/>
          <p:nvPr/>
        </p:nvSpPr>
        <p:spPr>
          <a:xfrm>
            <a:off x="643235" y="4065464"/>
            <a:ext cx="130969" cy="212676"/>
          </a:xfrm>
          <a:prstGeom prst="rect">
            <a:avLst/>
          </a:prstGeom>
          <a:noFill/>
          <a:ln/>
        </p:spPr>
        <p:txBody>
          <a:bodyPr wrap="none" lIns="0" tIns="0" rIns="0" bIns="0" rtlCol="0" anchor="t"/>
          <a:lstStyle/>
          <a:p>
            <a:pPr algn="ctr">
              <a:lnSpc>
                <a:spcPts val="1656"/>
              </a:lnSpc>
            </a:pPr>
            <a:endParaRPr lang="en-US" sz="1656" dirty="0"/>
          </a:p>
        </p:txBody>
      </p:sp>
    </p:spTree>
    <p:extLst>
      <p:ext uri="{BB962C8B-B14F-4D97-AF65-F5344CB8AC3E}">
        <p14:creationId xmlns:p14="http://schemas.microsoft.com/office/powerpoint/2010/main" val="12131702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DF7-060A-0B9A-D417-44B4F4FED9D6}"/>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F3905E3D-7083-69D0-2290-B47818CEABF0}"/>
              </a:ext>
            </a:extLst>
          </p:cNvPr>
          <p:cNvSpPr/>
          <p:nvPr/>
        </p:nvSpPr>
        <p:spPr>
          <a:xfrm>
            <a:off x="496118" y="307960"/>
            <a:ext cx="7725014" cy="490381"/>
          </a:xfrm>
          <a:prstGeom prst="rect">
            <a:avLst/>
          </a:prstGeom>
          <a:noFill/>
          <a:ln/>
        </p:spPr>
        <p:txBody>
          <a:bodyPr wrap="square" lIns="0" tIns="0" rIns="0" bIns="0" rtlCol="0" anchor="t"/>
          <a:lstStyle/>
          <a:p>
            <a:pPr>
              <a:lnSpc>
                <a:spcPts val="3469"/>
              </a:lnSpc>
            </a:pPr>
            <a:r>
              <a:rPr lang="en-US" sz="2781" dirty="0">
                <a:solidFill>
                  <a:srgbClr val="403CCF"/>
                </a:solidFill>
                <a:latin typeface="Libre Baskerville" pitchFamily="34" charset="0"/>
                <a:ea typeface="Libre Baskerville" pitchFamily="34" charset="-122"/>
                <a:cs typeface="Libre Baskerville" pitchFamily="34" charset="-120"/>
              </a:rPr>
              <a:t>Examples:</a:t>
            </a:r>
            <a:endParaRPr lang="en-US" sz="2781" dirty="0"/>
          </a:p>
        </p:txBody>
      </p:sp>
      <p:sp>
        <p:nvSpPr>
          <p:cNvPr id="8" name="Text 5">
            <a:extLst>
              <a:ext uri="{FF2B5EF4-FFF2-40B4-BE49-F238E27FC236}">
                <a16:creationId xmlns:a16="http://schemas.microsoft.com/office/drawing/2014/main" id="{3C79B34C-F646-3940-39C9-5F0EC14AD535}"/>
              </a:ext>
            </a:extLst>
          </p:cNvPr>
          <p:cNvSpPr/>
          <p:nvPr/>
        </p:nvSpPr>
        <p:spPr>
          <a:xfrm>
            <a:off x="496118" y="1049866"/>
            <a:ext cx="6158681" cy="3479799"/>
          </a:xfrm>
          <a:prstGeom prst="rect">
            <a:avLst/>
          </a:prstGeom>
          <a:noFill/>
          <a:ln/>
        </p:spPr>
        <p:txBody>
          <a:bodyPr wrap="square" lIns="0" tIns="0" rIns="0" bIns="0" rtlCol="0" anchor="t"/>
          <a:lstStyle/>
          <a:p>
            <a:pPr>
              <a:lnSpc>
                <a:spcPts val="1781"/>
              </a:lnSpc>
            </a:pPr>
            <a:endParaRPr lang="en-US" sz="1094" dirty="0">
              <a:solidFill>
                <a:srgbClr val="49495A"/>
              </a:solidFill>
              <a:latin typeface="Open Sans" pitchFamily="34" charset="0"/>
              <a:ea typeface="Open Sans" pitchFamily="34" charset="-122"/>
              <a:cs typeface="Open Sans" pitchFamily="34" charset="-120"/>
            </a:endParaRPr>
          </a:p>
        </p:txBody>
      </p:sp>
      <p:sp>
        <p:nvSpPr>
          <p:cNvPr id="15" name="Text 12">
            <a:extLst>
              <a:ext uri="{FF2B5EF4-FFF2-40B4-BE49-F238E27FC236}">
                <a16:creationId xmlns:a16="http://schemas.microsoft.com/office/drawing/2014/main" id="{CFD04BD0-4F63-7881-A414-ACE4E6FB4285}"/>
              </a:ext>
            </a:extLst>
          </p:cNvPr>
          <p:cNvSpPr/>
          <p:nvPr/>
        </p:nvSpPr>
        <p:spPr>
          <a:xfrm>
            <a:off x="643235" y="4065464"/>
            <a:ext cx="130969" cy="212676"/>
          </a:xfrm>
          <a:prstGeom prst="rect">
            <a:avLst/>
          </a:prstGeom>
          <a:noFill/>
          <a:ln/>
        </p:spPr>
        <p:txBody>
          <a:bodyPr wrap="none" lIns="0" tIns="0" rIns="0" bIns="0" rtlCol="0" anchor="t"/>
          <a:lstStyle/>
          <a:p>
            <a:pPr algn="ctr">
              <a:lnSpc>
                <a:spcPts val="1656"/>
              </a:lnSpc>
            </a:pPr>
            <a:endParaRPr lang="en-US" sz="1656" dirty="0"/>
          </a:p>
        </p:txBody>
      </p:sp>
      <p:sp>
        <p:nvSpPr>
          <p:cNvPr id="4" name="TextBox 3">
            <a:extLst>
              <a:ext uri="{FF2B5EF4-FFF2-40B4-BE49-F238E27FC236}">
                <a16:creationId xmlns:a16="http://schemas.microsoft.com/office/drawing/2014/main" id="{E9B00E03-73A0-35B0-AED9-06BB0DD20A84}"/>
              </a:ext>
            </a:extLst>
          </p:cNvPr>
          <p:cNvSpPr txBox="1"/>
          <p:nvPr/>
        </p:nvSpPr>
        <p:spPr>
          <a:xfrm>
            <a:off x="424150" y="865360"/>
            <a:ext cx="6302615" cy="1600438"/>
          </a:xfrm>
          <a:prstGeom prst="rect">
            <a:avLst/>
          </a:prstGeom>
          <a:noFill/>
        </p:spPr>
        <p:txBody>
          <a:bodyPr wrap="square">
            <a:spAutoFit/>
          </a:bodyPr>
          <a:lstStyle/>
          <a:p>
            <a:r>
              <a:rPr lang="en-US" sz="1400" dirty="0">
                <a:solidFill>
                  <a:srgbClr val="49495A"/>
                </a:solidFill>
                <a:latin typeface="Open Sans" pitchFamily="34" charset="0"/>
                <a:ea typeface="Open Sans" pitchFamily="34" charset="-122"/>
                <a:cs typeface="Open Sans" pitchFamily="34" charset="-120"/>
              </a:rPr>
              <a:t>Suppose you have </a:t>
            </a:r>
            <a:r>
              <a:rPr lang="en-US" sz="1400" b="1" dirty="0">
                <a:solidFill>
                  <a:srgbClr val="49495A"/>
                </a:solidFill>
                <a:latin typeface="Open Sans" pitchFamily="34" charset="0"/>
                <a:ea typeface="Open Sans" pitchFamily="34" charset="-122"/>
                <a:cs typeface="Open Sans" pitchFamily="34" charset="-120"/>
              </a:rPr>
              <a:t>Class A</a:t>
            </a:r>
            <a:r>
              <a:rPr lang="en-US" sz="1400" dirty="0">
                <a:solidFill>
                  <a:srgbClr val="49495A"/>
                </a:solidFill>
                <a:latin typeface="Open Sans" pitchFamily="34" charset="0"/>
                <a:ea typeface="Open Sans" pitchFamily="34" charset="-122"/>
                <a:cs typeface="Open Sans" pitchFamily="34" charset="-120"/>
              </a:rPr>
              <a:t> </a:t>
            </a:r>
            <a:r>
              <a:rPr lang="en-US" sz="1400" b="1" dirty="0">
                <a:solidFill>
                  <a:srgbClr val="49495A"/>
                </a:solidFill>
                <a:latin typeface="Open Sans" pitchFamily="34" charset="0"/>
                <a:ea typeface="Open Sans" pitchFamily="34" charset="-122"/>
                <a:cs typeface="Open Sans" pitchFamily="34" charset="-120"/>
              </a:rPr>
              <a:t>IP = 40.40.20.20 </a:t>
            </a:r>
            <a:r>
              <a:rPr lang="en-US" sz="1400" dirty="0">
                <a:solidFill>
                  <a:srgbClr val="49495A"/>
                </a:solidFill>
                <a:latin typeface="Open Sans" pitchFamily="34" charset="0"/>
                <a:ea typeface="Open Sans" pitchFamily="34" charset="-122"/>
                <a:cs typeface="Open Sans" pitchFamily="34" charset="-120"/>
              </a:rPr>
              <a:t>,</a:t>
            </a:r>
            <a:r>
              <a:rPr lang="en-US" dirty="0">
                <a:solidFill>
                  <a:srgbClr val="49495A"/>
                </a:solidFill>
                <a:latin typeface="Open Sans" pitchFamily="34" charset="0"/>
                <a:ea typeface="Open Sans" pitchFamily="34" charset="-122"/>
                <a:cs typeface="Open Sans" pitchFamily="34" charset="-120"/>
              </a:rPr>
              <a:t>Find its  </a:t>
            </a:r>
          </a:p>
          <a:p>
            <a:r>
              <a:rPr lang="en-US" dirty="0">
                <a:solidFill>
                  <a:srgbClr val="49495A"/>
                </a:solidFill>
                <a:latin typeface="Open Sans" pitchFamily="34" charset="0"/>
                <a:ea typeface="Open Sans" pitchFamily="34" charset="-122"/>
                <a:cs typeface="Open Sans" pitchFamily="34" charset="-120"/>
              </a:rPr>
              <a:t>Network ID ?</a:t>
            </a:r>
          </a:p>
          <a:p>
            <a:r>
              <a:rPr lang="en-US" dirty="0">
                <a:solidFill>
                  <a:srgbClr val="49495A"/>
                </a:solidFill>
                <a:latin typeface="Open Sans" pitchFamily="34" charset="0"/>
                <a:ea typeface="Open Sans" pitchFamily="34" charset="-122"/>
                <a:cs typeface="Open Sans" pitchFamily="34" charset="-120"/>
              </a:rPr>
              <a:t>Broad cast ID?</a:t>
            </a:r>
          </a:p>
          <a:p>
            <a:r>
              <a:rPr lang="en-US" dirty="0">
                <a:solidFill>
                  <a:srgbClr val="49495A"/>
                </a:solidFill>
                <a:latin typeface="Open Sans" pitchFamily="34" charset="0"/>
                <a:ea typeface="Open Sans" pitchFamily="34" charset="-122"/>
                <a:cs typeface="Open Sans" pitchFamily="34" charset="-120"/>
              </a:rPr>
              <a:t>Subnet ID ?</a:t>
            </a:r>
          </a:p>
          <a:p>
            <a:endParaRPr lang="en-US" dirty="0">
              <a:solidFill>
                <a:srgbClr val="49495A"/>
              </a:solidFill>
              <a:latin typeface="Open Sans" pitchFamily="34" charset="0"/>
              <a:ea typeface="Open Sans" pitchFamily="34" charset="-122"/>
              <a:cs typeface="Open Sans" pitchFamily="34" charset="-120"/>
            </a:endParaRPr>
          </a:p>
          <a:p>
            <a:r>
              <a:rPr lang="en-US" dirty="0">
                <a:solidFill>
                  <a:srgbClr val="49495A"/>
                </a:solidFill>
                <a:latin typeface="Open Sans" pitchFamily="34" charset="0"/>
                <a:ea typeface="Open Sans" pitchFamily="34" charset="-122"/>
                <a:cs typeface="Open Sans" pitchFamily="34" charset="-120"/>
              </a:rPr>
              <a:t>Solution: </a:t>
            </a:r>
          </a:p>
          <a:p>
            <a:r>
              <a:rPr lang="en-US" dirty="0">
                <a:solidFill>
                  <a:srgbClr val="49495A"/>
                </a:solidFill>
                <a:latin typeface="Open Sans" pitchFamily="34" charset="0"/>
                <a:ea typeface="Open Sans" pitchFamily="34" charset="-122"/>
                <a:cs typeface="Open Sans" pitchFamily="34" charset="-120"/>
              </a:rPr>
              <a:t>		</a:t>
            </a:r>
            <a:r>
              <a:rPr lang="en-US" b="1" u="sng" dirty="0">
                <a:solidFill>
                  <a:srgbClr val="49495A"/>
                </a:solidFill>
                <a:latin typeface="Open Sans" pitchFamily="34" charset="0"/>
                <a:ea typeface="Open Sans" pitchFamily="34" charset="-122"/>
                <a:cs typeface="Open Sans" pitchFamily="34" charset="-120"/>
              </a:rPr>
              <a:t>40</a:t>
            </a:r>
            <a:r>
              <a:rPr lang="en-US" b="1" dirty="0">
                <a:solidFill>
                  <a:srgbClr val="49495A"/>
                </a:solidFill>
                <a:latin typeface="Open Sans" pitchFamily="34" charset="0"/>
                <a:ea typeface="Open Sans" pitchFamily="34" charset="-122"/>
                <a:cs typeface="Open Sans" pitchFamily="34" charset="-120"/>
              </a:rPr>
              <a:t>.</a:t>
            </a:r>
            <a:r>
              <a:rPr lang="en-US" b="1" u="sng" dirty="0">
                <a:solidFill>
                  <a:srgbClr val="49495A"/>
                </a:solidFill>
                <a:latin typeface="Open Sans" pitchFamily="34" charset="0"/>
                <a:ea typeface="Open Sans" pitchFamily="34" charset="-122"/>
                <a:cs typeface="Open Sans" pitchFamily="34" charset="-120"/>
              </a:rPr>
              <a:t>40.20.20</a:t>
            </a:r>
            <a:endParaRPr lang="en-PK" b="1" u="sng" dirty="0"/>
          </a:p>
        </p:txBody>
      </p:sp>
      <p:sp>
        <p:nvSpPr>
          <p:cNvPr id="9" name="Arrow: Curved Right 8">
            <a:extLst>
              <a:ext uri="{FF2B5EF4-FFF2-40B4-BE49-F238E27FC236}">
                <a16:creationId xmlns:a16="http://schemas.microsoft.com/office/drawing/2014/main" id="{CC75B1E2-E420-A5F9-3E21-BF1B38D22F24}"/>
              </a:ext>
            </a:extLst>
          </p:cNvPr>
          <p:cNvSpPr/>
          <p:nvPr/>
        </p:nvSpPr>
        <p:spPr>
          <a:xfrm rot="17500686">
            <a:off x="3126153" y="2374870"/>
            <a:ext cx="206972" cy="514817"/>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solidFill>
                <a:schemeClr val="tx1"/>
              </a:solidFill>
            </a:endParaRPr>
          </a:p>
        </p:txBody>
      </p:sp>
      <p:sp>
        <p:nvSpPr>
          <p:cNvPr id="10" name="Oval 9">
            <a:extLst>
              <a:ext uri="{FF2B5EF4-FFF2-40B4-BE49-F238E27FC236}">
                <a16:creationId xmlns:a16="http://schemas.microsoft.com/office/drawing/2014/main" id="{5F26AF28-2974-B4FA-DF3F-D76FE02BB251}"/>
              </a:ext>
            </a:extLst>
          </p:cNvPr>
          <p:cNvSpPr/>
          <p:nvPr/>
        </p:nvSpPr>
        <p:spPr>
          <a:xfrm>
            <a:off x="3423057" y="2211029"/>
            <a:ext cx="801215" cy="40428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Host Portion</a:t>
            </a:r>
            <a:endParaRPr lang="en-PK" sz="900" dirty="0"/>
          </a:p>
        </p:txBody>
      </p:sp>
      <p:sp>
        <p:nvSpPr>
          <p:cNvPr id="11" name="Oval 10">
            <a:extLst>
              <a:ext uri="{FF2B5EF4-FFF2-40B4-BE49-F238E27FC236}">
                <a16:creationId xmlns:a16="http://schemas.microsoft.com/office/drawing/2014/main" id="{367D6634-458E-F64A-8AAA-00E2FB1284F4}"/>
              </a:ext>
            </a:extLst>
          </p:cNvPr>
          <p:cNvSpPr/>
          <p:nvPr/>
        </p:nvSpPr>
        <p:spPr>
          <a:xfrm>
            <a:off x="1133636" y="2330676"/>
            <a:ext cx="896817" cy="40428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Network Portion</a:t>
            </a:r>
            <a:endParaRPr lang="en-PK" sz="900" dirty="0"/>
          </a:p>
        </p:txBody>
      </p:sp>
      <p:sp>
        <p:nvSpPr>
          <p:cNvPr id="12" name="Arrow: Curved Right 11">
            <a:extLst>
              <a:ext uri="{FF2B5EF4-FFF2-40B4-BE49-F238E27FC236}">
                <a16:creationId xmlns:a16="http://schemas.microsoft.com/office/drawing/2014/main" id="{516B7C30-657C-D4E5-A212-6EEC766723B9}"/>
              </a:ext>
            </a:extLst>
          </p:cNvPr>
          <p:cNvSpPr/>
          <p:nvPr/>
        </p:nvSpPr>
        <p:spPr>
          <a:xfrm rot="3866665" flipH="1">
            <a:off x="2100005" y="2345868"/>
            <a:ext cx="216175" cy="677691"/>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solidFill>
                <a:schemeClr val="tx1"/>
              </a:solidFill>
            </a:endParaRPr>
          </a:p>
        </p:txBody>
      </p:sp>
      <p:sp>
        <p:nvSpPr>
          <p:cNvPr id="14" name="TextBox 13">
            <a:extLst>
              <a:ext uri="{FF2B5EF4-FFF2-40B4-BE49-F238E27FC236}">
                <a16:creationId xmlns:a16="http://schemas.microsoft.com/office/drawing/2014/main" id="{B5472FE4-A278-E403-E93F-FFF0E3311D8A}"/>
              </a:ext>
            </a:extLst>
          </p:cNvPr>
          <p:cNvSpPr txBox="1"/>
          <p:nvPr/>
        </p:nvSpPr>
        <p:spPr>
          <a:xfrm>
            <a:off x="516728" y="3257966"/>
            <a:ext cx="4572000" cy="738664"/>
          </a:xfrm>
          <a:prstGeom prst="rect">
            <a:avLst/>
          </a:prstGeom>
          <a:noFill/>
        </p:spPr>
        <p:txBody>
          <a:bodyPr wrap="square">
            <a:spAutoFit/>
          </a:bodyPr>
          <a:lstStyle/>
          <a:p>
            <a:r>
              <a:rPr lang="en-US" dirty="0">
                <a:solidFill>
                  <a:srgbClr val="49495A"/>
                </a:solidFill>
                <a:latin typeface="Open Sans" pitchFamily="34" charset="0"/>
                <a:ea typeface="Open Sans" pitchFamily="34" charset="-122"/>
                <a:cs typeface="Open Sans" pitchFamily="34" charset="-120"/>
              </a:rPr>
              <a:t>40.0.0.0  		Network ID</a:t>
            </a:r>
          </a:p>
          <a:p>
            <a:r>
              <a:rPr lang="en-US" dirty="0">
                <a:solidFill>
                  <a:srgbClr val="49495A"/>
                </a:solidFill>
                <a:latin typeface="Open Sans" pitchFamily="34" charset="0"/>
                <a:ea typeface="Open Sans" pitchFamily="34" charset="-122"/>
                <a:cs typeface="Open Sans" pitchFamily="34" charset="-120"/>
              </a:rPr>
              <a:t>40.255.255.255	Broad cast ID</a:t>
            </a:r>
          </a:p>
          <a:p>
            <a:r>
              <a:rPr lang="en-US" dirty="0">
                <a:solidFill>
                  <a:srgbClr val="49495A"/>
                </a:solidFill>
                <a:latin typeface="Open Sans" pitchFamily="34" charset="0"/>
                <a:ea typeface="Open Sans" pitchFamily="34" charset="-122"/>
                <a:cs typeface="Open Sans" pitchFamily="34" charset="-120"/>
              </a:rPr>
              <a:t>255.0.0.0		Subnet ID</a:t>
            </a:r>
            <a:endParaRPr lang="en-PK" dirty="0"/>
          </a:p>
        </p:txBody>
      </p:sp>
    </p:spTree>
    <p:extLst>
      <p:ext uri="{BB962C8B-B14F-4D97-AF65-F5344CB8AC3E}">
        <p14:creationId xmlns:p14="http://schemas.microsoft.com/office/powerpoint/2010/main" val="35382252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40621-B159-9F54-EE0A-2ED751E4B288}"/>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BC6EFD3E-0A92-C81A-DDEB-DCE4251CCD4A}"/>
              </a:ext>
            </a:extLst>
          </p:cNvPr>
          <p:cNvSpPr/>
          <p:nvPr/>
        </p:nvSpPr>
        <p:spPr>
          <a:xfrm>
            <a:off x="496118" y="307960"/>
            <a:ext cx="7725014" cy="490381"/>
          </a:xfrm>
          <a:prstGeom prst="rect">
            <a:avLst/>
          </a:prstGeom>
          <a:noFill/>
          <a:ln/>
        </p:spPr>
        <p:txBody>
          <a:bodyPr wrap="square" lIns="0" tIns="0" rIns="0" bIns="0" rtlCol="0" anchor="t"/>
          <a:lstStyle/>
          <a:p>
            <a:pPr>
              <a:lnSpc>
                <a:spcPts val="3469"/>
              </a:lnSpc>
            </a:pPr>
            <a:r>
              <a:rPr lang="en-US" sz="2781" dirty="0">
                <a:solidFill>
                  <a:srgbClr val="403CCF"/>
                </a:solidFill>
                <a:latin typeface="Libre Baskerville" pitchFamily="34" charset="0"/>
                <a:ea typeface="Libre Baskerville" pitchFamily="34" charset="-122"/>
                <a:cs typeface="Libre Baskerville" pitchFamily="34" charset="-120"/>
              </a:rPr>
              <a:t>Examples:</a:t>
            </a:r>
            <a:endParaRPr lang="en-US" sz="2781" dirty="0"/>
          </a:p>
        </p:txBody>
      </p:sp>
      <p:sp>
        <p:nvSpPr>
          <p:cNvPr id="8" name="Text 5">
            <a:extLst>
              <a:ext uri="{FF2B5EF4-FFF2-40B4-BE49-F238E27FC236}">
                <a16:creationId xmlns:a16="http://schemas.microsoft.com/office/drawing/2014/main" id="{3F18DC71-0D75-0466-BC41-37508F6161D9}"/>
              </a:ext>
            </a:extLst>
          </p:cNvPr>
          <p:cNvSpPr/>
          <p:nvPr/>
        </p:nvSpPr>
        <p:spPr>
          <a:xfrm>
            <a:off x="496118" y="1049866"/>
            <a:ext cx="6158681" cy="3479799"/>
          </a:xfrm>
          <a:prstGeom prst="rect">
            <a:avLst/>
          </a:prstGeom>
          <a:noFill/>
          <a:ln/>
        </p:spPr>
        <p:txBody>
          <a:bodyPr wrap="square" lIns="0" tIns="0" rIns="0" bIns="0" rtlCol="0" anchor="t"/>
          <a:lstStyle/>
          <a:p>
            <a:pPr>
              <a:lnSpc>
                <a:spcPts val="1781"/>
              </a:lnSpc>
            </a:pPr>
            <a:endParaRPr lang="en-US" sz="1094" dirty="0">
              <a:solidFill>
                <a:srgbClr val="49495A"/>
              </a:solidFill>
              <a:latin typeface="Open Sans" pitchFamily="34" charset="0"/>
              <a:ea typeface="Open Sans" pitchFamily="34" charset="-122"/>
              <a:cs typeface="Open Sans" pitchFamily="34" charset="-120"/>
            </a:endParaRPr>
          </a:p>
        </p:txBody>
      </p:sp>
      <p:sp>
        <p:nvSpPr>
          <p:cNvPr id="15" name="Text 12">
            <a:extLst>
              <a:ext uri="{FF2B5EF4-FFF2-40B4-BE49-F238E27FC236}">
                <a16:creationId xmlns:a16="http://schemas.microsoft.com/office/drawing/2014/main" id="{08FDC52D-0B12-6FB8-8E44-F54449872A4A}"/>
              </a:ext>
            </a:extLst>
          </p:cNvPr>
          <p:cNvSpPr/>
          <p:nvPr/>
        </p:nvSpPr>
        <p:spPr>
          <a:xfrm>
            <a:off x="643235" y="4065464"/>
            <a:ext cx="130969" cy="212676"/>
          </a:xfrm>
          <a:prstGeom prst="rect">
            <a:avLst/>
          </a:prstGeom>
          <a:noFill/>
          <a:ln/>
        </p:spPr>
        <p:txBody>
          <a:bodyPr wrap="none" lIns="0" tIns="0" rIns="0" bIns="0" rtlCol="0" anchor="t"/>
          <a:lstStyle/>
          <a:p>
            <a:pPr algn="ctr">
              <a:lnSpc>
                <a:spcPts val="1656"/>
              </a:lnSpc>
            </a:pPr>
            <a:endParaRPr lang="en-US" sz="1656" dirty="0"/>
          </a:p>
        </p:txBody>
      </p:sp>
      <p:sp>
        <p:nvSpPr>
          <p:cNvPr id="4" name="TextBox 3">
            <a:extLst>
              <a:ext uri="{FF2B5EF4-FFF2-40B4-BE49-F238E27FC236}">
                <a16:creationId xmlns:a16="http://schemas.microsoft.com/office/drawing/2014/main" id="{E84EC4C3-B260-FBAA-35D0-13F280047F76}"/>
              </a:ext>
            </a:extLst>
          </p:cNvPr>
          <p:cNvSpPr txBox="1"/>
          <p:nvPr/>
        </p:nvSpPr>
        <p:spPr>
          <a:xfrm>
            <a:off x="424150" y="865360"/>
            <a:ext cx="6302615" cy="1600438"/>
          </a:xfrm>
          <a:prstGeom prst="rect">
            <a:avLst/>
          </a:prstGeom>
          <a:noFill/>
        </p:spPr>
        <p:txBody>
          <a:bodyPr wrap="square">
            <a:spAutoFit/>
          </a:bodyPr>
          <a:lstStyle/>
          <a:p>
            <a:r>
              <a:rPr lang="en-US" sz="1400" dirty="0">
                <a:solidFill>
                  <a:srgbClr val="49495A"/>
                </a:solidFill>
                <a:latin typeface="Open Sans" pitchFamily="34" charset="0"/>
                <a:ea typeface="Open Sans" pitchFamily="34" charset="-122"/>
                <a:cs typeface="Open Sans" pitchFamily="34" charset="-120"/>
              </a:rPr>
              <a:t>Suppose you have </a:t>
            </a:r>
            <a:r>
              <a:rPr lang="en-US" sz="1400" b="1" dirty="0">
                <a:solidFill>
                  <a:srgbClr val="49495A"/>
                </a:solidFill>
                <a:latin typeface="Open Sans" pitchFamily="34" charset="0"/>
                <a:ea typeface="Open Sans" pitchFamily="34" charset="-122"/>
                <a:cs typeface="Open Sans" pitchFamily="34" charset="-120"/>
              </a:rPr>
              <a:t>Class A</a:t>
            </a:r>
            <a:r>
              <a:rPr lang="en-US" sz="1400" dirty="0">
                <a:solidFill>
                  <a:srgbClr val="49495A"/>
                </a:solidFill>
                <a:latin typeface="Open Sans" pitchFamily="34" charset="0"/>
                <a:ea typeface="Open Sans" pitchFamily="34" charset="-122"/>
                <a:cs typeface="Open Sans" pitchFamily="34" charset="-120"/>
              </a:rPr>
              <a:t> </a:t>
            </a:r>
            <a:r>
              <a:rPr lang="en-US" sz="1400" b="1" dirty="0">
                <a:solidFill>
                  <a:srgbClr val="49495A"/>
                </a:solidFill>
                <a:latin typeface="Open Sans" pitchFamily="34" charset="0"/>
                <a:ea typeface="Open Sans" pitchFamily="34" charset="-122"/>
                <a:cs typeface="Open Sans" pitchFamily="34" charset="-120"/>
              </a:rPr>
              <a:t>IP = </a:t>
            </a:r>
            <a:r>
              <a:rPr lang="en-US" b="1" dirty="0">
                <a:solidFill>
                  <a:srgbClr val="49495A"/>
                </a:solidFill>
                <a:latin typeface="Open Sans" pitchFamily="34" charset="0"/>
                <a:ea typeface="Open Sans" pitchFamily="34" charset="-122"/>
                <a:cs typeface="Open Sans" pitchFamily="34" charset="-120"/>
              </a:rPr>
              <a:t>100</a:t>
            </a:r>
            <a:r>
              <a:rPr lang="en-US" sz="1400" b="1" dirty="0">
                <a:solidFill>
                  <a:srgbClr val="49495A"/>
                </a:solidFill>
                <a:latin typeface="Open Sans" pitchFamily="34" charset="0"/>
                <a:ea typeface="Open Sans" pitchFamily="34" charset="-122"/>
                <a:cs typeface="Open Sans" pitchFamily="34" charset="-120"/>
              </a:rPr>
              <a:t>.100.100.100 </a:t>
            </a:r>
            <a:r>
              <a:rPr lang="en-US" sz="1400" dirty="0">
                <a:solidFill>
                  <a:srgbClr val="49495A"/>
                </a:solidFill>
                <a:latin typeface="Open Sans" pitchFamily="34" charset="0"/>
                <a:ea typeface="Open Sans" pitchFamily="34" charset="-122"/>
                <a:cs typeface="Open Sans" pitchFamily="34" charset="-120"/>
              </a:rPr>
              <a:t>,</a:t>
            </a:r>
            <a:r>
              <a:rPr lang="en-US" dirty="0">
                <a:solidFill>
                  <a:srgbClr val="49495A"/>
                </a:solidFill>
                <a:latin typeface="Open Sans" pitchFamily="34" charset="0"/>
                <a:ea typeface="Open Sans" pitchFamily="34" charset="-122"/>
                <a:cs typeface="Open Sans" pitchFamily="34" charset="-120"/>
              </a:rPr>
              <a:t>Find its  </a:t>
            </a:r>
          </a:p>
          <a:p>
            <a:r>
              <a:rPr lang="en-US" dirty="0">
                <a:solidFill>
                  <a:srgbClr val="49495A"/>
                </a:solidFill>
                <a:latin typeface="Open Sans" pitchFamily="34" charset="0"/>
                <a:ea typeface="Open Sans" pitchFamily="34" charset="-122"/>
                <a:cs typeface="Open Sans" pitchFamily="34" charset="-120"/>
              </a:rPr>
              <a:t>Network ID ?</a:t>
            </a:r>
          </a:p>
          <a:p>
            <a:r>
              <a:rPr lang="en-US" dirty="0">
                <a:solidFill>
                  <a:srgbClr val="49495A"/>
                </a:solidFill>
                <a:latin typeface="Open Sans" pitchFamily="34" charset="0"/>
                <a:ea typeface="Open Sans" pitchFamily="34" charset="-122"/>
                <a:cs typeface="Open Sans" pitchFamily="34" charset="-120"/>
              </a:rPr>
              <a:t>Broad cast ID?</a:t>
            </a:r>
          </a:p>
          <a:p>
            <a:r>
              <a:rPr lang="en-US" dirty="0">
                <a:solidFill>
                  <a:srgbClr val="49495A"/>
                </a:solidFill>
                <a:latin typeface="Open Sans" pitchFamily="34" charset="0"/>
                <a:ea typeface="Open Sans" pitchFamily="34" charset="-122"/>
                <a:cs typeface="Open Sans" pitchFamily="34" charset="-120"/>
              </a:rPr>
              <a:t>Subnet ID ?</a:t>
            </a:r>
          </a:p>
          <a:p>
            <a:endParaRPr lang="en-US" dirty="0">
              <a:solidFill>
                <a:srgbClr val="49495A"/>
              </a:solidFill>
              <a:latin typeface="Open Sans" pitchFamily="34" charset="0"/>
              <a:ea typeface="Open Sans" pitchFamily="34" charset="-122"/>
              <a:cs typeface="Open Sans" pitchFamily="34" charset="-120"/>
            </a:endParaRPr>
          </a:p>
          <a:p>
            <a:r>
              <a:rPr lang="en-US" dirty="0">
                <a:solidFill>
                  <a:srgbClr val="49495A"/>
                </a:solidFill>
                <a:latin typeface="Open Sans" pitchFamily="34" charset="0"/>
                <a:ea typeface="Open Sans" pitchFamily="34" charset="-122"/>
                <a:cs typeface="Open Sans" pitchFamily="34" charset="-120"/>
              </a:rPr>
              <a:t>Solution: </a:t>
            </a:r>
          </a:p>
          <a:p>
            <a:r>
              <a:rPr lang="en-US" dirty="0">
                <a:solidFill>
                  <a:srgbClr val="49495A"/>
                </a:solidFill>
                <a:latin typeface="Open Sans" pitchFamily="34" charset="0"/>
                <a:ea typeface="Open Sans" pitchFamily="34" charset="-122"/>
                <a:cs typeface="Open Sans" pitchFamily="34" charset="-120"/>
              </a:rPr>
              <a:t>		</a:t>
            </a:r>
            <a:r>
              <a:rPr lang="en-US" b="1" u="sng" dirty="0">
                <a:solidFill>
                  <a:srgbClr val="49495A"/>
                </a:solidFill>
                <a:latin typeface="Open Sans" pitchFamily="34" charset="0"/>
                <a:ea typeface="Open Sans" pitchFamily="34" charset="-122"/>
                <a:cs typeface="Open Sans" pitchFamily="34" charset="-120"/>
              </a:rPr>
              <a:t>100</a:t>
            </a:r>
            <a:r>
              <a:rPr lang="en-US" b="1" dirty="0">
                <a:solidFill>
                  <a:srgbClr val="49495A"/>
                </a:solidFill>
                <a:latin typeface="Open Sans" pitchFamily="34" charset="0"/>
                <a:ea typeface="Open Sans" pitchFamily="34" charset="-122"/>
                <a:cs typeface="Open Sans" pitchFamily="34" charset="-120"/>
              </a:rPr>
              <a:t>.</a:t>
            </a:r>
            <a:r>
              <a:rPr lang="en-US" b="1" u="sng" dirty="0">
                <a:solidFill>
                  <a:srgbClr val="49495A"/>
                </a:solidFill>
                <a:latin typeface="Open Sans" pitchFamily="34" charset="0"/>
                <a:ea typeface="Open Sans" pitchFamily="34" charset="-122"/>
                <a:cs typeface="Open Sans" pitchFamily="34" charset="-120"/>
              </a:rPr>
              <a:t>100.100.100</a:t>
            </a:r>
            <a:endParaRPr lang="en-PK" b="1" u="sng" dirty="0"/>
          </a:p>
        </p:txBody>
      </p:sp>
      <p:sp>
        <p:nvSpPr>
          <p:cNvPr id="9" name="Arrow: Curved Right 8">
            <a:extLst>
              <a:ext uri="{FF2B5EF4-FFF2-40B4-BE49-F238E27FC236}">
                <a16:creationId xmlns:a16="http://schemas.microsoft.com/office/drawing/2014/main" id="{A1A80C65-92BD-E2BE-13ED-049213CEE9AF}"/>
              </a:ext>
            </a:extLst>
          </p:cNvPr>
          <p:cNvSpPr/>
          <p:nvPr/>
        </p:nvSpPr>
        <p:spPr>
          <a:xfrm rot="17500686">
            <a:off x="3406873" y="2310568"/>
            <a:ext cx="172091" cy="661528"/>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solidFill>
                <a:schemeClr val="tx1"/>
              </a:solidFill>
            </a:endParaRPr>
          </a:p>
        </p:txBody>
      </p:sp>
      <p:sp>
        <p:nvSpPr>
          <p:cNvPr id="10" name="Oval 9">
            <a:extLst>
              <a:ext uri="{FF2B5EF4-FFF2-40B4-BE49-F238E27FC236}">
                <a16:creationId xmlns:a16="http://schemas.microsoft.com/office/drawing/2014/main" id="{73967BC9-61EE-F2EC-B783-DE6EED95AAE7}"/>
              </a:ext>
            </a:extLst>
          </p:cNvPr>
          <p:cNvSpPr/>
          <p:nvPr/>
        </p:nvSpPr>
        <p:spPr>
          <a:xfrm>
            <a:off x="3895302" y="2369609"/>
            <a:ext cx="801215" cy="40428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Host Portion</a:t>
            </a:r>
            <a:endParaRPr lang="en-PK" sz="900" dirty="0"/>
          </a:p>
        </p:txBody>
      </p:sp>
      <p:sp>
        <p:nvSpPr>
          <p:cNvPr id="11" name="Oval 10">
            <a:extLst>
              <a:ext uri="{FF2B5EF4-FFF2-40B4-BE49-F238E27FC236}">
                <a16:creationId xmlns:a16="http://schemas.microsoft.com/office/drawing/2014/main" id="{248D2C3D-00DB-83D8-BF4E-42C407B5F671}"/>
              </a:ext>
            </a:extLst>
          </p:cNvPr>
          <p:cNvSpPr/>
          <p:nvPr/>
        </p:nvSpPr>
        <p:spPr>
          <a:xfrm>
            <a:off x="1133636" y="2330676"/>
            <a:ext cx="896817" cy="40428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Network Portion</a:t>
            </a:r>
            <a:endParaRPr lang="en-PK" sz="900" dirty="0"/>
          </a:p>
        </p:txBody>
      </p:sp>
      <p:sp>
        <p:nvSpPr>
          <p:cNvPr id="12" name="Arrow: Curved Right 11">
            <a:extLst>
              <a:ext uri="{FF2B5EF4-FFF2-40B4-BE49-F238E27FC236}">
                <a16:creationId xmlns:a16="http://schemas.microsoft.com/office/drawing/2014/main" id="{DA5EEA52-092C-A818-05FB-BBB9F0A5A659}"/>
              </a:ext>
            </a:extLst>
          </p:cNvPr>
          <p:cNvSpPr/>
          <p:nvPr/>
        </p:nvSpPr>
        <p:spPr>
          <a:xfrm rot="3866665" flipH="1">
            <a:off x="2159072" y="2333409"/>
            <a:ext cx="164959" cy="727378"/>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solidFill>
                <a:schemeClr val="tx1"/>
              </a:solidFill>
            </a:endParaRPr>
          </a:p>
        </p:txBody>
      </p:sp>
      <p:sp>
        <p:nvSpPr>
          <p:cNvPr id="14" name="TextBox 13">
            <a:extLst>
              <a:ext uri="{FF2B5EF4-FFF2-40B4-BE49-F238E27FC236}">
                <a16:creationId xmlns:a16="http://schemas.microsoft.com/office/drawing/2014/main" id="{1239ED59-40A1-C875-5077-E13BA0A08919}"/>
              </a:ext>
            </a:extLst>
          </p:cNvPr>
          <p:cNvSpPr txBox="1"/>
          <p:nvPr/>
        </p:nvSpPr>
        <p:spPr>
          <a:xfrm>
            <a:off x="516728" y="3257966"/>
            <a:ext cx="4572000" cy="738664"/>
          </a:xfrm>
          <a:prstGeom prst="rect">
            <a:avLst/>
          </a:prstGeom>
          <a:noFill/>
        </p:spPr>
        <p:txBody>
          <a:bodyPr wrap="square">
            <a:spAutoFit/>
          </a:bodyPr>
          <a:lstStyle/>
          <a:p>
            <a:r>
              <a:rPr lang="en-US" dirty="0">
                <a:solidFill>
                  <a:srgbClr val="49495A"/>
                </a:solidFill>
                <a:latin typeface="Open Sans" pitchFamily="34" charset="0"/>
                <a:ea typeface="Open Sans" pitchFamily="34" charset="-122"/>
                <a:cs typeface="Open Sans" pitchFamily="34" charset="-120"/>
              </a:rPr>
              <a:t>100.0.0.0  		Network ID</a:t>
            </a:r>
          </a:p>
          <a:p>
            <a:r>
              <a:rPr lang="en-US" dirty="0">
                <a:solidFill>
                  <a:srgbClr val="49495A"/>
                </a:solidFill>
                <a:latin typeface="Open Sans" pitchFamily="34" charset="0"/>
                <a:ea typeface="Open Sans" pitchFamily="34" charset="-122"/>
                <a:cs typeface="Open Sans" pitchFamily="34" charset="-120"/>
              </a:rPr>
              <a:t>100.255.255.255	Broad cast ID</a:t>
            </a:r>
          </a:p>
          <a:p>
            <a:r>
              <a:rPr lang="en-US" dirty="0">
                <a:solidFill>
                  <a:srgbClr val="49495A"/>
                </a:solidFill>
                <a:latin typeface="Open Sans" pitchFamily="34" charset="0"/>
                <a:ea typeface="Open Sans" pitchFamily="34" charset="-122"/>
                <a:cs typeface="Open Sans" pitchFamily="34" charset="-120"/>
              </a:rPr>
              <a:t>255.0.0.0		Subnet ID</a:t>
            </a:r>
            <a:endParaRPr lang="en-PK" dirty="0"/>
          </a:p>
        </p:txBody>
      </p:sp>
    </p:spTree>
    <p:extLst>
      <p:ext uri="{BB962C8B-B14F-4D97-AF65-F5344CB8AC3E}">
        <p14:creationId xmlns:p14="http://schemas.microsoft.com/office/powerpoint/2010/main" val="11333155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62E3B-8AB7-9A71-CBC8-B9A9C24D3042}"/>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80D98EEC-0812-0BE7-EFCD-B6E676867F47}"/>
              </a:ext>
            </a:extLst>
          </p:cNvPr>
          <p:cNvSpPr/>
          <p:nvPr/>
        </p:nvSpPr>
        <p:spPr>
          <a:xfrm>
            <a:off x="496118" y="307960"/>
            <a:ext cx="7725014" cy="490381"/>
          </a:xfrm>
          <a:prstGeom prst="rect">
            <a:avLst/>
          </a:prstGeom>
          <a:noFill/>
          <a:ln/>
        </p:spPr>
        <p:txBody>
          <a:bodyPr wrap="square" lIns="0" tIns="0" rIns="0" bIns="0" rtlCol="0" anchor="t"/>
          <a:lstStyle/>
          <a:p>
            <a:pPr>
              <a:lnSpc>
                <a:spcPts val="3469"/>
              </a:lnSpc>
            </a:pPr>
            <a:r>
              <a:rPr lang="en-US" sz="2781" dirty="0">
                <a:solidFill>
                  <a:srgbClr val="403CCF"/>
                </a:solidFill>
                <a:latin typeface="Libre Baskerville" pitchFamily="34" charset="0"/>
                <a:ea typeface="Libre Baskerville" pitchFamily="34" charset="-122"/>
                <a:cs typeface="Libre Baskerville" pitchFamily="34" charset="-120"/>
              </a:rPr>
              <a:t>Examples:</a:t>
            </a:r>
            <a:endParaRPr lang="en-US" sz="2781" dirty="0"/>
          </a:p>
        </p:txBody>
      </p:sp>
      <p:sp>
        <p:nvSpPr>
          <p:cNvPr id="8" name="Text 5">
            <a:extLst>
              <a:ext uri="{FF2B5EF4-FFF2-40B4-BE49-F238E27FC236}">
                <a16:creationId xmlns:a16="http://schemas.microsoft.com/office/drawing/2014/main" id="{52AD15AE-AC8A-C5DE-1CBF-70E4C761B0E6}"/>
              </a:ext>
            </a:extLst>
          </p:cNvPr>
          <p:cNvSpPr/>
          <p:nvPr/>
        </p:nvSpPr>
        <p:spPr>
          <a:xfrm>
            <a:off x="496118" y="1049866"/>
            <a:ext cx="6158681" cy="3479799"/>
          </a:xfrm>
          <a:prstGeom prst="rect">
            <a:avLst/>
          </a:prstGeom>
          <a:noFill/>
          <a:ln/>
        </p:spPr>
        <p:txBody>
          <a:bodyPr wrap="square" lIns="0" tIns="0" rIns="0" bIns="0" rtlCol="0" anchor="t"/>
          <a:lstStyle/>
          <a:p>
            <a:pPr>
              <a:lnSpc>
                <a:spcPts val="1781"/>
              </a:lnSpc>
            </a:pPr>
            <a:endParaRPr lang="en-US" sz="1094" dirty="0">
              <a:solidFill>
                <a:srgbClr val="49495A"/>
              </a:solidFill>
              <a:latin typeface="Open Sans" pitchFamily="34" charset="0"/>
              <a:ea typeface="Open Sans" pitchFamily="34" charset="-122"/>
              <a:cs typeface="Open Sans" pitchFamily="34" charset="-120"/>
            </a:endParaRPr>
          </a:p>
        </p:txBody>
      </p:sp>
      <p:sp>
        <p:nvSpPr>
          <p:cNvPr id="15" name="Text 12">
            <a:extLst>
              <a:ext uri="{FF2B5EF4-FFF2-40B4-BE49-F238E27FC236}">
                <a16:creationId xmlns:a16="http://schemas.microsoft.com/office/drawing/2014/main" id="{3F3A10F4-1DC3-7CF9-5122-1CBD51F42DE6}"/>
              </a:ext>
            </a:extLst>
          </p:cNvPr>
          <p:cNvSpPr/>
          <p:nvPr/>
        </p:nvSpPr>
        <p:spPr>
          <a:xfrm>
            <a:off x="643235" y="4065464"/>
            <a:ext cx="130969" cy="212676"/>
          </a:xfrm>
          <a:prstGeom prst="rect">
            <a:avLst/>
          </a:prstGeom>
          <a:noFill/>
          <a:ln/>
        </p:spPr>
        <p:txBody>
          <a:bodyPr wrap="none" lIns="0" tIns="0" rIns="0" bIns="0" rtlCol="0" anchor="t"/>
          <a:lstStyle/>
          <a:p>
            <a:pPr algn="ctr">
              <a:lnSpc>
                <a:spcPts val="1656"/>
              </a:lnSpc>
            </a:pPr>
            <a:endParaRPr lang="en-US" sz="1656" dirty="0"/>
          </a:p>
        </p:txBody>
      </p:sp>
      <p:sp>
        <p:nvSpPr>
          <p:cNvPr id="4" name="TextBox 3">
            <a:extLst>
              <a:ext uri="{FF2B5EF4-FFF2-40B4-BE49-F238E27FC236}">
                <a16:creationId xmlns:a16="http://schemas.microsoft.com/office/drawing/2014/main" id="{745A93CB-5D57-DAC3-ED7D-673E8FF4794D}"/>
              </a:ext>
            </a:extLst>
          </p:cNvPr>
          <p:cNvSpPr txBox="1"/>
          <p:nvPr/>
        </p:nvSpPr>
        <p:spPr>
          <a:xfrm>
            <a:off x="424150" y="865360"/>
            <a:ext cx="6302615" cy="1600438"/>
          </a:xfrm>
          <a:prstGeom prst="rect">
            <a:avLst/>
          </a:prstGeom>
          <a:noFill/>
        </p:spPr>
        <p:txBody>
          <a:bodyPr wrap="square">
            <a:spAutoFit/>
          </a:bodyPr>
          <a:lstStyle/>
          <a:p>
            <a:r>
              <a:rPr lang="en-US" sz="1400" dirty="0">
                <a:solidFill>
                  <a:srgbClr val="49495A"/>
                </a:solidFill>
                <a:latin typeface="Open Sans" pitchFamily="34" charset="0"/>
                <a:ea typeface="Open Sans" pitchFamily="34" charset="-122"/>
                <a:cs typeface="Open Sans" pitchFamily="34" charset="-120"/>
              </a:rPr>
              <a:t>Suppose you have </a:t>
            </a:r>
            <a:r>
              <a:rPr lang="en-US" sz="1400" b="1" dirty="0">
                <a:solidFill>
                  <a:srgbClr val="49495A"/>
                </a:solidFill>
                <a:latin typeface="Open Sans" pitchFamily="34" charset="0"/>
                <a:ea typeface="Open Sans" pitchFamily="34" charset="-122"/>
                <a:cs typeface="Open Sans" pitchFamily="34" charset="-120"/>
              </a:rPr>
              <a:t>Class B</a:t>
            </a:r>
            <a:r>
              <a:rPr lang="en-US" sz="1400" dirty="0">
                <a:solidFill>
                  <a:srgbClr val="49495A"/>
                </a:solidFill>
                <a:latin typeface="Open Sans" pitchFamily="34" charset="0"/>
                <a:ea typeface="Open Sans" pitchFamily="34" charset="-122"/>
                <a:cs typeface="Open Sans" pitchFamily="34" charset="-120"/>
              </a:rPr>
              <a:t> </a:t>
            </a:r>
            <a:r>
              <a:rPr lang="en-US" sz="1400" b="1" dirty="0">
                <a:solidFill>
                  <a:srgbClr val="49495A"/>
                </a:solidFill>
                <a:latin typeface="Open Sans" pitchFamily="34" charset="0"/>
                <a:ea typeface="Open Sans" pitchFamily="34" charset="-122"/>
                <a:cs typeface="Open Sans" pitchFamily="34" charset="-120"/>
              </a:rPr>
              <a:t>IP = </a:t>
            </a:r>
            <a:r>
              <a:rPr lang="en-US" b="1" dirty="0">
                <a:solidFill>
                  <a:srgbClr val="49495A"/>
                </a:solidFill>
                <a:latin typeface="Open Sans" pitchFamily="34" charset="0"/>
                <a:ea typeface="Open Sans" pitchFamily="34" charset="-122"/>
                <a:cs typeface="Open Sans" pitchFamily="34" charset="-120"/>
              </a:rPr>
              <a:t>172</a:t>
            </a:r>
            <a:r>
              <a:rPr lang="en-US" sz="1400" b="1" dirty="0">
                <a:solidFill>
                  <a:srgbClr val="49495A"/>
                </a:solidFill>
                <a:latin typeface="Open Sans" pitchFamily="34" charset="0"/>
                <a:ea typeface="Open Sans" pitchFamily="34" charset="-122"/>
                <a:cs typeface="Open Sans" pitchFamily="34" charset="-120"/>
              </a:rPr>
              <a:t>.168.100.100 </a:t>
            </a:r>
            <a:r>
              <a:rPr lang="en-US" sz="1400" dirty="0">
                <a:solidFill>
                  <a:srgbClr val="49495A"/>
                </a:solidFill>
                <a:latin typeface="Open Sans" pitchFamily="34" charset="0"/>
                <a:ea typeface="Open Sans" pitchFamily="34" charset="-122"/>
                <a:cs typeface="Open Sans" pitchFamily="34" charset="-120"/>
              </a:rPr>
              <a:t>,</a:t>
            </a:r>
            <a:r>
              <a:rPr lang="en-US" dirty="0">
                <a:solidFill>
                  <a:srgbClr val="49495A"/>
                </a:solidFill>
                <a:latin typeface="Open Sans" pitchFamily="34" charset="0"/>
                <a:ea typeface="Open Sans" pitchFamily="34" charset="-122"/>
                <a:cs typeface="Open Sans" pitchFamily="34" charset="-120"/>
              </a:rPr>
              <a:t>Find its  </a:t>
            </a:r>
          </a:p>
          <a:p>
            <a:r>
              <a:rPr lang="en-US" dirty="0">
                <a:solidFill>
                  <a:srgbClr val="49495A"/>
                </a:solidFill>
                <a:latin typeface="Open Sans" pitchFamily="34" charset="0"/>
                <a:ea typeface="Open Sans" pitchFamily="34" charset="-122"/>
                <a:cs typeface="Open Sans" pitchFamily="34" charset="-120"/>
              </a:rPr>
              <a:t>Network ID ?</a:t>
            </a:r>
          </a:p>
          <a:p>
            <a:r>
              <a:rPr lang="en-US" dirty="0">
                <a:solidFill>
                  <a:srgbClr val="49495A"/>
                </a:solidFill>
                <a:latin typeface="Open Sans" pitchFamily="34" charset="0"/>
                <a:ea typeface="Open Sans" pitchFamily="34" charset="-122"/>
                <a:cs typeface="Open Sans" pitchFamily="34" charset="-120"/>
              </a:rPr>
              <a:t>Broad cast ID?</a:t>
            </a:r>
          </a:p>
          <a:p>
            <a:r>
              <a:rPr lang="en-US" dirty="0">
                <a:solidFill>
                  <a:srgbClr val="49495A"/>
                </a:solidFill>
                <a:latin typeface="Open Sans" pitchFamily="34" charset="0"/>
                <a:ea typeface="Open Sans" pitchFamily="34" charset="-122"/>
                <a:cs typeface="Open Sans" pitchFamily="34" charset="-120"/>
              </a:rPr>
              <a:t>Subnet ID ?</a:t>
            </a:r>
          </a:p>
          <a:p>
            <a:endParaRPr lang="en-US" dirty="0">
              <a:solidFill>
                <a:srgbClr val="49495A"/>
              </a:solidFill>
              <a:latin typeface="Open Sans" pitchFamily="34" charset="0"/>
              <a:ea typeface="Open Sans" pitchFamily="34" charset="-122"/>
              <a:cs typeface="Open Sans" pitchFamily="34" charset="-120"/>
            </a:endParaRPr>
          </a:p>
          <a:p>
            <a:r>
              <a:rPr lang="en-US" dirty="0">
                <a:solidFill>
                  <a:srgbClr val="49495A"/>
                </a:solidFill>
                <a:latin typeface="Open Sans" pitchFamily="34" charset="0"/>
                <a:ea typeface="Open Sans" pitchFamily="34" charset="-122"/>
                <a:cs typeface="Open Sans" pitchFamily="34" charset="-120"/>
              </a:rPr>
              <a:t>Solution: </a:t>
            </a:r>
          </a:p>
          <a:p>
            <a:r>
              <a:rPr lang="en-US" dirty="0">
                <a:solidFill>
                  <a:srgbClr val="49495A"/>
                </a:solidFill>
                <a:latin typeface="Open Sans" pitchFamily="34" charset="0"/>
                <a:ea typeface="Open Sans" pitchFamily="34" charset="-122"/>
                <a:cs typeface="Open Sans" pitchFamily="34" charset="-120"/>
              </a:rPr>
              <a:t>		</a:t>
            </a:r>
            <a:r>
              <a:rPr lang="en-US" b="1" u="sng" dirty="0">
                <a:solidFill>
                  <a:srgbClr val="49495A"/>
                </a:solidFill>
                <a:latin typeface="Open Sans" pitchFamily="34" charset="0"/>
                <a:ea typeface="Open Sans" pitchFamily="34" charset="-122"/>
                <a:cs typeface="Open Sans" pitchFamily="34" charset="-120"/>
              </a:rPr>
              <a:t>172.168</a:t>
            </a:r>
            <a:r>
              <a:rPr lang="en-US" b="1" dirty="0">
                <a:solidFill>
                  <a:srgbClr val="49495A"/>
                </a:solidFill>
                <a:latin typeface="Open Sans" pitchFamily="34" charset="0"/>
                <a:ea typeface="Open Sans" pitchFamily="34" charset="-122"/>
                <a:cs typeface="Open Sans" pitchFamily="34" charset="-120"/>
              </a:rPr>
              <a:t>.</a:t>
            </a:r>
            <a:r>
              <a:rPr lang="en-US" b="1" u="sng" dirty="0">
                <a:solidFill>
                  <a:srgbClr val="49495A"/>
                </a:solidFill>
                <a:latin typeface="Open Sans" pitchFamily="34" charset="0"/>
                <a:ea typeface="Open Sans" pitchFamily="34" charset="-122"/>
                <a:cs typeface="Open Sans" pitchFamily="34" charset="-120"/>
              </a:rPr>
              <a:t>100.100</a:t>
            </a:r>
            <a:endParaRPr lang="en-PK" b="1" u="sng" dirty="0"/>
          </a:p>
        </p:txBody>
      </p:sp>
      <p:sp>
        <p:nvSpPr>
          <p:cNvPr id="9" name="Arrow: Curved Right 8">
            <a:extLst>
              <a:ext uri="{FF2B5EF4-FFF2-40B4-BE49-F238E27FC236}">
                <a16:creationId xmlns:a16="http://schemas.microsoft.com/office/drawing/2014/main" id="{12AC0972-FA58-C2B0-65E3-5A2EF1866239}"/>
              </a:ext>
            </a:extLst>
          </p:cNvPr>
          <p:cNvSpPr/>
          <p:nvPr/>
        </p:nvSpPr>
        <p:spPr>
          <a:xfrm rot="17500686">
            <a:off x="3395421" y="2293692"/>
            <a:ext cx="208411" cy="661528"/>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solidFill>
                <a:schemeClr val="tx1"/>
              </a:solidFill>
            </a:endParaRPr>
          </a:p>
        </p:txBody>
      </p:sp>
      <p:sp>
        <p:nvSpPr>
          <p:cNvPr id="10" name="Oval 9">
            <a:extLst>
              <a:ext uri="{FF2B5EF4-FFF2-40B4-BE49-F238E27FC236}">
                <a16:creationId xmlns:a16="http://schemas.microsoft.com/office/drawing/2014/main" id="{E3C48940-ACDC-F5D6-0B9B-D8464679C1ED}"/>
              </a:ext>
            </a:extLst>
          </p:cNvPr>
          <p:cNvSpPr/>
          <p:nvPr/>
        </p:nvSpPr>
        <p:spPr>
          <a:xfrm>
            <a:off x="3895302" y="2369609"/>
            <a:ext cx="801215" cy="40428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Host Portion</a:t>
            </a:r>
            <a:endParaRPr lang="en-PK" sz="900" dirty="0"/>
          </a:p>
        </p:txBody>
      </p:sp>
      <p:sp>
        <p:nvSpPr>
          <p:cNvPr id="11" name="Oval 10">
            <a:extLst>
              <a:ext uri="{FF2B5EF4-FFF2-40B4-BE49-F238E27FC236}">
                <a16:creationId xmlns:a16="http://schemas.microsoft.com/office/drawing/2014/main" id="{8E8484C5-6B8E-7D56-03CC-DC7487F7F226}"/>
              </a:ext>
            </a:extLst>
          </p:cNvPr>
          <p:cNvSpPr/>
          <p:nvPr/>
        </p:nvSpPr>
        <p:spPr>
          <a:xfrm>
            <a:off x="1133636" y="2330676"/>
            <a:ext cx="896817" cy="40428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Network Portion</a:t>
            </a:r>
            <a:endParaRPr lang="en-PK" sz="900" dirty="0"/>
          </a:p>
        </p:txBody>
      </p:sp>
      <p:sp>
        <p:nvSpPr>
          <p:cNvPr id="12" name="Arrow: Curved Right 11">
            <a:extLst>
              <a:ext uri="{FF2B5EF4-FFF2-40B4-BE49-F238E27FC236}">
                <a16:creationId xmlns:a16="http://schemas.microsoft.com/office/drawing/2014/main" id="{5746BBA9-CF13-60FE-CABB-25E6EF302D29}"/>
              </a:ext>
            </a:extLst>
          </p:cNvPr>
          <p:cNvSpPr/>
          <p:nvPr/>
        </p:nvSpPr>
        <p:spPr>
          <a:xfrm rot="3866665" flipH="1">
            <a:off x="2209850" y="2306399"/>
            <a:ext cx="247434" cy="859649"/>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solidFill>
                <a:schemeClr val="tx1"/>
              </a:solidFill>
            </a:endParaRPr>
          </a:p>
        </p:txBody>
      </p:sp>
      <p:sp>
        <p:nvSpPr>
          <p:cNvPr id="14" name="TextBox 13">
            <a:extLst>
              <a:ext uri="{FF2B5EF4-FFF2-40B4-BE49-F238E27FC236}">
                <a16:creationId xmlns:a16="http://schemas.microsoft.com/office/drawing/2014/main" id="{4919AB7F-85DA-ED37-2C61-DB43405BD635}"/>
              </a:ext>
            </a:extLst>
          </p:cNvPr>
          <p:cNvSpPr txBox="1"/>
          <p:nvPr/>
        </p:nvSpPr>
        <p:spPr>
          <a:xfrm>
            <a:off x="516728" y="3257966"/>
            <a:ext cx="4572000" cy="738664"/>
          </a:xfrm>
          <a:prstGeom prst="rect">
            <a:avLst/>
          </a:prstGeom>
          <a:noFill/>
        </p:spPr>
        <p:txBody>
          <a:bodyPr wrap="square">
            <a:spAutoFit/>
          </a:bodyPr>
          <a:lstStyle/>
          <a:p>
            <a:r>
              <a:rPr lang="en-US" dirty="0">
                <a:solidFill>
                  <a:srgbClr val="49495A"/>
                </a:solidFill>
                <a:latin typeface="Open Sans" pitchFamily="34" charset="0"/>
                <a:ea typeface="Open Sans" pitchFamily="34" charset="-122"/>
                <a:cs typeface="Open Sans" pitchFamily="34" charset="-120"/>
              </a:rPr>
              <a:t>172.168.0.0  	Network ID</a:t>
            </a:r>
          </a:p>
          <a:p>
            <a:r>
              <a:rPr lang="en-US" dirty="0">
                <a:solidFill>
                  <a:srgbClr val="49495A"/>
                </a:solidFill>
                <a:latin typeface="Open Sans" pitchFamily="34" charset="0"/>
                <a:ea typeface="Open Sans" pitchFamily="34" charset="-122"/>
                <a:cs typeface="Open Sans" pitchFamily="34" charset="-120"/>
              </a:rPr>
              <a:t>172.168.255.255	Broad cast ID</a:t>
            </a:r>
          </a:p>
          <a:p>
            <a:r>
              <a:rPr lang="en-US" dirty="0">
                <a:solidFill>
                  <a:srgbClr val="49495A"/>
                </a:solidFill>
                <a:latin typeface="Open Sans" pitchFamily="34" charset="0"/>
                <a:ea typeface="Open Sans" pitchFamily="34" charset="-122"/>
                <a:cs typeface="Open Sans" pitchFamily="34" charset="-120"/>
              </a:rPr>
              <a:t>255.255.0.0	Subnet ID</a:t>
            </a:r>
            <a:endParaRPr lang="en-PK" dirty="0"/>
          </a:p>
        </p:txBody>
      </p:sp>
    </p:spTree>
    <p:extLst>
      <p:ext uri="{BB962C8B-B14F-4D97-AF65-F5344CB8AC3E}">
        <p14:creationId xmlns:p14="http://schemas.microsoft.com/office/powerpoint/2010/main" val="25034114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D79B6-FE3C-9093-AF76-8E2420A5E554}"/>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13E91982-60F1-3770-A6F6-6431FDE5E80A}"/>
              </a:ext>
            </a:extLst>
          </p:cNvPr>
          <p:cNvSpPr/>
          <p:nvPr/>
        </p:nvSpPr>
        <p:spPr>
          <a:xfrm>
            <a:off x="496118" y="307960"/>
            <a:ext cx="7725014" cy="490381"/>
          </a:xfrm>
          <a:prstGeom prst="rect">
            <a:avLst/>
          </a:prstGeom>
          <a:noFill/>
          <a:ln/>
        </p:spPr>
        <p:txBody>
          <a:bodyPr wrap="square" lIns="0" tIns="0" rIns="0" bIns="0" rtlCol="0" anchor="t"/>
          <a:lstStyle/>
          <a:p>
            <a:pPr>
              <a:lnSpc>
                <a:spcPts val="3469"/>
              </a:lnSpc>
            </a:pPr>
            <a:r>
              <a:rPr lang="en-US" sz="2781" dirty="0">
                <a:solidFill>
                  <a:srgbClr val="403CCF"/>
                </a:solidFill>
                <a:latin typeface="Libre Baskerville" pitchFamily="34" charset="0"/>
                <a:ea typeface="Libre Baskerville" pitchFamily="34" charset="-122"/>
                <a:cs typeface="Libre Baskerville" pitchFamily="34" charset="-120"/>
              </a:rPr>
              <a:t>Examples:</a:t>
            </a:r>
            <a:endParaRPr lang="en-US" sz="2781" dirty="0"/>
          </a:p>
        </p:txBody>
      </p:sp>
      <p:sp>
        <p:nvSpPr>
          <p:cNvPr id="8" name="Text 5">
            <a:extLst>
              <a:ext uri="{FF2B5EF4-FFF2-40B4-BE49-F238E27FC236}">
                <a16:creationId xmlns:a16="http://schemas.microsoft.com/office/drawing/2014/main" id="{B983001B-D8AA-11F9-E3F4-85AF88311CFD}"/>
              </a:ext>
            </a:extLst>
          </p:cNvPr>
          <p:cNvSpPr/>
          <p:nvPr/>
        </p:nvSpPr>
        <p:spPr>
          <a:xfrm>
            <a:off x="496118" y="1049866"/>
            <a:ext cx="6158681" cy="3479799"/>
          </a:xfrm>
          <a:prstGeom prst="rect">
            <a:avLst/>
          </a:prstGeom>
          <a:noFill/>
          <a:ln/>
        </p:spPr>
        <p:txBody>
          <a:bodyPr wrap="square" lIns="0" tIns="0" rIns="0" bIns="0" rtlCol="0" anchor="t"/>
          <a:lstStyle/>
          <a:p>
            <a:pPr>
              <a:lnSpc>
                <a:spcPts val="1781"/>
              </a:lnSpc>
            </a:pPr>
            <a:endParaRPr lang="en-US" sz="1094" dirty="0">
              <a:solidFill>
                <a:srgbClr val="49495A"/>
              </a:solidFill>
              <a:latin typeface="Open Sans" pitchFamily="34" charset="0"/>
              <a:ea typeface="Open Sans" pitchFamily="34" charset="-122"/>
              <a:cs typeface="Open Sans" pitchFamily="34" charset="-120"/>
            </a:endParaRPr>
          </a:p>
        </p:txBody>
      </p:sp>
      <p:sp>
        <p:nvSpPr>
          <p:cNvPr id="15" name="Text 12">
            <a:extLst>
              <a:ext uri="{FF2B5EF4-FFF2-40B4-BE49-F238E27FC236}">
                <a16:creationId xmlns:a16="http://schemas.microsoft.com/office/drawing/2014/main" id="{758E16F6-72E7-3E19-3F2D-8B8AAE2154ED}"/>
              </a:ext>
            </a:extLst>
          </p:cNvPr>
          <p:cNvSpPr/>
          <p:nvPr/>
        </p:nvSpPr>
        <p:spPr>
          <a:xfrm>
            <a:off x="643235" y="4065464"/>
            <a:ext cx="130969" cy="212676"/>
          </a:xfrm>
          <a:prstGeom prst="rect">
            <a:avLst/>
          </a:prstGeom>
          <a:noFill/>
          <a:ln/>
        </p:spPr>
        <p:txBody>
          <a:bodyPr wrap="none" lIns="0" tIns="0" rIns="0" bIns="0" rtlCol="0" anchor="t"/>
          <a:lstStyle/>
          <a:p>
            <a:pPr algn="ctr">
              <a:lnSpc>
                <a:spcPts val="1656"/>
              </a:lnSpc>
            </a:pPr>
            <a:endParaRPr lang="en-US" sz="1656" dirty="0"/>
          </a:p>
        </p:txBody>
      </p:sp>
      <p:sp>
        <p:nvSpPr>
          <p:cNvPr id="4" name="TextBox 3">
            <a:extLst>
              <a:ext uri="{FF2B5EF4-FFF2-40B4-BE49-F238E27FC236}">
                <a16:creationId xmlns:a16="http://schemas.microsoft.com/office/drawing/2014/main" id="{57623C79-CAAF-9056-F150-75D6A079494C}"/>
              </a:ext>
            </a:extLst>
          </p:cNvPr>
          <p:cNvSpPr txBox="1"/>
          <p:nvPr/>
        </p:nvSpPr>
        <p:spPr>
          <a:xfrm>
            <a:off x="424150" y="865360"/>
            <a:ext cx="6302615" cy="1600438"/>
          </a:xfrm>
          <a:prstGeom prst="rect">
            <a:avLst/>
          </a:prstGeom>
          <a:noFill/>
        </p:spPr>
        <p:txBody>
          <a:bodyPr wrap="square">
            <a:spAutoFit/>
          </a:bodyPr>
          <a:lstStyle/>
          <a:p>
            <a:r>
              <a:rPr lang="en-US" sz="1400" dirty="0">
                <a:solidFill>
                  <a:srgbClr val="49495A"/>
                </a:solidFill>
                <a:latin typeface="Open Sans" pitchFamily="34" charset="0"/>
                <a:ea typeface="Open Sans" pitchFamily="34" charset="-122"/>
                <a:cs typeface="Open Sans" pitchFamily="34" charset="-120"/>
              </a:rPr>
              <a:t>Suppose you have </a:t>
            </a:r>
            <a:r>
              <a:rPr lang="en-US" sz="1400" b="1" dirty="0">
                <a:solidFill>
                  <a:srgbClr val="49495A"/>
                </a:solidFill>
                <a:latin typeface="Open Sans" pitchFamily="34" charset="0"/>
                <a:ea typeface="Open Sans" pitchFamily="34" charset="-122"/>
                <a:cs typeface="Open Sans" pitchFamily="34" charset="-120"/>
              </a:rPr>
              <a:t>Class C</a:t>
            </a:r>
            <a:r>
              <a:rPr lang="en-US" sz="1400" dirty="0">
                <a:solidFill>
                  <a:srgbClr val="49495A"/>
                </a:solidFill>
                <a:latin typeface="Open Sans" pitchFamily="34" charset="0"/>
                <a:ea typeface="Open Sans" pitchFamily="34" charset="-122"/>
                <a:cs typeface="Open Sans" pitchFamily="34" charset="-120"/>
              </a:rPr>
              <a:t> </a:t>
            </a:r>
            <a:r>
              <a:rPr lang="en-US" sz="1400" b="1" dirty="0">
                <a:solidFill>
                  <a:srgbClr val="49495A"/>
                </a:solidFill>
                <a:latin typeface="Open Sans" pitchFamily="34" charset="0"/>
                <a:ea typeface="Open Sans" pitchFamily="34" charset="-122"/>
                <a:cs typeface="Open Sans" pitchFamily="34" charset="-120"/>
              </a:rPr>
              <a:t>IP = </a:t>
            </a:r>
            <a:r>
              <a:rPr lang="en-US" b="1" dirty="0">
                <a:solidFill>
                  <a:srgbClr val="49495A"/>
                </a:solidFill>
                <a:latin typeface="Open Sans" pitchFamily="34" charset="0"/>
                <a:ea typeface="Open Sans" pitchFamily="34" charset="-122"/>
                <a:cs typeface="Open Sans" pitchFamily="34" charset="-120"/>
              </a:rPr>
              <a:t>192</a:t>
            </a:r>
            <a:r>
              <a:rPr lang="en-US" sz="1400" b="1" dirty="0">
                <a:solidFill>
                  <a:srgbClr val="49495A"/>
                </a:solidFill>
                <a:latin typeface="Open Sans" pitchFamily="34" charset="0"/>
                <a:ea typeface="Open Sans" pitchFamily="34" charset="-122"/>
                <a:cs typeface="Open Sans" pitchFamily="34" charset="-120"/>
              </a:rPr>
              <a:t>.168.1.100 </a:t>
            </a:r>
            <a:r>
              <a:rPr lang="en-US" sz="1400" dirty="0">
                <a:solidFill>
                  <a:srgbClr val="49495A"/>
                </a:solidFill>
                <a:latin typeface="Open Sans" pitchFamily="34" charset="0"/>
                <a:ea typeface="Open Sans" pitchFamily="34" charset="-122"/>
                <a:cs typeface="Open Sans" pitchFamily="34" charset="-120"/>
              </a:rPr>
              <a:t>,</a:t>
            </a:r>
            <a:r>
              <a:rPr lang="en-US" dirty="0">
                <a:solidFill>
                  <a:srgbClr val="49495A"/>
                </a:solidFill>
                <a:latin typeface="Open Sans" pitchFamily="34" charset="0"/>
                <a:ea typeface="Open Sans" pitchFamily="34" charset="-122"/>
                <a:cs typeface="Open Sans" pitchFamily="34" charset="-120"/>
              </a:rPr>
              <a:t>Find its  </a:t>
            </a:r>
          </a:p>
          <a:p>
            <a:r>
              <a:rPr lang="en-US" dirty="0">
                <a:solidFill>
                  <a:srgbClr val="49495A"/>
                </a:solidFill>
                <a:latin typeface="Open Sans" pitchFamily="34" charset="0"/>
                <a:ea typeface="Open Sans" pitchFamily="34" charset="-122"/>
                <a:cs typeface="Open Sans" pitchFamily="34" charset="-120"/>
              </a:rPr>
              <a:t>Network ID ?</a:t>
            </a:r>
          </a:p>
          <a:p>
            <a:r>
              <a:rPr lang="en-US" dirty="0">
                <a:solidFill>
                  <a:srgbClr val="49495A"/>
                </a:solidFill>
                <a:latin typeface="Open Sans" pitchFamily="34" charset="0"/>
                <a:ea typeface="Open Sans" pitchFamily="34" charset="-122"/>
                <a:cs typeface="Open Sans" pitchFamily="34" charset="-120"/>
              </a:rPr>
              <a:t>Broad cast ID?</a:t>
            </a:r>
          </a:p>
          <a:p>
            <a:r>
              <a:rPr lang="en-US" dirty="0">
                <a:solidFill>
                  <a:srgbClr val="49495A"/>
                </a:solidFill>
                <a:latin typeface="Open Sans" pitchFamily="34" charset="0"/>
                <a:ea typeface="Open Sans" pitchFamily="34" charset="-122"/>
                <a:cs typeface="Open Sans" pitchFamily="34" charset="-120"/>
              </a:rPr>
              <a:t>Subnet ID ?</a:t>
            </a:r>
          </a:p>
          <a:p>
            <a:endParaRPr lang="en-US" dirty="0">
              <a:solidFill>
                <a:srgbClr val="49495A"/>
              </a:solidFill>
              <a:latin typeface="Open Sans" pitchFamily="34" charset="0"/>
              <a:ea typeface="Open Sans" pitchFamily="34" charset="-122"/>
              <a:cs typeface="Open Sans" pitchFamily="34" charset="-120"/>
            </a:endParaRPr>
          </a:p>
          <a:p>
            <a:r>
              <a:rPr lang="en-US" dirty="0">
                <a:solidFill>
                  <a:srgbClr val="49495A"/>
                </a:solidFill>
                <a:latin typeface="Open Sans" pitchFamily="34" charset="0"/>
                <a:ea typeface="Open Sans" pitchFamily="34" charset="-122"/>
                <a:cs typeface="Open Sans" pitchFamily="34" charset="-120"/>
              </a:rPr>
              <a:t>Solution: </a:t>
            </a:r>
          </a:p>
          <a:p>
            <a:r>
              <a:rPr lang="en-US" dirty="0">
                <a:solidFill>
                  <a:srgbClr val="49495A"/>
                </a:solidFill>
                <a:latin typeface="Open Sans" pitchFamily="34" charset="0"/>
                <a:ea typeface="Open Sans" pitchFamily="34" charset="-122"/>
                <a:cs typeface="Open Sans" pitchFamily="34" charset="-120"/>
              </a:rPr>
              <a:t>		</a:t>
            </a:r>
            <a:r>
              <a:rPr lang="en-US" b="1" u="sng" dirty="0">
                <a:solidFill>
                  <a:srgbClr val="49495A"/>
                </a:solidFill>
                <a:latin typeface="Open Sans" pitchFamily="34" charset="0"/>
                <a:ea typeface="Open Sans" pitchFamily="34" charset="-122"/>
                <a:cs typeface="Open Sans" pitchFamily="34" charset="-120"/>
              </a:rPr>
              <a:t>192.168.1</a:t>
            </a:r>
            <a:r>
              <a:rPr lang="en-US" b="1" dirty="0">
                <a:solidFill>
                  <a:srgbClr val="49495A"/>
                </a:solidFill>
                <a:latin typeface="Open Sans" pitchFamily="34" charset="0"/>
                <a:ea typeface="Open Sans" pitchFamily="34" charset="-122"/>
                <a:cs typeface="Open Sans" pitchFamily="34" charset="-120"/>
              </a:rPr>
              <a:t>.</a:t>
            </a:r>
            <a:r>
              <a:rPr lang="en-US" b="1" u="sng" dirty="0">
                <a:solidFill>
                  <a:srgbClr val="49495A"/>
                </a:solidFill>
                <a:latin typeface="Open Sans" pitchFamily="34" charset="0"/>
                <a:ea typeface="Open Sans" pitchFamily="34" charset="-122"/>
                <a:cs typeface="Open Sans" pitchFamily="34" charset="-120"/>
              </a:rPr>
              <a:t>100</a:t>
            </a:r>
            <a:endParaRPr lang="en-PK" b="1" u="sng" dirty="0"/>
          </a:p>
        </p:txBody>
      </p:sp>
      <p:sp>
        <p:nvSpPr>
          <p:cNvPr id="9" name="Arrow: Curved Right 8">
            <a:extLst>
              <a:ext uri="{FF2B5EF4-FFF2-40B4-BE49-F238E27FC236}">
                <a16:creationId xmlns:a16="http://schemas.microsoft.com/office/drawing/2014/main" id="{2DBA336E-52E9-E344-A8E8-2F8469F81296}"/>
              </a:ext>
            </a:extLst>
          </p:cNvPr>
          <p:cNvSpPr/>
          <p:nvPr/>
        </p:nvSpPr>
        <p:spPr>
          <a:xfrm rot="17500686">
            <a:off x="3562269" y="2312101"/>
            <a:ext cx="208411" cy="661528"/>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solidFill>
                <a:schemeClr val="tx1"/>
              </a:solidFill>
            </a:endParaRPr>
          </a:p>
        </p:txBody>
      </p:sp>
      <p:sp>
        <p:nvSpPr>
          <p:cNvPr id="10" name="Oval 9">
            <a:extLst>
              <a:ext uri="{FF2B5EF4-FFF2-40B4-BE49-F238E27FC236}">
                <a16:creationId xmlns:a16="http://schemas.microsoft.com/office/drawing/2014/main" id="{F4AEE87F-33D4-5AEB-E4E9-4A0D790E6ED6}"/>
              </a:ext>
            </a:extLst>
          </p:cNvPr>
          <p:cNvSpPr/>
          <p:nvPr/>
        </p:nvSpPr>
        <p:spPr>
          <a:xfrm>
            <a:off x="4048322" y="2362426"/>
            <a:ext cx="801215" cy="40428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Host Portion</a:t>
            </a:r>
            <a:endParaRPr lang="en-PK" sz="900" dirty="0"/>
          </a:p>
        </p:txBody>
      </p:sp>
      <p:sp>
        <p:nvSpPr>
          <p:cNvPr id="11" name="Oval 10">
            <a:extLst>
              <a:ext uri="{FF2B5EF4-FFF2-40B4-BE49-F238E27FC236}">
                <a16:creationId xmlns:a16="http://schemas.microsoft.com/office/drawing/2014/main" id="{859FCF35-9B1E-A74C-F647-E615D0BCC7DB}"/>
              </a:ext>
            </a:extLst>
          </p:cNvPr>
          <p:cNvSpPr/>
          <p:nvPr/>
        </p:nvSpPr>
        <p:spPr>
          <a:xfrm>
            <a:off x="1133636" y="2330676"/>
            <a:ext cx="896817" cy="40428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Network Portion</a:t>
            </a:r>
            <a:endParaRPr lang="en-PK" sz="900" dirty="0"/>
          </a:p>
        </p:txBody>
      </p:sp>
      <p:sp>
        <p:nvSpPr>
          <p:cNvPr id="12" name="Arrow: Curved Right 11">
            <a:extLst>
              <a:ext uri="{FF2B5EF4-FFF2-40B4-BE49-F238E27FC236}">
                <a16:creationId xmlns:a16="http://schemas.microsoft.com/office/drawing/2014/main" id="{A92CBB80-B1DE-8C39-0236-0F8DFA8FB76C}"/>
              </a:ext>
            </a:extLst>
          </p:cNvPr>
          <p:cNvSpPr/>
          <p:nvPr/>
        </p:nvSpPr>
        <p:spPr>
          <a:xfrm rot="3866665" flipH="1">
            <a:off x="2209850" y="2306399"/>
            <a:ext cx="247434" cy="859649"/>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solidFill>
                <a:schemeClr val="tx1"/>
              </a:solidFill>
            </a:endParaRPr>
          </a:p>
        </p:txBody>
      </p:sp>
      <p:sp>
        <p:nvSpPr>
          <p:cNvPr id="14" name="TextBox 13">
            <a:extLst>
              <a:ext uri="{FF2B5EF4-FFF2-40B4-BE49-F238E27FC236}">
                <a16:creationId xmlns:a16="http://schemas.microsoft.com/office/drawing/2014/main" id="{FE6533A4-D1EA-9990-ADDE-6FB5ABD13C59}"/>
              </a:ext>
            </a:extLst>
          </p:cNvPr>
          <p:cNvSpPr txBox="1"/>
          <p:nvPr/>
        </p:nvSpPr>
        <p:spPr>
          <a:xfrm>
            <a:off x="516728" y="3257966"/>
            <a:ext cx="4572000" cy="738664"/>
          </a:xfrm>
          <a:prstGeom prst="rect">
            <a:avLst/>
          </a:prstGeom>
          <a:noFill/>
        </p:spPr>
        <p:txBody>
          <a:bodyPr wrap="square">
            <a:spAutoFit/>
          </a:bodyPr>
          <a:lstStyle/>
          <a:p>
            <a:r>
              <a:rPr lang="en-US" dirty="0">
                <a:solidFill>
                  <a:srgbClr val="49495A"/>
                </a:solidFill>
                <a:latin typeface="Open Sans" pitchFamily="34" charset="0"/>
                <a:ea typeface="Open Sans" pitchFamily="34" charset="-122"/>
                <a:cs typeface="Open Sans" pitchFamily="34" charset="-120"/>
              </a:rPr>
              <a:t>192.168.1.0  	Network ID</a:t>
            </a:r>
          </a:p>
          <a:p>
            <a:r>
              <a:rPr lang="en-US" dirty="0">
                <a:solidFill>
                  <a:srgbClr val="49495A"/>
                </a:solidFill>
                <a:latin typeface="Open Sans" pitchFamily="34" charset="0"/>
                <a:ea typeface="Open Sans" pitchFamily="34" charset="-122"/>
                <a:cs typeface="Open Sans" pitchFamily="34" charset="-120"/>
              </a:rPr>
              <a:t>192.168.1.255	Broad cast ID</a:t>
            </a:r>
          </a:p>
          <a:p>
            <a:r>
              <a:rPr lang="en-US" dirty="0">
                <a:solidFill>
                  <a:srgbClr val="49495A"/>
                </a:solidFill>
                <a:latin typeface="Open Sans" pitchFamily="34" charset="0"/>
                <a:ea typeface="Open Sans" pitchFamily="34" charset="-122"/>
                <a:cs typeface="Open Sans" pitchFamily="34" charset="-120"/>
              </a:rPr>
              <a:t>255.255.255.0	Subnet ID</a:t>
            </a:r>
            <a:endParaRPr lang="en-PK" dirty="0"/>
          </a:p>
        </p:txBody>
      </p:sp>
    </p:spTree>
    <p:extLst>
      <p:ext uri="{BB962C8B-B14F-4D97-AF65-F5344CB8AC3E}">
        <p14:creationId xmlns:p14="http://schemas.microsoft.com/office/powerpoint/2010/main" val="16133895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E72C7-28FB-4B1C-3548-053467E6E2CE}"/>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BE9EEDF2-12A7-870C-0569-5F1104138917}"/>
              </a:ext>
            </a:extLst>
          </p:cNvPr>
          <p:cNvSpPr/>
          <p:nvPr/>
        </p:nvSpPr>
        <p:spPr>
          <a:xfrm>
            <a:off x="496118" y="307960"/>
            <a:ext cx="7725014" cy="490381"/>
          </a:xfrm>
          <a:prstGeom prst="rect">
            <a:avLst/>
          </a:prstGeom>
          <a:noFill/>
          <a:ln/>
        </p:spPr>
        <p:txBody>
          <a:bodyPr wrap="square" lIns="0" tIns="0" rIns="0" bIns="0" rtlCol="0" anchor="t"/>
          <a:lstStyle/>
          <a:p>
            <a:pPr>
              <a:lnSpc>
                <a:spcPts val="3469"/>
              </a:lnSpc>
            </a:pPr>
            <a:r>
              <a:rPr lang="en-US" sz="2781" dirty="0">
                <a:solidFill>
                  <a:srgbClr val="403CCF"/>
                </a:solidFill>
                <a:latin typeface="Libre Baskerville" pitchFamily="34" charset="0"/>
                <a:ea typeface="Libre Baskerville" pitchFamily="34" charset="-122"/>
                <a:cs typeface="Libre Baskerville" pitchFamily="34" charset="-120"/>
              </a:rPr>
              <a:t>Assignment:</a:t>
            </a:r>
            <a:endParaRPr lang="en-US" sz="2781" dirty="0"/>
          </a:p>
        </p:txBody>
      </p:sp>
      <p:sp>
        <p:nvSpPr>
          <p:cNvPr id="8" name="Text 5">
            <a:extLst>
              <a:ext uri="{FF2B5EF4-FFF2-40B4-BE49-F238E27FC236}">
                <a16:creationId xmlns:a16="http://schemas.microsoft.com/office/drawing/2014/main" id="{15103B4B-4618-EE97-E0D0-4B6B95D9D5B7}"/>
              </a:ext>
            </a:extLst>
          </p:cNvPr>
          <p:cNvSpPr/>
          <p:nvPr/>
        </p:nvSpPr>
        <p:spPr>
          <a:xfrm>
            <a:off x="496118" y="1049866"/>
            <a:ext cx="6158681" cy="3479799"/>
          </a:xfrm>
          <a:prstGeom prst="rect">
            <a:avLst/>
          </a:prstGeom>
          <a:noFill/>
          <a:ln/>
        </p:spPr>
        <p:txBody>
          <a:bodyPr wrap="square" lIns="0" tIns="0" rIns="0" bIns="0" rtlCol="0" anchor="t"/>
          <a:lstStyle/>
          <a:p>
            <a:pPr>
              <a:lnSpc>
                <a:spcPts val="1781"/>
              </a:lnSpc>
            </a:pPr>
            <a:endParaRPr lang="en-US" sz="1094" dirty="0">
              <a:solidFill>
                <a:srgbClr val="49495A"/>
              </a:solidFill>
              <a:latin typeface="Open Sans" pitchFamily="34" charset="0"/>
              <a:ea typeface="Open Sans" pitchFamily="34" charset="-122"/>
              <a:cs typeface="Open Sans" pitchFamily="34" charset="-120"/>
            </a:endParaRPr>
          </a:p>
        </p:txBody>
      </p:sp>
      <p:sp>
        <p:nvSpPr>
          <p:cNvPr id="15" name="Text 12">
            <a:extLst>
              <a:ext uri="{FF2B5EF4-FFF2-40B4-BE49-F238E27FC236}">
                <a16:creationId xmlns:a16="http://schemas.microsoft.com/office/drawing/2014/main" id="{3FCD7622-AAE6-744E-EF3A-E9D3699F284F}"/>
              </a:ext>
            </a:extLst>
          </p:cNvPr>
          <p:cNvSpPr/>
          <p:nvPr/>
        </p:nvSpPr>
        <p:spPr>
          <a:xfrm>
            <a:off x="643235" y="4065464"/>
            <a:ext cx="130969" cy="212676"/>
          </a:xfrm>
          <a:prstGeom prst="rect">
            <a:avLst/>
          </a:prstGeom>
          <a:noFill/>
          <a:ln/>
        </p:spPr>
        <p:txBody>
          <a:bodyPr wrap="none" lIns="0" tIns="0" rIns="0" bIns="0" rtlCol="0" anchor="t"/>
          <a:lstStyle/>
          <a:p>
            <a:pPr algn="ctr">
              <a:lnSpc>
                <a:spcPts val="1656"/>
              </a:lnSpc>
            </a:pPr>
            <a:endParaRPr lang="en-US" sz="1656" dirty="0"/>
          </a:p>
        </p:txBody>
      </p:sp>
      <p:sp>
        <p:nvSpPr>
          <p:cNvPr id="4" name="TextBox 3">
            <a:extLst>
              <a:ext uri="{FF2B5EF4-FFF2-40B4-BE49-F238E27FC236}">
                <a16:creationId xmlns:a16="http://schemas.microsoft.com/office/drawing/2014/main" id="{84A56647-C1E3-98B3-D1CD-3AADADC0D3EF}"/>
              </a:ext>
            </a:extLst>
          </p:cNvPr>
          <p:cNvSpPr txBox="1"/>
          <p:nvPr/>
        </p:nvSpPr>
        <p:spPr>
          <a:xfrm>
            <a:off x="364884" y="1153227"/>
            <a:ext cx="2145748" cy="2031325"/>
          </a:xfrm>
          <a:prstGeom prst="rect">
            <a:avLst/>
          </a:prstGeom>
          <a:noFill/>
        </p:spPr>
        <p:txBody>
          <a:bodyPr wrap="square">
            <a:spAutoFit/>
          </a:bodyPr>
          <a:lstStyle/>
          <a:p>
            <a:r>
              <a:rPr lang="en-US" b="1" u="sng" dirty="0">
                <a:solidFill>
                  <a:srgbClr val="49495A"/>
                </a:solidFill>
                <a:latin typeface="Open Sans" pitchFamily="34" charset="0"/>
                <a:ea typeface="Open Sans" pitchFamily="34" charset="-122"/>
                <a:cs typeface="Open Sans" pitchFamily="34" charset="-120"/>
              </a:rPr>
              <a:t>Class A </a:t>
            </a:r>
            <a:endParaRPr lang="en-US" dirty="0">
              <a:solidFill>
                <a:srgbClr val="49495A"/>
              </a:solidFill>
              <a:latin typeface="Open Sans" pitchFamily="34" charset="0"/>
              <a:ea typeface="Open Sans" pitchFamily="34" charset="-122"/>
              <a:cs typeface="Open Sans" pitchFamily="34" charset="-120"/>
            </a:endParaRPr>
          </a:p>
          <a:p>
            <a:r>
              <a:rPr lang="en-US" dirty="0">
                <a:solidFill>
                  <a:srgbClr val="49495A"/>
                </a:solidFill>
                <a:latin typeface="Open Sans" pitchFamily="34" charset="0"/>
                <a:ea typeface="Open Sans" pitchFamily="34" charset="-122"/>
                <a:cs typeface="Open Sans" pitchFamily="34" charset="-120"/>
              </a:rPr>
              <a:t>10.10.10.20</a:t>
            </a:r>
          </a:p>
          <a:p>
            <a:r>
              <a:rPr lang="en-US" dirty="0">
                <a:solidFill>
                  <a:srgbClr val="49495A"/>
                </a:solidFill>
                <a:latin typeface="Open Sans" pitchFamily="34" charset="0"/>
                <a:ea typeface="Open Sans" pitchFamily="34" charset="-122"/>
                <a:cs typeface="Open Sans" pitchFamily="34" charset="-120"/>
              </a:rPr>
              <a:t>20.10.10.10</a:t>
            </a:r>
          </a:p>
          <a:p>
            <a:r>
              <a:rPr lang="en-US" dirty="0">
                <a:solidFill>
                  <a:srgbClr val="49495A"/>
                </a:solidFill>
                <a:latin typeface="Open Sans" pitchFamily="34" charset="0"/>
                <a:ea typeface="Open Sans" pitchFamily="34" charset="-122"/>
                <a:cs typeface="Open Sans" pitchFamily="34" charset="-120"/>
              </a:rPr>
              <a:t>50.10.10.10</a:t>
            </a:r>
          </a:p>
          <a:p>
            <a:r>
              <a:rPr lang="en-US" dirty="0">
                <a:solidFill>
                  <a:srgbClr val="49495A"/>
                </a:solidFill>
                <a:latin typeface="Open Sans" pitchFamily="34" charset="0"/>
                <a:ea typeface="Open Sans" pitchFamily="34" charset="-122"/>
                <a:cs typeface="Open Sans" pitchFamily="34" charset="-120"/>
              </a:rPr>
              <a:t>90.90.99.99</a:t>
            </a:r>
          </a:p>
          <a:p>
            <a:r>
              <a:rPr lang="en-US" dirty="0">
                <a:solidFill>
                  <a:srgbClr val="49495A"/>
                </a:solidFill>
                <a:latin typeface="Open Sans" pitchFamily="34" charset="0"/>
                <a:ea typeface="Open Sans" pitchFamily="34" charset="-122"/>
                <a:cs typeface="Open Sans" pitchFamily="34" charset="-120"/>
              </a:rPr>
              <a:t>80.80.80.80</a:t>
            </a:r>
          </a:p>
          <a:p>
            <a:r>
              <a:rPr lang="en-US" dirty="0">
                <a:solidFill>
                  <a:srgbClr val="49495A"/>
                </a:solidFill>
                <a:latin typeface="Open Sans" pitchFamily="34" charset="0"/>
                <a:ea typeface="Open Sans" pitchFamily="34" charset="-122"/>
                <a:cs typeface="Open Sans" pitchFamily="34" charset="-120"/>
              </a:rPr>
              <a:t>100.200.100.100</a:t>
            </a:r>
          </a:p>
          <a:p>
            <a:r>
              <a:rPr lang="en-US" dirty="0">
                <a:solidFill>
                  <a:srgbClr val="49495A"/>
                </a:solidFill>
                <a:latin typeface="Open Sans" pitchFamily="34" charset="0"/>
                <a:ea typeface="Open Sans" pitchFamily="34" charset="-122"/>
                <a:cs typeface="Open Sans" pitchFamily="34" charset="-120"/>
              </a:rPr>
              <a:t>110.110.110.200</a:t>
            </a:r>
          </a:p>
          <a:p>
            <a:endParaRPr lang="en-PK" dirty="0">
              <a:solidFill>
                <a:srgbClr val="49495A"/>
              </a:solidFill>
              <a:latin typeface="Open Sans" pitchFamily="34" charset="0"/>
              <a:ea typeface="Open Sans" pitchFamily="34" charset="-122"/>
              <a:cs typeface="Open Sans" pitchFamily="34" charset="-120"/>
            </a:endParaRPr>
          </a:p>
        </p:txBody>
      </p:sp>
      <p:sp>
        <p:nvSpPr>
          <p:cNvPr id="5" name="TextBox 4">
            <a:extLst>
              <a:ext uri="{FF2B5EF4-FFF2-40B4-BE49-F238E27FC236}">
                <a16:creationId xmlns:a16="http://schemas.microsoft.com/office/drawing/2014/main" id="{B52523A6-D6BE-6F2B-D799-98513878D7BA}"/>
              </a:ext>
            </a:extLst>
          </p:cNvPr>
          <p:cNvSpPr txBox="1"/>
          <p:nvPr/>
        </p:nvSpPr>
        <p:spPr>
          <a:xfrm>
            <a:off x="3048001" y="1153227"/>
            <a:ext cx="2154766" cy="1815882"/>
          </a:xfrm>
          <a:prstGeom prst="rect">
            <a:avLst/>
          </a:prstGeom>
          <a:noFill/>
        </p:spPr>
        <p:txBody>
          <a:bodyPr wrap="square">
            <a:spAutoFit/>
          </a:bodyPr>
          <a:lstStyle/>
          <a:p>
            <a:r>
              <a:rPr lang="en-US" b="1" u="sng" dirty="0">
                <a:solidFill>
                  <a:srgbClr val="49495A"/>
                </a:solidFill>
                <a:latin typeface="Open Sans" pitchFamily="34" charset="0"/>
                <a:ea typeface="Open Sans" pitchFamily="34" charset="-122"/>
                <a:cs typeface="Open Sans" pitchFamily="34" charset="-120"/>
              </a:rPr>
              <a:t>Class B </a:t>
            </a:r>
            <a:endParaRPr lang="en-US" dirty="0">
              <a:solidFill>
                <a:srgbClr val="49495A"/>
              </a:solidFill>
              <a:latin typeface="Open Sans" pitchFamily="34" charset="0"/>
              <a:ea typeface="Open Sans" pitchFamily="34" charset="-122"/>
              <a:cs typeface="Open Sans" pitchFamily="34" charset="-120"/>
            </a:endParaRPr>
          </a:p>
          <a:p>
            <a:r>
              <a:rPr lang="en-US" dirty="0">
                <a:solidFill>
                  <a:srgbClr val="49495A"/>
                </a:solidFill>
                <a:latin typeface="Open Sans" pitchFamily="34" charset="0"/>
                <a:ea typeface="Open Sans" pitchFamily="34" charset="-122"/>
                <a:cs typeface="Open Sans" pitchFamily="34" charset="-120"/>
              </a:rPr>
              <a:t>177.200.100.100</a:t>
            </a:r>
          </a:p>
          <a:p>
            <a:r>
              <a:rPr lang="en-US" dirty="0">
                <a:solidFill>
                  <a:srgbClr val="49495A"/>
                </a:solidFill>
                <a:latin typeface="Open Sans" pitchFamily="34" charset="0"/>
                <a:ea typeface="Open Sans" pitchFamily="34" charset="-122"/>
                <a:cs typeface="Open Sans" pitchFamily="34" charset="-120"/>
              </a:rPr>
              <a:t>180.200.100.100</a:t>
            </a:r>
          </a:p>
          <a:p>
            <a:r>
              <a:rPr lang="en-US" dirty="0">
                <a:solidFill>
                  <a:srgbClr val="49495A"/>
                </a:solidFill>
                <a:latin typeface="Open Sans" pitchFamily="34" charset="0"/>
                <a:ea typeface="Open Sans" pitchFamily="34" charset="-122"/>
                <a:cs typeface="Open Sans" pitchFamily="34" charset="-120"/>
              </a:rPr>
              <a:t>190.100.190.100</a:t>
            </a:r>
          </a:p>
          <a:p>
            <a:r>
              <a:rPr lang="en-US" dirty="0">
                <a:solidFill>
                  <a:srgbClr val="49495A"/>
                </a:solidFill>
                <a:latin typeface="Open Sans" pitchFamily="34" charset="0"/>
                <a:ea typeface="Open Sans" pitchFamily="34" charset="-122"/>
                <a:cs typeface="Open Sans" pitchFamily="34" charset="-120"/>
              </a:rPr>
              <a:t>186.168.168.160</a:t>
            </a:r>
          </a:p>
          <a:p>
            <a:r>
              <a:rPr lang="en-US" dirty="0">
                <a:solidFill>
                  <a:srgbClr val="49495A"/>
                </a:solidFill>
                <a:latin typeface="Open Sans" pitchFamily="34" charset="0"/>
                <a:ea typeface="Open Sans" pitchFamily="34" charset="-122"/>
                <a:cs typeface="Open Sans" pitchFamily="34" charset="-120"/>
              </a:rPr>
              <a:t>150.100.100.150</a:t>
            </a:r>
          </a:p>
          <a:p>
            <a:r>
              <a:rPr lang="en-US" dirty="0">
                <a:solidFill>
                  <a:srgbClr val="49495A"/>
                </a:solidFill>
                <a:latin typeface="Open Sans" pitchFamily="34" charset="0"/>
                <a:ea typeface="Open Sans" pitchFamily="34" charset="-122"/>
                <a:cs typeface="Open Sans" pitchFamily="34" charset="-120"/>
              </a:rPr>
              <a:t>140.140.200.100</a:t>
            </a:r>
          </a:p>
          <a:p>
            <a:r>
              <a:rPr lang="en-US" dirty="0">
                <a:solidFill>
                  <a:srgbClr val="49495A"/>
                </a:solidFill>
                <a:latin typeface="Open Sans" pitchFamily="34" charset="0"/>
                <a:ea typeface="Open Sans" pitchFamily="34" charset="-122"/>
                <a:cs typeface="Open Sans" pitchFamily="34" charset="-120"/>
              </a:rPr>
              <a:t>170.160.128.100</a:t>
            </a:r>
            <a:endParaRPr lang="en-PK" dirty="0">
              <a:solidFill>
                <a:srgbClr val="49495A"/>
              </a:solidFill>
              <a:latin typeface="Open Sans" pitchFamily="34" charset="0"/>
              <a:ea typeface="Open Sans" pitchFamily="34" charset="-122"/>
              <a:cs typeface="Open Sans" pitchFamily="34" charset="-120"/>
            </a:endParaRPr>
          </a:p>
        </p:txBody>
      </p:sp>
      <p:sp>
        <p:nvSpPr>
          <p:cNvPr id="7" name="TextBox 6">
            <a:extLst>
              <a:ext uri="{FF2B5EF4-FFF2-40B4-BE49-F238E27FC236}">
                <a16:creationId xmlns:a16="http://schemas.microsoft.com/office/drawing/2014/main" id="{8818963A-256D-9D6B-CFC1-B0D44CEE5E1C}"/>
              </a:ext>
            </a:extLst>
          </p:cNvPr>
          <p:cNvSpPr txBox="1"/>
          <p:nvPr/>
        </p:nvSpPr>
        <p:spPr>
          <a:xfrm>
            <a:off x="6195482" y="1153227"/>
            <a:ext cx="2370667" cy="1815882"/>
          </a:xfrm>
          <a:prstGeom prst="rect">
            <a:avLst/>
          </a:prstGeom>
          <a:noFill/>
        </p:spPr>
        <p:txBody>
          <a:bodyPr wrap="square">
            <a:spAutoFit/>
          </a:bodyPr>
          <a:lstStyle/>
          <a:p>
            <a:r>
              <a:rPr lang="en-US" b="1" u="sng" dirty="0">
                <a:solidFill>
                  <a:srgbClr val="49495A"/>
                </a:solidFill>
                <a:latin typeface="Open Sans" pitchFamily="34" charset="0"/>
                <a:ea typeface="Open Sans" pitchFamily="34" charset="-122"/>
                <a:cs typeface="Open Sans" pitchFamily="34" charset="-120"/>
              </a:rPr>
              <a:t>Class C </a:t>
            </a:r>
            <a:endParaRPr lang="en-US" dirty="0">
              <a:solidFill>
                <a:srgbClr val="49495A"/>
              </a:solidFill>
              <a:latin typeface="Open Sans" pitchFamily="34" charset="0"/>
              <a:ea typeface="Open Sans" pitchFamily="34" charset="-122"/>
              <a:cs typeface="Open Sans" pitchFamily="34" charset="-120"/>
            </a:endParaRPr>
          </a:p>
          <a:p>
            <a:r>
              <a:rPr lang="en-US" dirty="0">
                <a:solidFill>
                  <a:srgbClr val="49495A"/>
                </a:solidFill>
                <a:latin typeface="Open Sans" pitchFamily="34" charset="0"/>
                <a:ea typeface="Open Sans" pitchFamily="34" charset="-122"/>
                <a:cs typeface="Open Sans" pitchFamily="34" charset="-120"/>
              </a:rPr>
              <a:t>193.160.200.100</a:t>
            </a:r>
          </a:p>
          <a:p>
            <a:r>
              <a:rPr lang="en-US" dirty="0">
                <a:solidFill>
                  <a:srgbClr val="49495A"/>
                </a:solidFill>
                <a:latin typeface="Open Sans" pitchFamily="34" charset="0"/>
                <a:ea typeface="Open Sans" pitchFamily="34" charset="-122"/>
                <a:cs typeface="Open Sans" pitchFamily="34" charset="-120"/>
              </a:rPr>
              <a:t>194.194.200.100</a:t>
            </a:r>
          </a:p>
          <a:p>
            <a:r>
              <a:rPr lang="en-US" dirty="0">
                <a:solidFill>
                  <a:srgbClr val="49495A"/>
                </a:solidFill>
                <a:latin typeface="Open Sans" pitchFamily="34" charset="0"/>
                <a:ea typeface="Open Sans" pitchFamily="34" charset="-122"/>
                <a:cs typeface="Open Sans" pitchFamily="34" charset="-120"/>
              </a:rPr>
              <a:t>196.168.168.100</a:t>
            </a:r>
          </a:p>
          <a:p>
            <a:r>
              <a:rPr lang="en-US" dirty="0">
                <a:solidFill>
                  <a:srgbClr val="49495A"/>
                </a:solidFill>
                <a:latin typeface="Open Sans" pitchFamily="34" charset="0"/>
                <a:ea typeface="Open Sans" pitchFamily="34" charset="-122"/>
                <a:cs typeface="Open Sans" pitchFamily="34" charset="-120"/>
              </a:rPr>
              <a:t>200.100.200.100</a:t>
            </a:r>
          </a:p>
          <a:p>
            <a:r>
              <a:rPr lang="en-US" dirty="0">
                <a:solidFill>
                  <a:srgbClr val="49495A"/>
                </a:solidFill>
                <a:latin typeface="Open Sans" pitchFamily="34" charset="0"/>
                <a:ea typeface="Open Sans" pitchFamily="34" charset="-122"/>
                <a:cs typeface="Open Sans" pitchFamily="34" charset="-120"/>
              </a:rPr>
              <a:t>210.100.210.210</a:t>
            </a:r>
          </a:p>
          <a:p>
            <a:r>
              <a:rPr lang="en-US" dirty="0">
                <a:solidFill>
                  <a:srgbClr val="49495A"/>
                </a:solidFill>
                <a:latin typeface="Open Sans" pitchFamily="34" charset="0"/>
                <a:ea typeface="Open Sans" pitchFamily="34" charset="-122"/>
                <a:cs typeface="Open Sans" pitchFamily="34" charset="-120"/>
              </a:rPr>
              <a:t>211.211.211.211</a:t>
            </a:r>
          </a:p>
          <a:p>
            <a:r>
              <a:rPr lang="en-US" dirty="0">
                <a:solidFill>
                  <a:srgbClr val="49495A"/>
                </a:solidFill>
                <a:latin typeface="Open Sans" pitchFamily="34" charset="0"/>
                <a:ea typeface="Open Sans" pitchFamily="34" charset="-122"/>
                <a:cs typeface="Open Sans" pitchFamily="34" charset="-120"/>
              </a:rPr>
              <a:t>213.100.100.200</a:t>
            </a:r>
            <a:endParaRPr lang="en-PK" dirty="0">
              <a:solidFill>
                <a:srgbClr val="49495A"/>
              </a:solidFill>
              <a:latin typeface="Open Sans" pitchFamily="34" charset="0"/>
              <a:ea typeface="Open Sans" pitchFamily="34" charset="-122"/>
              <a:cs typeface="Open Sans" pitchFamily="34" charset="-120"/>
            </a:endParaRPr>
          </a:p>
        </p:txBody>
      </p:sp>
      <p:sp>
        <p:nvSpPr>
          <p:cNvPr id="16" name="TextBox 15">
            <a:extLst>
              <a:ext uri="{FF2B5EF4-FFF2-40B4-BE49-F238E27FC236}">
                <a16:creationId xmlns:a16="http://schemas.microsoft.com/office/drawing/2014/main" id="{223A4928-F006-E126-3527-B7172ADAAF2C}"/>
              </a:ext>
            </a:extLst>
          </p:cNvPr>
          <p:cNvSpPr txBox="1"/>
          <p:nvPr/>
        </p:nvSpPr>
        <p:spPr>
          <a:xfrm>
            <a:off x="496118" y="3434546"/>
            <a:ext cx="4572000" cy="1323439"/>
          </a:xfrm>
          <a:prstGeom prst="rect">
            <a:avLst/>
          </a:prstGeom>
          <a:noFill/>
        </p:spPr>
        <p:txBody>
          <a:bodyPr wrap="square">
            <a:spAutoFit/>
          </a:bodyPr>
          <a:lstStyle/>
          <a:p>
            <a:r>
              <a:rPr lang="en-US" sz="2000" b="1" dirty="0">
                <a:solidFill>
                  <a:srgbClr val="49495A"/>
                </a:solidFill>
                <a:latin typeface="Open Sans" pitchFamily="34" charset="0"/>
                <a:ea typeface="Open Sans" pitchFamily="34" charset="-122"/>
                <a:cs typeface="Open Sans" pitchFamily="34" charset="-120"/>
              </a:rPr>
              <a:t>Find the:</a:t>
            </a:r>
          </a:p>
          <a:p>
            <a:r>
              <a:rPr lang="en-US" sz="2000" b="1" dirty="0">
                <a:solidFill>
                  <a:srgbClr val="49495A"/>
                </a:solidFill>
                <a:latin typeface="Open Sans" pitchFamily="34" charset="0"/>
                <a:ea typeface="Open Sans" pitchFamily="34" charset="-122"/>
                <a:cs typeface="Open Sans" pitchFamily="34" charset="-120"/>
              </a:rPr>
              <a:t>Network ID ?</a:t>
            </a:r>
          </a:p>
          <a:p>
            <a:r>
              <a:rPr lang="en-US" sz="2000" b="1" dirty="0">
                <a:solidFill>
                  <a:srgbClr val="49495A"/>
                </a:solidFill>
                <a:latin typeface="Open Sans" pitchFamily="34" charset="0"/>
                <a:ea typeface="Open Sans" pitchFamily="34" charset="-122"/>
                <a:cs typeface="Open Sans" pitchFamily="34" charset="-120"/>
              </a:rPr>
              <a:t>Broad cast ID?</a:t>
            </a:r>
          </a:p>
          <a:p>
            <a:r>
              <a:rPr lang="en-US" sz="2000" b="1" dirty="0">
                <a:solidFill>
                  <a:srgbClr val="49495A"/>
                </a:solidFill>
                <a:latin typeface="Open Sans" pitchFamily="34" charset="0"/>
                <a:ea typeface="Open Sans" pitchFamily="34" charset="-122"/>
                <a:cs typeface="Open Sans" pitchFamily="34" charset="-120"/>
              </a:rPr>
              <a:t>Subnet ID ?</a:t>
            </a:r>
          </a:p>
        </p:txBody>
      </p:sp>
    </p:spTree>
    <p:extLst>
      <p:ext uri="{BB962C8B-B14F-4D97-AF65-F5344CB8AC3E}">
        <p14:creationId xmlns:p14="http://schemas.microsoft.com/office/powerpoint/2010/main" val="14930699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83432-8B58-2F52-7DDB-F0ED3B3DCD6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FE88FCE-F7FF-C30C-6727-07050A16A703}"/>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DEF799FD-B3EE-5778-7909-10235C5FD9A3}"/>
              </a:ext>
            </a:extLst>
          </p:cNvPr>
          <p:cNvSpPr txBox="1"/>
          <p:nvPr/>
        </p:nvSpPr>
        <p:spPr>
          <a:xfrm>
            <a:off x="0" y="732375"/>
            <a:ext cx="8559800" cy="4216539"/>
          </a:xfrm>
          <a:prstGeom prst="rect">
            <a:avLst/>
          </a:prstGeom>
          <a:noFill/>
        </p:spPr>
        <p:txBody>
          <a:bodyPr wrap="square">
            <a:spAutoFit/>
          </a:bodyPr>
          <a:lstStyle/>
          <a:p>
            <a:pPr algn="just"/>
            <a:endParaRPr lang="en-US" dirty="0">
              <a:solidFill>
                <a:srgbClr val="403CCF"/>
              </a:solidFill>
              <a:latin typeface="Libre Baskerville" pitchFamily="34" charset="0"/>
            </a:endParaRPr>
          </a:p>
          <a:p>
            <a:pPr algn="just"/>
            <a:r>
              <a:rPr lang="en-US" sz="1600" b="1" dirty="0">
                <a:solidFill>
                  <a:srgbClr val="403CCF"/>
                </a:solidFill>
                <a:latin typeface="Libre Baskerville" pitchFamily="34" charset="0"/>
              </a:rPr>
              <a:t>Binary to Decimal and Decimal to Binary Conversion:</a:t>
            </a:r>
          </a:p>
          <a:p>
            <a:pPr algn="just"/>
            <a:endParaRPr lang="en-US" dirty="0"/>
          </a:p>
          <a:p>
            <a:pPr algn="just"/>
            <a:r>
              <a:rPr lang="en-US" dirty="0"/>
              <a:t>	128	64	32	16	8	4	2	1</a:t>
            </a:r>
          </a:p>
          <a:p>
            <a:pPr algn="just"/>
            <a:endParaRPr lang="en-US" dirty="0"/>
          </a:p>
          <a:p>
            <a:pPr algn="just"/>
            <a:r>
              <a:rPr lang="en-US" b="1" dirty="0"/>
              <a:t>Find Binary of 127 ? </a:t>
            </a:r>
          </a:p>
          <a:p>
            <a:pPr algn="just"/>
            <a:r>
              <a:rPr lang="en-US" dirty="0"/>
              <a:t>	0	1	1	1	1	1	1	1 = 27</a:t>
            </a:r>
          </a:p>
          <a:p>
            <a:pPr algn="just"/>
            <a:endParaRPr lang="en-US" dirty="0"/>
          </a:p>
          <a:p>
            <a:pPr algn="just"/>
            <a:endParaRPr lang="en-US" dirty="0"/>
          </a:p>
          <a:p>
            <a:pPr algn="just"/>
            <a:r>
              <a:rPr lang="en-US" b="1" dirty="0"/>
              <a:t>Find Binary of 128?</a:t>
            </a:r>
          </a:p>
          <a:p>
            <a:pPr algn="just"/>
            <a:r>
              <a:rPr lang="en-US" dirty="0"/>
              <a:t>	1	0	0	0	0	0	0	0=128</a:t>
            </a:r>
          </a:p>
          <a:p>
            <a:pPr algn="just"/>
            <a:endParaRPr lang="en-US" dirty="0"/>
          </a:p>
          <a:p>
            <a:pPr algn="just"/>
            <a:endParaRPr lang="en-US" dirty="0"/>
          </a:p>
          <a:p>
            <a:pPr algn="just"/>
            <a:r>
              <a:rPr lang="en-US" b="1" dirty="0"/>
              <a:t>Find Binary of 255?</a:t>
            </a:r>
          </a:p>
          <a:p>
            <a:pPr algn="just"/>
            <a:r>
              <a:rPr lang="en-US" dirty="0"/>
              <a:t>	1	1	1	1	1	1	1	1=255</a:t>
            </a:r>
          </a:p>
          <a:p>
            <a:pPr algn="just"/>
            <a:endParaRPr lang="en-US" dirty="0"/>
          </a:p>
          <a:p>
            <a:pPr algn="just"/>
            <a:endParaRPr lang="en-US" dirty="0"/>
          </a:p>
          <a:p>
            <a:pPr algn="just"/>
            <a:r>
              <a:rPr lang="en-US" b="1" dirty="0"/>
              <a:t>Find Binary of 191?</a:t>
            </a:r>
          </a:p>
          <a:p>
            <a:pPr algn="just"/>
            <a:r>
              <a:rPr lang="en-US" dirty="0"/>
              <a:t>	1	0	1	1	1	1	1	1=191</a:t>
            </a:r>
          </a:p>
        </p:txBody>
      </p:sp>
    </p:spTree>
    <p:extLst>
      <p:ext uri="{BB962C8B-B14F-4D97-AF65-F5344CB8AC3E}">
        <p14:creationId xmlns:p14="http://schemas.microsoft.com/office/powerpoint/2010/main" val="10273376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CBB22-E670-4184-15FD-B32BA26A9CB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055FB9F-C958-4620-3119-B28EDDAB0C11}"/>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5C6A2E3D-3B0D-1591-4BD1-BF9703626E0C}"/>
              </a:ext>
            </a:extLst>
          </p:cNvPr>
          <p:cNvSpPr txBox="1"/>
          <p:nvPr/>
        </p:nvSpPr>
        <p:spPr>
          <a:xfrm>
            <a:off x="0" y="732375"/>
            <a:ext cx="4804832" cy="338554"/>
          </a:xfrm>
          <a:prstGeom prst="rect">
            <a:avLst/>
          </a:prstGeom>
          <a:noFill/>
        </p:spPr>
        <p:txBody>
          <a:bodyPr wrap="square">
            <a:spAutoFit/>
          </a:bodyPr>
          <a:lstStyle/>
          <a:p>
            <a:pPr algn="just"/>
            <a:r>
              <a:rPr lang="en-US" sz="1600" b="1" dirty="0">
                <a:solidFill>
                  <a:srgbClr val="403CCF"/>
                </a:solidFill>
                <a:latin typeface="Libre Baskerville" pitchFamily="34" charset="0"/>
              </a:rPr>
              <a:t>Assignment : Convert to Binary</a:t>
            </a:r>
          </a:p>
        </p:txBody>
      </p:sp>
      <p:sp>
        <p:nvSpPr>
          <p:cNvPr id="3" name="TextBox 2">
            <a:extLst>
              <a:ext uri="{FF2B5EF4-FFF2-40B4-BE49-F238E27FC236}">
                <a16:creationId xmlns:a16="http://schemas.microsoft.com/office/drawing/2014/main" id="{35464BAE-F6A4-F697-C968-20EEF62838D4}"/>
              </a:ext>
            </a:extLst>
          </p:cNvPr>
          <p:cNvSpPr txBox="1"/>
          <p:nvPr/>
        </p:nvSpPr>
        <p:spPr>
          <a:xfrm>
            <a:off x="93133" y="1340643"/>
            <a:ext cx="1481667" cy="2000548"/>
          </a:xfrm>
          <a:prstGeom prst="rect">
            <a:avLst/>
          </a:prstGeom>
          <a:noFill/>
        </p:spPr>
        <p:txBody>
          <a:bodyPr wrap="square">
            <a:spAutoFit/>
          </a:bodyPr>
          <a:lstStyle/>
          <a:p>
            <a:pPr algn="just"/>
            <a:r>
              <a:rPr lang="en-US" sz="1100" dirty="0">
                <a:ea typeface="Open Sans" pitchFamily="34" charset="-122"/>
              </a:rPr>
              <a:t>Class A:</a:t>
            </a:r>
            <a:r>
              <a:rPr lang="en-US" sz="1400" b="1" dirty="0">
                <a:solidFill>
                  <a:srgbClr val="403CCF"/>
                </a:solidFill>
                <a:latin typeface="Libre Baskerville" pitchFamily="34" charset="0"/>
              </a:rPr>
              <a:t>  </a:t>
            </a:r>
          </a:p>
          <a:p>
            <a:pPr marL="228600" indent="-228600" algn="just">
              <a:buFont typeface="+mj-lt"/>
              <a:buAutoNum type="arabicPeriod"/>
            </a:pPr>
            <a:r>
              <a:rPr lang="en-US" sz="1100" dirty="0">
                <a:ea typeface="Open Sans" pitchFamily="34" charset="-122"/>
              </a:rPr>
              <a:t>1</a:t>
            </a:r>
          </a:p>
          <a:p>
            <a:pPr marL="228600" indent="-228600" algn="just">
              <a:buFont typeface="+mj-lt"/>
              <a:buAutoNum type="arabicPeriod"/>
            </a:pPr>
            <a:r>
              <a:rPr lang="en-US" sz="1100" dirty="0">
                <a:ea typeface="Open Sans" pitchFamily="34" charset="-122"/>
              </a:rPr>
              <a:t>5</a:t>
            </a:r>
          </a:p>
          <a:p>
            <a:pPr marL="228600" indent="-228600" algn="just">
              <a:buFont typeface="+mj-lt"/>
              <a:buAutoNum type="arabicPeriod"/>
            </a:pPr>
            <a:r>
              <a:rPr lang="en-US" sz="1100" dirty="0">
                <a:ea typeface="Open Sans" pitchFamily="34" charset="-122"/>
              </a:rPr>
              <a:t>10</a:t>
            </a:r>
          </a:p>
          <a:p>
            <a:pPr marL="228600" indent="-228600" algn="just">
              <a:buFont typeface="+mj-lt"/>
              <a:buAutoNum type="arabicPeriod"/>
            </a:pPr>
            <a:r>
              <a:rPr lang="en-US" sz="1100" dirty="0">
                <a:ea typeface="Open Sans" pitchFamily="34" charset="-122"/>
              </a:rPr>
              <a:t>25</a:t>
            </a:r>
          </a:p>
          <a:p>
            <a:pPr marL="228600" indent="-228600" algn="just">
              <a:buFont typeface="+mj-lt"/>
              <a:buAutoNum type="arabicPeriod"/>
            </a:pPr>
            <a:r>
              <a:rPr lang="en-US" sz="1100" dirty="0">
                <a:ea typeface="Open Sans" pitchFamily="34" charset="-122"/>
              </a:rPr>
              <a:t>27</a:t>
            </a:r>
          </a:p>
          <a:p>
            <a:pPr marL="228600" indent="-228600" algn="just">
              <a:buFont typeface="+mj-lt"/>
              <a:buAutoNum type="arabicPeriod"/>
            </a:pPr>
            <a:r>
              <a:rPr lang="en-US" sz="1100" dirty="0">
                <a:ea typeface="Open Sans" pitchFamily="34" charset="-122"/>
              </a:rPr>
              <a:t>50</a:t>
            </a:r>
          </a:p>
          <a:p>
            <a:pPr marL="228600" indent="-228600" algn="just">
              <a:buFont typeface="+mj-lt"/>
              <a:buAutoNum type="arabicPeriod"/>
            </a:pPr>
            <a:r>
              <a:rPr lang="en-US" sz="1100" dirty="0">
                <a:ea typeface="Open Sans" pitchFamily="34" charset="-122"/>
              </a:rPr>
              <a:t>65</a:t>
            </a:r>
          </a:p>
          <a:p>
            <a:pPr marL="228600" indent="-228600" algn="just">
              <a:buFont typeface="+mj-lt"/>
              <a:buAutoNum type="arabicPeriod"/>
            </a:pPr>
            <a:r>
              <a:rPr lang="en-US" sz="1100" dirty="0">
                <a:ea typeface="Open Sans" pitchFamily="34" charset="-122"/>
              </a:rPr>
              <a:t>99</a:t>
            </a:r>
          </a:p>
          <a:p>
            <a:pPr marL="228600" indent="-228600" algn="just">
              <a:buFont typeface="+mj-lt"/>
              <a:buAutoNum type="arabicPeriod"/>
            </a:pPr>
            <a:r>
              <a:rPr lang="en-US" sz="1100" dirty="0">
                <a:ea typeface="Open Sans" pitchFamily="34" charset="-122"/>
              </a:rPr>
              <a:t>120</a:t>
            </a:r>
          </a:p>
          <a:p>
            <a:pPr marL="228600" indent="-228600" algn="just">
              <a:buFont typeface="+mj-lt"/>
              <a:buAutoNum type="arabicPeriod"/>
            </a:pPr>
            <a:r>
              <a:rPr lang="en-US" sz="1100" dirty="0">
                <a:ea typeface="Open Sans" pitchFamily="34" charset="-122"/>
              </a:rPr>
              <a:t>126</a:t>
            </a:r>
          </a:p>
        </p:txBody>
      </p:sp>
      <p:sp>
        <p:nvSpPr>
          <p:cNvPr id="6" name="TextBox 5">
            <a:extLst>
              <a:ext uri="{FF2B5EF4-FFF2-40B4-BE49-F238E27FC236}">
                <a16:creationId xmlns:a16="http://schemas.microsoft.com/office/drawing/2014/main" id="{434AD609-0029-8A57-423C-F966E93986C7}"/>
              </a:ext>
            </a:extLst>
          </p:cNvPr>
          <p:cNvSpPr txBox="1"/>
          <p:nvPr/>
        </p:nvSpPr>
        <p:spPr>
          <a:xfrm>
            <a:off x="1657350" y="1360486"/>
            <a:ext cx="1481667" cy="2000548"/>
          </a:xfrm>
          <a:prstGeom prst="rect">
            <a:avLst/>
          </a:prstGeom>
          <a:noFill/>
        </p:spPr>
        <p:txBody>
          <a:bodyPr wrap="square">
            <a:spAutoFit/>
          </a:bodyPr>
          <a:lstStyle/>
          <a:p>
            <a:pPr algn="just"/>
            <a:r>
              <a:rPr lang="en-US" sz="1100" dirty="0">
                <a:ea typeface="Open Sans" pitchFamily="34" charset="-122"/>
              </a:rPr>
              <a:t>Class B:</a:t>
            </a:r>
            <a:r>
              <a:rPr lang="en-US" sz="1400" b="1" dirty="0">
                <a:solidFill>
                  <a:srgbClr val="403CCF"/>
                </a:solidFill>
                <a:latin typeface="Libre Baskerville" pitchFamily="34" charset="0"/>
              </a:rPr>
              <a:t>  </a:t>
            </a:r>
          </a:p>
          <a:p>
            <a:pPr marL="228600" indent="-228600" algn="just">
              <a:buFont typeface="+mj-lt"/>
              <a:buAutoNum type="arabicPeriod"/>
            </a:pPr>
            <a:r>
              <a:rPr lang="en-US" sz="1100" dirty="0">
                <a:ea typeface="Open Sans" pitchFamily="34" charset="-122"/>
              </a:rPr>
              <a:t>128</a:t>
            </a:r>
          </a:p>
          <a:p>
            <a:pPr marL="228600" indent="-228600" algn="just">
              <a:buFont typeface="+mj-lt"/>
              <a:buAutoNum type="arabicPeriod"/>
            </a:pPr>
            <a:r>
              <a:rPr lang="en-US" sz="1100" dirty="0">
                <a:ea typeface="Open Sans" pitchFamily="34" charset="-122"/>
              </a:rPr>
              <a:t>130</a:t>
            </a:r>
          </a:p>
          <a:p>
            <a:pPr marL="228600" indent="-228600" algn="just">
              <a:buFont typeface="+mj-lt"/>
              <a:buAutoNum type="arabicPeriod"/>
            </a:pPr>
            <a:r>
              <a:rPr lang="en-US" sz="1100" dirty="0">
                <a:ea typeface="Open Sans" pitchFamily="34" charset="-122"/>
              </a:rPr>
              <a:t>135</a:t>
            </a:r>
          </a:p>
          <a:p>
            <a:pPr marL="228600" indent="-228600" algn="just">
              <a:buFont typeface="+mj-lt"/>
              <a:buAutoNum type="arabicPeriod"/>
            </a:pPr>
            <a:r>
              <a:rPr lang="en-US" sz="1100" dirty="0">
                <a:ea typeface="Open Sans" pitchFamily="34" charset="-122"/>
              </a:rPr>
              <a:t>150</a:t>
            </a:r>
          </a:p>
          <a:p>
            <a:pPr marL="228600" indent="-228600" algn="just">
              <a:buFont typeface="+mj-lt"/>
              <a:buAutoNum type="arabicPeriod"/>
            </a:pPr>
            <a:r>
              <a:rPr lang="en-US" sz="1100" dirty="0">
                <a:ea typeface="Open Sans" pitchFamily="34" charset="-122"/>
              </a:rPr>
              <a:t>160</a:t>
            </a:r>
          </a:p>
          <a:p>
            <a:pPr marL="228600" indent="-228600" algn="just">
              <a:buFont typeface="+mj-lt"/>
              <a:buAutoNum type="arabicPeriod"/>
            </a:pPr>
            <a:r>
              <a:rPr lang="en-US" sz="1100" dirty="0">
                <a:ea typeface="Open Sans" pitchFamily="34" charset="-122"/>
              </a:rPr>
              <a:t>170</a:t>
            </a:r>
          </a:p>
          <a:p>
            <a:pPr marL="228600" indent="-228600" algn="just">
              <a:buFont typeface="+mj-lt"/>
              <a:buAutoNum type="arabicPeriod"/>
            </a:pPr>
            <a:r>
              <a:rPr lang="en-US" sz="1100" dirty="0">
                <a:ea typeface="Open Sans" pitchFamily="34" charset="-122"/>
              </a:rPr>
              <a:t>175</a:t>
            </a:r>
          </a:p>
          <a:p>
            <a:pPr marL="228600" indent="-228600" algn="just">
              <a:buFont typeface="+mj-lt"/>
              <a:buAutoNum type="arabicPeriod"/>
            </a:pPr>
            <a:r>
              <a:rPr lang="en-US" sz="1100" dirty="0">
                <a:ea typeface="Open Sans" pitchFamily="34" charset="-122"/>
              </a:rPr>
              <a:t>180</a:t>
            </a:r>
          </a:p>
          <a:p>
            <a:pPr marL="228600" indent="-228600" algn="just">
              <a:buFont typeface="+mj-lt"/>
              <a:buAutoNum type="arabicPeriod"/>
            </a:pPr>
            <a:r>
              <a:rPr lang="en-US" sz="1100" dirty="0">
                <a:ea typeface="Open Sans" pitchFamily="34" charset="-122"/>
              </a:rPr>
              <a:t>190</a:t>
            </a:r>
          </a:p>
          <a:p>
            <a:pPr marL="228600" indent="-228600" algn="just">
              <a:buFont typeface="+mj-lt"/>
              <a:buAutoNum type="arabicPeriod"/>
            </a:pPr>
            <a:r>
              <a:rPr lang="en-US" sz="1100" dirty="0">
                <a:ea typeface="Open Sans" pitchFamily="34" charset="-122"/>
              </a:rPr>
              <a:t>191</a:t>
            </a:r>
          </a:p>
        </p:txBody>
      </p:sp>
      <p:sp>
        <p:nvSpPr>
          <p:cNvPr id="7" name="TextBox 6">
            <a:extLst>
              <a:ext uri="{FF2B5EF4-FFF2-40B4-BE49-F238E27FC236}">
                <a16:creationId xmlns:a16="http://schemas.microsoft.com/office/drawing/2014/main" id="{50D1E79A-E904-6546-CB30-1A82D47AA41C}"/>
              </a:ext>
            </a:extLst>
          </p:cNvPr>
          <p:cNvSpPr txBox="1"/>
          <p:nvPr/>
        </p:nvSpPr>
        <p:spPr>
          <a:xfrm>
            <a:off x="3221567" y="1360486"/>
            <a:ext cx="1481667" cy="2000548"/>
          </a:xfrm>
          <a:prstGeom prst="rect">
            <a:avLst/>
          </a:prstGeom>
          <a:noFill/>
        </p:spPr>
        <p:txBody>
          <a:bodyPr wrap="square">
            <a:spAutoFit/>
          </a:bodyPr>
          <a:lstStyle/>
          <a:p>
            <a:pPr algn="just"/>
            <a:r>
              <a:rPr lang="en-US" sz="1100" dirty="0">
                <a:ea typeface="Open Sans" pitchFamily="34" charset="-122"/>
              </a:rPr>
              <a:t>Class C:</a:t>
            </a:r>
            <a:r>
              <a:rPr lang="en-US" sz="1400" b="1" dirty="0">
                <a:solidFill>
                  <a:srgbClr val="403CCF"/>
                </a:solidFill>
                <a:latin typeface="Libre Baskerville" pitchFamily="34" charset="0"/>
              </a:rPr>
              <a:t>  </a:t>
            </a:r>
          </a:p>
          <a:p>
            <a:pPr marL="228600" indent="-228600" algn="just">
              <a:buFont typeface="+mj-lt"/>
              <a:buAutoNum type="arabicPeriod"/>
            </a:pPr>
            <a:r>
              <a:rPr lang="en-US" sz="1100" dirty="0">
                <a:ea typeface="Open Sans" pitchFamily="34" charset="-122"/>
              </a:rPr>
              <a:t>192</a:t>
            </a:r>
          </a:p>
          <a:p>
            <a:pPr marL="228600" indent="-228600" algn="just">
              <a:buFont typeface="+mj-lt"/>
              <a:buAutoNum type="arabicPeriod"/>
            </a:pPr>
            <a:r>
              <a:rPr lang="en-US" sz="1100" dirty="0">
                <a:ea typeface="Open Sans" pitchFamily="34" charset="-122"/>
              </a:rPr>
              <a:t>195</a:t>
            </a:r>
          </a:p>
          <a:p>
            <a:pPr marL="228600" indent="-228600" algn="just">
              <a:buFont typeface="+mj-lt"/>
              <a:buAutoNum type="arabicPeriod"/>
            </a:pPr>
            <a:r>
              <a:rPr lang="en-US" sz="1100" dirty="0">
                <a:ea typeface="Open Sans" pitchFamily="34" charset="-122"/>
              </a:rPr>
              <a:t>200</a:t>
            </a:r>
          </a:p>
          <a:p>
            <a:pPr marL="228600" indent="-228600" algn="just">
              <a:buFont typeface="+mj-lt"/>
              <a:buAutoNum type="arabicPeriod"/>
            </a:pPr>
            <a:r>
              <a:rPr lang="en-US" sz="1100" dirty="0">
                <a:ea typeface="Open Sans" pitchFamily="34" charset="-122"/>
              </a:rPr>
              <a:t>202</a:t>
            </a:r>
          </a:p>
          <a:p>
            <a:pPr marL="228600" indent="-228600" algn="just">
              <a:buFont typeface="+mj-lt"/>
              <a:buAutoNum type="arabicPeriod"/>
            </a:pPr>
            <a:r>
              <a:rPr lang="en-US" sz="1100" dirty="0">
                <a:ea typeface="Open Sans" pitchFamily="34" charset="-122"/>
              </a:rPr>
              <a:t>207</a:t>
            </a:r>
          </a:p>
          <a:p>
            <a:pPr marL="228600" indent="-228600" algn="just">
              <a:buFont typeface="+mj-lt"/>
              <a:buAutoNum type="arabicPeriod"/>
            </a:pPr>
            <a:r>
              <a:rPr lang="en-US" sz="1100" dirty="0">
                <a:ea typeface="Open Sans" pitchFamily="34" charset="-122"/>
              </a:rPr>
              <a:t>210</a:t>
            </a:r>
          </a:p>
          <a:p>
            <a:pPr marL="228600" indent="-228600" algn="just">
              <a:buFont typeface="+mj-lt"/>
              <a:buAutoNum type="arabicPeriod"/>
            </a:pPr>
            <a:r>
              <a:rPr lang="en-US" sz="1100" dirty="0">
                <a:ea typeface="Open Sans" pitchFamily="34" charset="-122"/>
              </a:rPr>
              <a:t>215</a:t>
            </a:r>
          </a:p>
          <a:p>
            <a:pPr marL="228600" indent="-228600" algn="just">
              <a:buFont typeface="+mj-lt"/>
              <a:buAutoNum type="arabicPeriod"/>
            </a:pPr>
            <a:r>
              <a:rPr lang="en-US" sz="1100" dirty="0">
                <a:ea typeface="Open Sans" pitchFamily="34" charset="-122"/>
              </a:rPr>
              <a:t>219</a:t>
            </a:r>
          </a:p>
          <a:p>
            <a:pPr marL="228600" indent="-228600" algn="just">
              <a:buFont typeface="+mj-lt"/>
              <a:buAutoNum type="arabicPeriod"/>
            </a:pPr>
            <a:r>
              <a:rPr lang="en-US" sz="1100" dirty="0">
                <a:ea typeface="Open Sans" pitchFamily="34" charset="-122"/>
              </a:rPr>
              <a:t>221</a:t>
            </a:r>
          </a:p>
          <a:p>
            <a:pPr marL="228600" indent="-228600" algn="just">
              <a:buFont typeface="+mj-lt"/>
              <a:buAutoNum type="arabicPeriod"/>
            </a:pPr>
            <a:r>
              <a:rPr lang="en-US" sz="1100" dirty="0">
                <a:ea typeface="Open Sans" pitchFamily="34" charset="-122"/>
              </a:rPr>
              <a:t>223</a:t>
            </a:r>
          </a:p>
        </p:txBody>
      </p:sp>
      <p:sp>
        <p:nvSpPr>
          <p:cNvPr id="8" name="TextBox 7">
            <a:extLst>
              <a:ext uri="{FF2B5EF4-FFF2-40B4-BE49-F238E27FC236}">
                <a16:creationId xmlns:a16="http://schemas.microsoft.com/office/drawing/2014/main" id="{A813A5F8-793E-9547-8EF7-8A9CF885B597}"/>
              </a:ext>
            </a:extLst>
          </p:cNvPr>
          <p:cNvSpPr txBox="1"/>
          <p:nvPr/>
        </p:nvSpPr>
        <p:spPr>
          <a:xfrm>
            <a:off x="4804832" y="1360486"/>
            <a:ext cx="1481667" cy="2000548"/>
          </a:xfrm>
          <a:prstGeom prst="rect">
            <a:avLst/>
          </a:prstGeom>
          <a:noFill/>
        </p:spPr>
        <p:txBody>
          <a:bodyPr wrap="square">
            <a:spAutoFit/>
          </a:bodyPr>
          <a:lstStyle/>
          <a:p>
            <a:pPr algn="just"/>
            <a:r>
              <a:rPr lang="en-US" sz="1100" dirty="0">
                <a:ea typeface="Open Sans" pitchFamily="34" charset="-122"/>
              </a:rPr>
              <a:t>Class D:</a:t>
            </a:r>
            <a:r>
              <a:rPr lang="en-US" sz="1400" b="1" dirty="0">
                <a:solidFill>
                  <a:srgbClr val="403CCF"/>
                </a:solidFill>
                <a:latin typeface="Libre Baskerville" pitchFamily="34" charset="0"/>
              </a:rPr>
              <a:t>  </a:t>
            </a:r>
          </a:p>
          <a:p>
            <a:pPr marL="228600" indent="-228600" algn="just">
              <a:buFont typeface="+mj-lt"/>
              <a:buAutoNum type="arabicPeriod"/>
            </a:pPr>
            <a:r>
              <a:rPr lang="en-US" sz="1100" dirty="0">
                <a:ea typeface="Open Sans" pitchFamily="34" charset="-122"/>
              </a:rPr>
              <a:t>224</a:t>
            </a:r>
          </a:p>
          <a:p>
            <a:pPr marL="228600" indent="-228600" algn="just">
              <a:buFont typeface="+mj-lt"/>
              <a:buAutoNum type="arabicPeriod"/>
            </a:pPr>
            <a:r>
              <a:rPr lang="en-US" sz="1100" dirty="0">
                <a:ea typeface="Open Sans" pitchFamily="34" charset="-122"/>
              </a:rPr>
              <a:t>226</a:t>
            </a:r>
          </a:p>
          <a:p>
            <a:pPr marL="228600" indent="-228600" algn="just">
              <a:buFont typeface="+mj-lt"/>
              <a:buAutoNum type="arabicPeriod"/>
            </a:pPr>
            <a:r>
              <a:rPr lang="en-US" sz="1100" dirty="0">
                <a:ea typeface="Open Sans" pitchFamily="34" charset="-122"/>
              </a:rPr>
              <a:t>228</a:t>
            </a:r>
          </a:p>
          <a:p>
            <a:pPr marL="228600" indent="-228600" algn="just">
              <a:buFont typeface="+mj-lt"/>
              <a:buAutoNum type="arabicPeriod"/>
            </a:pPr>
            <a:r>
              <a:rPr lang="en-US" sz="1100" dirty="0">
                <a:ea typeface="Open Sans" pitchFamily="34" charset="-122"/>
              </a:rPr>
              <a:t>230</a:t>
            </a:r>
          </a:p>
          <a:p>
            <a:pPr marL="228600" indent="-228600" algn="just">
              <a:buFont typeface="+mj-lt"/>
              <a:buAutoNum type="arabicPeriod"/>
            </a:pPr>
            <a:r>
              <a:rPr lang="en-US" sz="1100" dirty="0">
                <a:ea typeface="Open Sans" pitchFamily="34" charset="-122"/>
              </a:rPr>
              <a:t>232</a:t>
            </a:r>
          </a:p>
          <a:p>
            <a:pPr marL="228600" indent="-228600" algn="just">
              <a:buFont typeface="+mj-lt"/>
              <a:buAutoNum type="arabicPeriod"/>
            </a:pPr>
            <a:r>
              <a:rPr lang="en-US" sz="1100" dirty="0">
                <a:ea typeface="Open Sans" pitchFamily="34" charset="-122"/>
              </a:rPr>
              <a:t>234</a:t>
            </a:r>
          </a:p>
          <a:p>
            <a:pPr marL="228600" indent="-228600" algn="just">
              <a:buFont typeface="+mj-lt"/>
              <a:buAutoNum type="arabicPeriod"/>
            </a:pPr>
            <a:r>
              <a:rPr lang="en-US" sz="1100" dirty="0">
                <a:ea typeface="Open Sans" pitchFamily="34" charset="-122"/>
              </a:rPr>
              <a:t>236</a:t>
            </a:r>
          </a:p>
          <a:p>
            <a:pPr marL="228600" indent="-228600" algn="just">
              <a:buFont typeface="+mj-lt"/>
              <a:buAutoNum type="arabicPeriod"/>
            </a:pPr>
            <a:r>
              <a:rPr lang="en-US" sz="1100" dirty="0">
                <a:ea typeface="Open Sans" pitchFamily="34" charset="-122"/>
              </a:rPr>
              <a:t>237</a:t>
            </a:r>
          </a:p>
          <a:p>
            <a:pPr marL="228600" indent="-228600" algn="just">
              <a:buFont typeface="+mj-lt"/>
              <a:buAutoNum type="arabicPeriod"/>
            </a:pPr>
            <a:r>
              <a:rPr lang="en-US" sz="1100" dirty="0">
                <a:ea typeface="Open Sans" pitchFamily="34" charset="-122"/>
              </a:rPr>
              <a:t>238</a:t>
            </a:r>
          </a:p>
          <a:p>
            <a:pPr marL="228600" indent="-228600" algn="just">
              <a:buFont typeface="+mj-lt"/>
              <a:buAutoNum type="arabicPeriod"/>
            </a:pPr>
            <a:r>
              <a:rPr lang="en-US" sz="1100" dirty="0">
                <a:ea typeface="Open Sans" pitchFamily="34" charset="-122"/>
              </a:rPr>
              <a:t>239</a:t>
            </a:r>
          </a:p>
        </p:txBody>
      </p:sp>
      <p:sp>
        <p:nvSpPr>
          <p:cNvPr id="10" name="TextBox 9">
            <a:extLst>
              <a:ext uri="{FF2B5EF4-FFF2-40B4-BE49-F238E27FC236}">
                <a16:creationId xmlns:a16="http://schemas.microsoft.com/office/drawing/2014/main" id="{340C653C-A778-0718-5CAF-D35A70429B34}"/>
              </a:ext>
            </a:extLst>
          </p:cNvPr>
          <p:cNvSpPr txBox="1"/>
          <p:nvPr/>
        </p:nvSpPr>
        <p:spPr>
          <a:xfrm>
            <a:off x="6523565" y="1360486"/>
            <a:ext cx="1481667" cy="2000548"/>
          </a:xfrm>
          <a:prstGeom prst="rect">
            <a:avLst/>
          </a:prstGeom>
          <a:noFill/>
        </p:spPr>
        <p:txBody>
          <a:bodyPr wrap="square">
            <a:spAutoFit/>
          </a:bodyPr>
          <a:lstStyle/>
          <a:p>
            <a:pPr algn="just"/>
            <a:r>
              <a:rPr lang="en-US" sz="1100" dirty="0">
                <a:ea typeface="Open Sans" pitchFamily="34" charset="-122"/>
              </a:rPr>
              <a:t>Class E:</a:t>
            </a:r>
            <a:r>
              <a:rPr lang="en-US" sz="1400" b="1" dirty="0">
                <a:solidFill>
                  <a:srgbClr val="403CCF"/>
                </a:solidFill>
                <a:latin typeface="Libre Baskerville" pitchFamily="34" charset="0"/>
              </a:rPr>
              <a:t>  </a:t>
            </a:r>
          </a:p>
          <a:p>
            <a:pPr marL="228600" indent="-228600" algn="just">
              <a:buFont typeface="+mj-lt"/>
              <a:buAutoNum type="arabicPeriod"/>
            </a:pPr>
            <a:r>
              <a:rPr lang="en-US" sz="1100" dirty="0">
                <a:ea typeface="Open Sans" pitchFamily="34" charset="-122"/>
              </a:rPr>
              <a:t>240</a:t>
            </a:r>
          </a:p>
          <a:p>
            <a:pPr marL="228600" indent="-228600" algn="just">
              <a:buFont typeface="+mj-lt"/>
              <a:buAutoNum type="arabicPeriod"/>
            </a:pPr>
            <a:r>
              <a:rPr lang="en-US" sz="1100" dirty="0">
                <a:ea typeface="Open Sans" pitchFamily="34" charset="-122"/>
              </a:rPr>
              <a:t>242</a:t>
            </a:r>
          </a:p>
          <a:p>
            <a:pPr marL="228600" indent="-228600" algn="just">
              <a:buFont typeface="+mj-lt"/>
              <a:buAutoNum type="arabicPeriod"/>
            </a:pPr>
            <a:r>
              <a:rPr lang="en-US" sz="1100" dirty="0">
                <a:ea typeface="Open Sans" pitchFamily="34" charset="-122"/>
              </a:rPr>
              <a:t>244</a:t>
            </a:r>
          </a:p>
          <a:p>
            <a:pPr marL="228600" indent="-228600" algn="just">
              <a:buFont typeface="+mj-lt"/>
              <a:buAutoNum type="arabicPeriod"/>
            </a:pPr>
            <a:r>
              <a:rPr lang="en-US" sz="1100" dirty="0">
                <a:ea typeface="Open Sans" pitchFamily="34" charset="-122"/>
              </a:rPr>
              <a:t>246</a:t>
            </a:r>
          </a:p>
          <a:p>
            <a:pPr marL="228600" indent="-228600" algn="just">
              <a:buFont typeface="+mj-lt"/>
              <a:buAutoNum type="arabicPeriod"/>
            </a:pPr>
            <a:r>
              <a:rPr lang="en-US" sz="1100" dirty="0">
                <a:ea typeface="Open Sans" pitchFamily="34" charset="-122"/>
              </a:rPr>
              <a:t>248</a:t>
            </a:r>
          </a:p>
          <a:p>
            <a:pPr marL="228600" indent="-228600" algn="just">
              <a:buFont typeface="+mj-lt"/>
              <a:buAutoNum type="arabicPeriod"/>
            </a:pPr>
            <a:r>
              <a:rPr lang="en-US" sz="1100" dirty="0">
                <a:ea typeface="Open Sans" pitchFamily="34" charset="-122"/>
              </a:rPr>
              <a:t>250</a:t>
            </a:r>
          </a:p>
          <a:p>
            <a:pPr marL="228600" indent="-228600" algn="just">
              <a:buFont typeface="+mj-lt"/>
              <a:buAutoNum type="arabicPeriod"/>
            </a:pPr>
            <a:r>
              <a:rPr lang="en-US" sz="1100" dirty="0">
                <a:ea typeface="Open Sans" pitchFamily="34" charset="-122"/>
              </a:rPr>
              <a:t>251</a:t>
            </a:r>
          </a:p>
          <a:p>
            <a:pPr marL="228600" indent="-228600" algn="just">
              <a:buFont typeface="+mj-lt"/>
              <a:buAutoNum type="arabicPeriod"/>
            </a:pPr>
            <a:r>
              <a:rPr lang="en-US" sz="1100" dirty="0">
                <a:ea typeface="Open Sans" pitchFamily="34" charset="-122"/>
              </a:rPr>
              <a:t>253</a:t>
            </a:r>
          </a:p>
          <a:p>
            <a:pPr marL="228600" indent="-228600" algn="just">
              <a:buFont typeface="+mj-lt"/>
              <a:buAutoNum type="arabicPeriod"/>
            </a:pPr>
            <a:r>
              <a:rPr lang="en-US" sz="1100" dirty="0">
                <a:ea typeface="Open Sans" pitchFamily="34" charset="-122"/>
              </a:rPr>
              <a:t>254</a:t>
            </a:r>
          </a:p>
          <a:p>
            <a:pPr marL="228600" indent="-228600" algn="just">
              <a:buFont typeface="+mj-lt"/>
              <a:buAutoNum type="arabicPeriod"/>
            </a:pPr>
            <a:r>
              <a:rPr lang="en-US" sz="1100" dirty="0">
                <a:ea typeface="Open Sans" pitchFamily="34" charset="-122"/>
              </a:rPr>
              <a:t>255</a:t>
            </a:r>
          </a:p>
        </p:txBody>
      </p:sp>
    </p:spTree>
    <p:extLst>
      <p:ext uri="{BB962C8B-B14F-4D97-AF65-F5344CB8AC3E}">
        <p14:creationId xmlns:p14="http://schemas.microsoft.com/office/powerpoint/2010/main" val="20137795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A61C6-816A-4635-1FC9-B08BA606B9B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EA4A264-375C-E695-932E-18AA4DCC1021}"/>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17DE946A-232E-CBA9-535D-62750FC1E035}"/>
              </a:ext>
            </a:extLst>
          </p:cNvPr>
          <p:cNvSpPr txBox="1"/>
          <p:nvPr/>
        </p:nvSpPr>
        <p:spPr>
          <a:xfrm>
            <a:off x="-1" y="732375"/>
            <a:ext cx="5774267" cy="338554"/>
          </a:xfrm>
          <a:prstGeom prst="rect">
            <a:avLst/>
          </a:prstGeom>
          <a:noFill/>
        </p:spPr>
        <p:txBody>
          <a:bodyPr wrap="square">
            <a:spAutoFit/>
          </a:bodyPr>
          <a:lstStyle/>
          <a:p>
            <a:pPr algn="just"/>
            <a:r>
              <a:rPr lang="en-US" sz="1600" b="1" dirty="0">
                <a:solidFill>
                  <a:srgbClr val="403CCF"/>
                </a:solidFill>
                <a:latin typeface="Libre Baskerville" pitchFamily="34" charset="0"/>
              </a:rPr>
              <a:t>Assignment: Convert IP Addresses to Binary</a:t>
            </a:r>
          </a:p>
        </p:txBody>
      </p:sp>
      <p:sp>
        <p:nvSpPr>
          <p:cNvPr id="3" name="TextBox 2">
            <a:extLst>
              <a:ext uri="{FF2B5EF4-FFF2-40B4-BE49-F238E27FC236}">
                <a16:creationId xmlns:a16="http://schemas.microsoft.com/office/drawing/2014/main" id="{512736AE-EBD6-49BE-16E4-1F85E770A514}"/>
              </a:ext>
            </a:extLst>
          </p:cNvPr>
          <p:cNvSpPr txBox="1"/>
          <p:nvPr/>
        </p:nvSpPr>
        <p:spPr>
          <a:xfrm>
            <a:off x="93133" y="1340643"/>
            <a:ext cx="1481667" cy="1154162"/>
          </a:xfrm>
          <a:prstGeom prst="rect">
            <a:avLst/>
          </a:prstGeom>
          <a:noFill/>
        </p:spPr>
        <p:txBody>
          <a:bodyPr wrap="square">
            <a:spAutoFit/>
          </a:bodyPr>
          <a:lstStyle/>
          <a:p>
            <a:pPr algn="just"/>
            <a:r>
              <a:rPr lang="en-US" sz="1100" dirty="0">
                <a:ea typeface="Open Sans" pitchFamily="34" charset="-122"/>
              </a:rPr>
              <a:t>Class A IPs:</a:t>
            </a:r>
            <a:r>
              <a:rPr lang="en-US" sz="1400" b="1" dirty="0">
                <a:solidFill>
                  <a:srgbClr val="403CCF"/>
                </a:solidFill>
                <a:latin typeface="Libre Baskerville" pitchFamily="34" charset="0"/>
              </a:rPr>
              <a:t>  </a:t>
            </a:r>
          </a:p>
          <a:p>
            <a:pPr marL="228600" indent="-228600" algn="just">
              <a:buFont typeface="+mj-lt"/>
              <a:buAutoNum type="arabicPeriod"/>
            </a:pPr>
            <a:r>
              <a:rPr lang="en-US" sz="1100" dirty="0">
                <a:ea typeface="Open Sans" pitchFamily="34" charset="-122"/>
              </a:rPr>
              <a:t>10.0.0.1</a:t>
            </a:r>
          </a:p>
          <a:p>
            <a:pPr marL="228600" indent="-228600" algn="just">
              <a:buFont typeface="+mj-lt"/>
              <a:buAutoNum type="arabicPeriod"/>
            </a:pPr>
            <a:r>
              <a:rPr lang="en-US" sz="1100" dirty="0">
                <a:ea typeface="Open Sans" pitchFamily="34" charset="-122"/>
              </a:rPr>
              <a:t>25.100.50.5</a:t>
            </a:r>
          </a:p>
          <a:p>
            <a:pPr marL="228600" indent="-228600" algn="just">
              <a:buFont typeface="+mj-lt"/>
              <a:buAutoNum type="arabicPeriod"/>
            </a:pPr>
            <a:r>
              <a:rPr lang="en-US" sz="1100" dirty="0">
                <a:ea typeface="Open Sans" pitchFamily="34" charset="-122"/>
              </a:rPr>
              <a:t>50.10.1.100</a:t>
            </a:r>
          </a:p>
          <a:p>
            <a:pPr marL="228600" indent="-228600" algn="just">
              <a:buFont typeface="+mj-lt"/>
              <a:buAutoNum type="arabicPeriod"/>
            </a:pPr>
            <a:r>
              <a:rPr lang="en-US" sz="1100" dirty="0">
                <a:ea typeface="Open Sans" pitchFamily="34" charset="-122"/>
              </a:rPr>
              <a:t>99.200.15.2</a:t>
            </a:r>
          </a:p>
          <a:p>
            <a:pPr marL="228600" indent="-228600" algn="just">
              <a:buFont typeface="+mj-lt"/>
              <a:buAutoNum type="arabicPeriod"/>
            </a:pPr>
            <a:r>
              <a:rPr lang="en-US" sz="1100" dirty="0">
                <a:ea typeface="Open Sans" pitchFamily="34" charset="-122"/>
              </a:rPr>
              <a:t>126.1.2.3</a:t>
            </a:r>
          </a:p>
        </p:txBody>
      </p:sp>
      <p:sp>
        <p:nvSpPr>
          <p:cNvPr id="6" name="TextBox 5">
            <a:extLst>
              <a:ext uri="{FF2B5EF4-FFF2-40B4-BE49-F238E27FC236}">
                <a16:creationId xmlns:a16="http://schemas.microsoft.com/office/drawing/2014/main" id="{E2FE5400-2531-8876-C5D3-3961A6E23ACC}"/>
              </a:ext>
            </a:extLst>
          </p:cNvPr>
          <p:cNvSpPr txBox="1"/>
          <p:nvPr/>
        </p:nvSpPr>
        <p:spPr>
          <a:xfrm>
            <a:off x="1657350" y="1360486"/>
            <a:ext cx="1481667" cy="1154162"/>
          </a:xfrm>
          <a:prstGeom prst="rect">
            <a:avLst/>
          </a:prstGeom>
          <a:noFill/>
        </p:spPr>
        <p:txBody>
          <a:bodyPr wrap="square">
            <a:spAutoFit/>
          </a:bodyPr>
          <a:lstStyle/>
          <a:p>
            <a:pPr algn="just"/>
            <a:r>
              <a:rPr lang="en-US" sz="1100" dirty="0">
                <a:ea typeface="Open Sans" pitchFamily="34" charset="-122"/>
              </a:rPr>
              <a:t>Class B IPs:</a:t>
            </a:r>
            <a:r>
              <a:rPr lang="en-US" sz="1400" b="1" dirty="0">
                <a:solidFill>
                  <a:srgbClr val="403CCF"/>
                </a:solidFill>
                <a:latin typeface="Libre Baskerville" pitchFamily="34" charset="0"/>
              </a:rPr>
              <a:t>  </a:t>
            </a:r>
          </a:p>
          <a:p>
            <a:pPr marL="228600" indent="-228600" algn="just">
              <a:buFont typeface="+mj-lt"/>
              <a:buAutoNum type="arabicPeriod"/>
            </a:pPr>
            <a:r>
              <a:rPr lang="en-US" sz="1100" dirty="0">
                <a:ea typeface="Open Sans" pitchFamily="34" charset="-122"/>
              </a:rPr>
              <a:t>128.100.1.1</a:t>
            </a:r>
          </a:p>
          <a:p>
            <a:pPr marL="228600" indent="-228600" algn="just">
              <a:buFont typeface="+mj-lt"/>
              <a:buAutoNum type="arabicPeriod"/>
            </a:pPr>
            <a:r>
              <a:rPr lang="en-US" sz="1100" dirty="0">
                <a:ea typeface="Open Sans" pitchFamily="34" charset="-122"/>
              </a:rPr>
              <a:t>150.10.50.25</a:t>
            </a:r>
          </a:p>
          <a:p>
            <a:pPr marL="228600" indent="-228600" algn="just">
              <a:buFont typeface="+mj-lt"/>
              <a:buAutoNum type="arabicPeriod"/>
            </a:pPr>
            <a:r>
              <a:rPr lang="en-US" sz="1100" dirty="0">
                <a:ea typeface="Open Sans" pitchFamily="34" charset="-122"/>
              </a:rPr>
              <a:t>172.16.5.5</a:t>
            </a:r>
          </a:p>
          <a:p>
            <a:pPr marL="228600" indent="-228600" algn="just">
              <a:buFont typeface="+mj-lt"/>
              <a:buAutoNum type="arabicPeriod"/>
            </a:pPr>
            <a:r>
              <a:rPr lang="en-US" sz="1100" dirty="0">
                <a:ea typeface="Open Sans" pitchFamily="34" charset="-122"/>
              </a:rPr>
              <a:t>180.80.20.10</a:t>
            </a:r>
          </a:p>
          <a:p>
            <a:pPr marL="228600" indent="-228600" algn="just">
              <a:buFont typeface="+mj-lt"/>
              <a:buAutoNum type="arabicPeriod"/>
            </a:pPr>
            <a:r>
              <a:rPr lang="en-US" sz="1100" dirty="0">
                <a:ea typeface="Open Sans" pitchFamily="34" charset="-122"/>
              </a:rPr>
              <a:t>191.255.0.100</a:t>
            </a:r>
          </a:p>
        </p:txBody>
      </p:sp>
      <p:sp>
        <p:nvSpPr>
          <p:cNvPr id="7" name="TextBox 6">
            <a:extLst>
              <a:ext uri="{FF2B5EF4-FFF2-40B4-BE49-F238E27FC236}">
                <a16:creationId xmlns:a16="http://schemas.microsoft.com/office/drawing/2014/main" id="{226BB8FD-2E9B-8923-F505-8C9024910F5F}"/>
              </a:ext>
            </a:extLst>
          </p:cNvPr>
          <p:cNvSpPr txBox="1"/>
          <p:nvPr/>
        </p:nvSpPr>
        <p:spPr>
          <a:xfrm>
            <a:off x="3221567" y="1360486"/>
            <a:ext cx="1481667" cy="1154162"/>
          </a:xfrm>
          <a:prstGeom prst="rect">
            <a:avLst/>
          </a:prstGeom>
          <a:noFill/>
        </p:spPr>
        <p:txBody>
          <a:bodyPr wrap="square">
            <a:spAutoFit/>
          </a:bodyPr>
          <a:lstStyle/>
          <a:p>
            <a:pPr algn="just"/>
            <a:r>
              <a:rPr lang="en-US" sz="1100" dirty="0">
                <a:ea typeface="Open Sans" pitchFamily="34" charset="-122"/>
              </a:rPr>
              <a:t>Class C IPs:</a:t>
            </a:r>
            <a:r>
              <a:rPr lang="en-US" sz="1400" b="1" dirty="0">
                <a:solidFill>
                  <a:srgbClr val="403CCF"/>
                </a:solidFill>
                <a:latin typeface="Libre Baskerville" pitchFamily="34" charset="0"/>
              </a:rPr>
              <a:t>  </a:t>
            </a:r>
          </a:p>
          <a:p>
            <a:pPr marL="228600" indent="-228600" algn="just">
              <a:buFont typeface="+mj-lt"/>
              <a:buAutoNum type="arabicPeriod"/>
            </a:pPr>
            <a:r>
              <a:rPr lang="en-US" sz="1100" dirty="0">
                <a:ea typeface="Open Sans" pitchFamily="34" charset="-122"/>
              </a:rPr>
              <a:t>192.168.1.1</a:t>
            </a:r>
          </a:p>
          <a:p>
            <a:pPr marL="228600" indent="-228600" algn="just">
              <a:buFont typeface="+mj-lt"/>
              <a:buAutoNum type="arabicPeriod"/>
            </a:pPr>
            <a:r>
              <a:rPr lang="en-US" sz="1100" dirty="0">
                <a:ea typeface="Open Sans" pitchFamily="34" charset="-122"/>
              </a:rPr>
              <a:t>200.100.20.15</a:t>
            </a:r>
          </a:p>
          <a:p>
            <a:pPr marL="228600" indent="-228600" algn="just">
              <a:buFont typeface="+mj-lt"/>
              <a:buAutoNum type="arabicPeriod"/>
            </a:pPr>
            <a:r>
              <a:rPr lang="en-US" sz="1100" dirty="0">
                <a:ea typeface="Open Sans" pitchFamily="34" charset="-122"/>
              </a:rPr>
              <a:t>210.50.50.50</a:t>
            </a:r>
          </a:p>
          <a:p>
            <a:pPr marL="228600" indent="-228600" algn="just">
              <a:buFont typeface="+mj-lt"/>
              <a:buAutoNum type="arabicPeriod"/>
            </a:pPr>
            <a:r>
              <a:rPr lang="en-US" sz="1100" dirty="0">
                <a:ea typeface="Open Sans" pitchFamily="34" charset="-122"/>
              </a:rPr>
              <a:t>220.10.10.10</a:t>
            </a:r>
          </a:p>
          <a:p>
            <a:pPr marL="228600" indent="-228600" algn="just">
              <a:buFont typeface="+mj-lt"/>
              <a:buAutoNum type="arabicPeriod"/>
            </a:pPr>
            <a:r>
              <a:rPr lang="en-US" sz="1100" dirty="0">
                <a:ea typeface="Open Sans" pitchFamily="34" charset="-122"/>
              </a:rPr>
              <a:t>223.255.255.254</a:t>
            </a:r>
          </a:p>
        </p:txBody>
      </p:sp>
      <p:sp>
        <p:nvSpPr>
          <p:cNvPr id="8" name="TextBox 7">
            <a:extLst>
              <a:ext uri="{FF2B5EF4-FFF2-40B4-BE49-F238E27FC236}">
                <a16:creationId xmlns:a16="http://schemas.microsoft.com/office/drawing/2014/main" id="{505576F6-307B-340D-F7A2-04866715A652}"/>
              </a:ext>
            </a:extLst>
          </p:cNvPr>
          <p:cNvSpPr txBox="1"/>
          <p:nvPr/>
        </p:nvSpPr>
        <p:spPr>
          <a:xfrm>
            <a:off x="4804832" y="1360486"/>
            <a:ext cx="1481667" cy="1154162"/>
          </a:xfrm>
          <a:prstGeom prst="rect">
            <a:avLst/>
          </a:prstGeom>
          <a:noFill/>
        </p:spPr>
        <p:txBody>
          <a:bodyPr wrap="square">
            <a:spAutoFit/>
          </a:bodyPr>
          <a:lstStyle/>
          <a:p>
            <a:pPr algn="just"/>
            <a:r>
              <a:rPr lang="en-US" sz="1100" dirty="0">
                <a:ea typeface="Open Sans" pitchFamily="34" charset="-122"/>
              </a:rPr>
              <a:t>Class D IPs:</a:t>
            </a:r>
            <a:r>
              <a:rPr lang="en-US" sz="1400" b="1" dirty="0">
                <a:solidFill>
                  <a:srgbClr val="403CCF"/>
                </a:solidFill>
                <a:latin typeface="Libre Baskerville" pitchFamily="34" charset="0"/>
              </a:rPr>
              <a:t>  </a:t>
            </a:r>
          </a:p>
          <a:p>
            <a:pPr marL="228600" indent="-228600" algn="just">
              <a:buFont typeface="+mj-lt"/>
              <a:buAutoNum type="arabicPeriod"/>
            </a:pPr>
            <a:r>
              <a:rPr lang="en-US" sz="1100" dirty="0">
                <a:ea typeface="Open Sans" pitchFamily="34" charset="-122"/>
              </a:rPr>
              <a:t>224.0.0.1</a:t>
            </a:r>
          </a:p>
          <a:p>
            <a:pPr marL="228600" indent="-228600" algn="just">
              <a:buFont typeface="+mj-lt"/>
              <a:buAutoNum type="arabicPeriod"/>
            </a:pPr>
            <a:r>
              <a:rPr lang="en-US" sz="1100" dirty="0">
                <a:ea typeface="Open Sans" pitchFamily="34" charset="-122"/>
              </a:rPr>
              <a:t>230.10.10.10</a:t>
            </a:r>
          </a:p>
          <a:p>
            <a:pPr marL="228600" indent="-228600" algn="just">
              <a:buFont typeface="+mj-lt"/>
              <a:buAutoNum type="arabicPeriod"/>
            </a:pPr>
            <a:r>
              <a:rPr lang="en-US" sz="1100" dirty="0">
                <a:ea typeface="Open Sans" pitchFamily="34" charset="-122"/>
              </a:rPr>
              <a:t>235.1.1.1</a:t>
            </a:r>
          </a:p>
          <a:p>
            <a:pPr marL="228600" indent="-228600" algn="just">
              <a:buFont typeface="+mj-lt"/>
              <a:buAutoNum type="arabicPeriod"/>
            </a:pPr>
            <a:r>
              <a:rPr lang="en-US" sz="1100" dirty="0">
                <a:ea typeface="Open Sans" pitchFamily="34" charset="-122"/>
              </a:rPr>
              <a:t>238.100.100.10</a:t>
            </a:r>
          </a:p>
          <a:p>
            <a:pPr marL="228600" indent="-228600" algn="just">
              <a:buFont typeface="+mj-lt"/>
              <a:buAutoNum type="arabicPeriod"/>
            </a:pPr>
            <a:r>
              <a:rPr lang="en-US" sz="1100" dirty="0">
                <a:ea typeface="Open Sans" pitchFamily="34" charset="-122"/>
              </a:rPr>
              <a:t>239.255.0.0</a:t>
            </a:r>
          </a:p>
        </p:txBody>
      </p:sp>
      <p:sp>
        <p:nvSpPr>
          <p:cNvPr id="10" name="TextBox 9">
            <a:extLst>
              <a:ext uri="{FF2B5EF4-FFF2-40B4-BE49-F238E27FC236}">
                <a16:creationId xmlns:a16="http://schemas.microsoft.com/office/drawing/2014/main" id="{1E7D9F25-C060-32B7-D8C8-FC70C9307638}"/>
              </a:ext>
            </a:extLst>
          </p:cNvPr>
          <p:cNvSpPr txBox="1"/>
          <p:nvPr/>
        </p:nvSpPr>
        <p:spPr>
          <a:xfrm>
            <a:off x="6523565" y="1360486"/>
            <a:ext cx="2383368" cy="1415772"/>
          </a:xfrm>
          <a:prstGeom prst="rect">
            <a:avLst/>
          </a:prstGeom>
          <a:noFill/>
        </p:spPr>
        <p:txBody>
          <a:bodyPr wrap="square">
            <a:spAutoFit/>
          </a:bodyPr>
          <a:lstStyle/>
          <a:p>
            <a:pPr algn="just"/>
            <a:r>
              <a:rPr lang="en-US" sz="1100" dirty="0">
                <a:ea typeface="Open Sans" pitchFamily="34" charset="-122"/>
              </a:rPr>
              <a:t>Class E IPs:</a:t>
            </a:r>
            <a:r>
              <a:rPr lang="en-US" sz="1400" b="1" dirty="0">
                <a:solidFill>
                  <a:srgbClr val="403CCF"/>
                </a:solidFill>
                <a:latin typeface="Libre Baskerville" pitchFamily="34" charset="0"/>
              </a:rPr>
              <a:t>  </a:t>
            </a:r>
          </a:p>
          <a:p>
            <a:pPr marL="228600" indent="-228600" algn="just">
              <a:buFont typeface="+mj-lt"/>
              <a:buAutoNum type="arabicPeriod"/>
            </a:pPr>
            <a:r>
              <a:rPr lang="en-US" sz="900" dirty="0">
                <a:ea typeface="Open Sans" pitchFamily="34" charset="-122"/>
              </a:rPr>
              <a:t>Range: 240.0.0.0 to 255.255.255.255</a:t>
            </a:r>
          </a:p>
          <a:p>
            <a:pPr marL="228600" indent="-228600" algn="just">
              <a:buFont typeface="+mj-lt"/>
              <a:buAutoNum type="arabicPeriod"/>
            </a:pPr>
            <a:r>
              <a:rPr lang="en-US" sz="900" dirty="0">
                <a:ea typeface="Open Sans" pitchFamily="34" charset="-122"/>
              </a:rPr>
              <a:t>Purpose: Reserved for experimental or research use only</a:t>
            </a:r>
          </a:p>
          <a:p>
            <a:pPr marL="228600" indent="-228600" algn="just">
              <a:buFont typeface="+mj-lt"/>
              <a:buAutoNum type="arabicPeriod"/>
            </a:pPr>
            <a:r>
              <a:rPr lang="en-US" sz="900" dirty="0">
                <a:ea typeface="Open Sans" pitchFamily="34" charset="-122"/>
              </a:rPr>
              <a:t>Not assigned to hosts or used in normal IP addressing</a:t>
            </a:r>
          </a:p>
          <a:p>
            <a:pPr marL="228600" indent="-228600" algn="just">
              <a:buFont typeface="+mj-lt"/>
              <a:buAutoNum type="arabicPeriod"/>
            </a:pPr>
            <a:r>
              <a:rPr lang="en-US" sz="900" dirty="0">
                <a:ea typeface="Open Sans" pitchFamily="34" charset="-122"/>
              </a:rPr>
              <a:t>Not routable over the public internet</a:t>
            </a:r>
          </a:p>
          <a:p>
            <a:pPr marL="228600" indent="-228600" algn="just">
              <a:buFont typeface="+mj-lt"/>
              <a:buAutoNum type="arabicPeriod"/>
            </a:pPr>
            <a:r>
              <a:rPr lang="en-US" sz="900" dirty="0">
                <a:ea typeface="Open Sans" pitchFamily="34" charset="-122"/>
              </a:rPr>
              <a:t>Not used in real-world networking for devices</a:t>
            </a:r>
          </a:p>
        </p:txBody>
      </p:sp>
      <p:sp>
        <p:nvSpPr>
          <p:cNvPr id="9" name="TextBox 8">
            <a:extLst>
              <a:ext uri="{FF2B5EF4-FFF2-40B4-BE49-F238E27FC236}">
                <a16:creationId xmlns:a16="http://schemas.microsoft.com/office/drawing/2014/main" id="{38AA0CCB-D9FF-1967-FAC1-DB2F7DAEE3DD}"/>
              </a:ext>
            </a:extLst>
          </p:cNvPr>
          <p:cNvSpPr txBox="1"/>
          <p:nvPr/>
        </p:nvSpPr>
        <p:spPr>
          <a:xfrm>
            <a:off x="215899" y="3114245"/>
            <a:ext cx="7700433" cy="738664"/>
          </a:xfrm>
          <a:prstGeom prst="rect">
            <a:avLst/>
          </a:prstGeom>
          <a:noFill/>
        </p:spPr>
        <p:txBody>
          <a:bodyPr wrap="square">
            <a:spAutoFit/>
          </a:bodyPr>
          <a:lstStyle/>
          <a:p>
            <a:r>
              <a:rPr lang="en-US" sz="1400" dirty="0">
                <a:ea typeface="Open Sans" pitchFamily="34" charset="-122"/>
              </a:rPr>
              <a:t>✅ Example 1 : </a:t>
            </a:r>
            <a:r>
              <a:rPr lang="en-US" dirty="0">
                <a:ea typeface="Open Sans" pitchFamily="34" charset="-122"/>
              </a:rPr>
              <a:t>10.0.0.1</a:t>
            </a:r>
          </a:p>
          <a:p>
            <a:endParaRPr lang="en-US" dirty="0">
              <a:ea typeface="Open Sans" pitchFamily="34" charset="-122"/>
            </a:endParaRPr>
          </a:p>
          <a:p>
            <a:r>
              <a:rPr lang="en-US" dirty="0"/>
              <a:t>                        </a:t>
            </a:r>
            <a:r>
              <a:rPr lang="en-PK" dirty="0"/>
              <a:t>00001010.00000000.00000000.00000001</a:t>
            </a:r>
          </a:p>
        </p:txBody>
      </p:sp>
    </p:spTree>
    <p:extLst>
      <p:ext uri="{BB962C8B-B14F-4D97-AF65-F5344CB8AC3E}">
        <p14:creationId xmlns:p14="http://schemas.microsoft.com/office/powerpoint/2010/main" val="1592801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497E3-FBAE-38DB-387B-5D02A8247F0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7B27896-B758-4F23-9636-FAC7786E28BC}"/>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9734AACB-9F2F-B940-1C0D-4341E898F3CE}"/>
              </a:ext>
            </a:extLst>
          </p:cNvPr>
          <p:cNvSpPr txBox="1"/>
          <p:nvPr/>
        </p:nvSpPr>
        <p:spPr>
          <a:xfrm>
            <a:off x="0" y="732375"/>
            <a:ext cx="8559800" cy="3139321"/>
          </a:xfrm>
          <a:prstGeom prst="rect">
            <a:avLst/>
          </a:prstGeom>
          <a:noFill/>
        </p:spPr>
        <p:txBody>
          <a:bodyPr wrap="square">
            <a:spAutoFit/>
          </a:bodyPr>
          <a:lstStyle/>
          <a:p>
            <a:pPr algn="just"/>
            <a:endParaRPr lang="en-US" dirty="0">
              <a:solidFill>
                <a:srgbClr val="403CCF"/>
              </a:solidFill>
              <a:latin typeface="Libre Baskerville" pitchFamily="34" charset="0"/>
            </a:endParaRPr>
          </a:p>
          <a:p>
            <a:pPr algn="just"/>
            <a:r>
              <a:rPr lang="en-US" dirty="0">
                <a:solidFill>
                  <a:srgbClr val="403CCF"/>
                </a:solidFill>
                <a:latin typeface="Libre Baskerville" pitchFamily="34" charset="0"/>
              </a:rPr>
              <a:t>What is Subnetting?</a:t>
            </a:r>
          </a:p>
          <a:p>
            <a:pPr algn="just"/>
            <a:endParaRPr lang="en-US" dirty="0">
              <a:solidFill>
                <a:srgbClr val="403CCF"/>
              </a:solidFill>
              <a:latin typeface="Libre Baskerville" pitchFamily="34" charset="0"/>
            </a:endParaRPr>
          </a:p>
          <a:p>
            <a:pPr marL="171450" indent="-171450">
              <a:buFont typeface="Wingdings" panose="05000000000000000000" pitchFamily="2" charset="2"/>
              <a:buChar char="ü"/>
            </a:pPr>
            <a:r>
              <a:rPr lang="en-US" sz="1200" dirty="0">
                <a:ea typeface="Open Sans" pitchFamily="34" charset="-122"/>
              </a:rPr>
              <a:t>Subnetting is the process of dividing a large network into smaller subnetworks to efficiently use IP addresses. </a:t>
            </a:r>
          </a:p>
          <a:p>
            <a:pPr marL="171450" indent="-171450">
              <a:buFont typeface="Wingdings" panose="05000000000000000000" pitchFamily="2" charset="2"/>
              <a:buChar char="ü"/>
            </a:pPr>
            <a:r>
              <a:rPr lang="en-US" sz="1200" dirty="0">
                <a:ea typeface="Open Sans" pitchFamily="34" charset="-122"/>
              </a:rPr>
              <a:t>It helps in better network management, security, and reducing IP wastage.</a:t>
            </a:r>
          </a:p>
          <a:p>
            <a:pPr algn="just"/>
            <a:endParaRPr lang="en-US" dirty="0"/>
          </a:p>
          <a:p>
            <a:pPr algn="just"/>
            <a:endParaRPr lang="en-US" dirty="0"/>
          </a:p>
          <a:p>
            <a:pPr algn="just"/>
            <a:endParaRPr lang="en-US" dirty="0"/>
          </a:p>
          <a:p>
            <a:pPr algn="just"/>
            <a:endParaRPr lang="en-US" dirty="0"/>
          </a:p>
          <a:p>
            <a:pPr algn="just"/>
            <a:r>
              <a:rPr lang="en-US" dirty="0">
                <a:solidFill>
                  <a:srgbClr val="403CCF"/>
                </a:solidFill>
                <a:latin typeface="Libre Baskerville" pitchFamily="34" charset="0"/>
              </a:rPr>
              <a:t>Why Do We Need Subnetting?</a:t>
            </a:r>
          </a:p>
          <a:p>
            <a:pPr algn="just"/>
            <a:endParaRPr lang="en-US" dirty="0"/>
          </a:p>
          <a:p>
            <a:pPr marL="171450" indent="-171450" algn="just">
              <a:buFont typeface="Wingdings" panose="05000000000000000000" pitchFamily="2" charset="2"/>
              <a:buChar char="ü"/>
            </a:pPr>
            <a:r>
              <a:rPr lang="en-US" sz="1200" dirty="0">
                <a:ea typeface="Open Sans" pitchFamily="34" charset="-122"/>
              </a:rPr>
              <a:t>Efficient Use of IP Addresses – Prevents wastage of IPs.</a:t>
            </a:r>
          </a:p>
          <a:p>
            <a:pPr marL="171450" indent="-171450" algn="just">
              <a:buFont typeface="Wingdings" panose="05000000000000000000" pitchFamily="2" charset="2"/>
              <a:buChar char="ü"/>
            </a:pPr>
            <a:r>
              <a:rPr lang="en-US" sz="1200" dirty="0">
                <a:ea typeface="Open Sans" pitchFamily="34" charset="-122"/>
              </a:rPr>
              <a:t>Solves IP Shortage – Helps in managing limited IP resources.</a:t>
            </a:r>
          </a:p>
          <a:p>
            <a:pPr marL="171450" indent="-171450" algn="just">
              <a:buFont typeface="Wingdings" panose="05000000000000000000" pitchFamily="2" charset="2"/>
              <a:buChar char="ü"/>
            </a:pPr>
            <a:r>
              <a:rPr lang="en-US" sz="1200" dirty="0">
                <a:ea typeface="Open Sans" pitchFamily="34" charset="-122"/>
              </a:rPr>
              <a:t>Improves Network Performance – Reduces congestion by segmenting traffic.</a:t>
            </a:r>
          </a:p>
          <a:p>
            <a:pPr marL="171450" indent="-171450" algn="just">
              <a:buFont typeface="Wingdings" panose="05000000000000000000" pitchFamily="2" charset="2"/>
              <a:buChar char="ü"/>
            </a:pPr>
            <a:r>
              <a:rPr lang="en-US" sz="1200" dirty="0">
                <a:ea typeface="Open Sans" pitchFamily="34" charset="-122"/>
              </a:rPr>
              <a:t>Enhances Security – Allows better control and isolation of network segments.</a:t>
            </a:r>
            <a:endParaRPr lang="en-PK" sz="1200" dirty="0">
              <a:ea typeface="Open Sans" pitchFamily="34" charset="-122"/>
            </a:endParaRPr>
          </a:p>
        </p:txBody>
      </p:sp>
      <p:sp>
        <p:nvSpPr>
          <p:cNvPr id="3" name="TextBox 2">
            <a:extLst>
              <a:ext uri="{FF2B5EF4-FFF2-40B4-BE49-F238E27FC236}">
                <a16:creationId xmlns:a16="http://schemas.microsoft.com/office/drawing/2014/main" id="{26A339D2-B373-5BAC-2149-823F96B23810}"/>
              </a:ext>
            </a:extLst>
          </p:cNvPr>
          <p:cNvSpPr txBox="1"/>
          <p:nvPr/>
        </p:nvSpPr>
        <p:spPr>
          <a:xfrm>
            <a:off x="910166" y="4411125"/>
            <a:ext cx="7649634" cy="523220"/>
          </a:xfrm>
          <a:prstGeom prst="rect">
            <a:avLst/>
          </a:prstGeom>
          <a:noFill/>
        </p:spPr>
        <p:txBody>
          <a:bodyPr wrap="square">
            <a:spAutoFit/>
          </a:bodyPr>
          <a:lstStyle/>
          <a:p>
            <a:r>
              <a:rPr lang="en-US" dirty="0">
                <a:highlight>
                  <a:srgbClr val="00FFFF"/>
                </a:highlight>
              </a:rPr>
              <a:t>Note: The RIPv1 protocol is unable to handle </a:t>
            </a:r>
            <a:r>
              <a:rPr lang="en-US" dirty="0" err="1">
                <a:highlight>
                  <a:srgbClr val="00FFFF"/>
                </a:highlight>
              </a:rPr>
              <a:t>subnetted</a:t>
            </a:r>
            <a:r>
              <a:rPr lang="en-US" dirty="0">
                <a:highlight>
                  <a:srgbClr val="00FFFF"/>
                </a:highlight>
              </a:rPr>
              <a:t> IPs properly, whereas RIPv2 and OSPF can.  In these practical we will be using RIPv2. </a:t>
            </a:r>
          </a:p>
        </p:txBody>
      </p:sp>
    </p:spTree>
    <p:extLst>
      <p:ext uri="{BB962C8B-B14F-4D97-AF65-F5344CB8AC3E}">
        <p14:creationId xmlns:p14="http://schemas.microsoft.com/office/powerpoint/2010/main" val="13663241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0DA7E-8794-76A8-EE36-F4DF03CED1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3122564-D20A-4A24-136E-D2D344AB1E46}"/>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E16A9CE8-AA4E-5707-AEE4-1A31B7EEE948}"/>
              </a:ext>
            </a:extLst>
          </p:cNvPr>
          <p:cNvSpPr txBox="1"/>
          <p:nvPr/>
        </p:nvSpPr>
        <p:spPr>
          <a:xfrm>
            <a:off x="237066" y="626548"/>
            <a:ext cx="4428067" cy="1077218"/>
          </a:xfrm>
          <a:prstGeom prst="rect">
            <a:avLst/>
          </a:prstGeom>
          <a:noFill/>
        </p:spPr>
        <p:txBody>
          <a:bodyPr wrap="square">
            <a:spAutoFit/>
          </a:bodyPr>
          <a:lstStyle/>
          <a:p>
            <a:pPr algn="just"/>
            <a:r>
              <a:rPr lang="en-US" dirty="0">
                <a:solidFill>
                  <a:srgbClr val="403CCF"/>
                </a:solidFill>
                <a:latin typeface="Libre Baskerville" pitchFamily="34" charset="0"/>
              </a:rPr>
              <a:t>Two types of Subnetting </a:t>
            </a:r>
          </a:p>
          <a:p>
            <a:pPr algn="just"/>
            <a:endParaRPr lang="en-US" dirty="0">
              <a:solidFill>
                <a:srgbClr val="403CCF"/>
              </a:solidFill>
              <a:latin typeface="Libre Baskerville" pitchFamily="34" charset="0"/>
            </a:endParaRPr>
          </a:p>
          <a:p>
            <a:pPr marL="228600" indent="-228600">
              <a:buFont typeface="+mj-lt"/>
              <a:buAutoNum type="arabicPeriod"/>
            </a:pPr>
            <a:r>
              <a:rPr lang="en-US" sz="1200" dirty="0">
                <a:ea typeface="Open Sans" pitchFamily="34" charset="-122"/>
              </a:rPr>
              <a:t>FLSM (Fixed of length subnet mask)</a:t>
            </a:r>
          </a:p>
          <a:p>
            <a:pPr marL="228600" indent="-228600">
              <a:buFont typeface="+mj-lt"/>
              <a:buAutoNum type="arabicPeriod"/>
            </a:pPr>
            <a:endParaRPr lang="en-US" sz="1200" dirty="0">
              <a:ea typeface="Open Sans" pitchFamily="34" charset="-122"/>
            </a:endParaRPr>
          </a:p>
          <a:p>
            <a:pPr marL="228600" indent="-228600">
              <a:buFont typeface="+mj-lt"/>
              <a:buAutoNum type="arabicPeriod"/>
            </a:pPr>
            <a:r>
              <a:rPr lang="en-US" sz="1200" dirty="0">
                <a:ea typeface="Open Sans" pitchFamily="34" charset="-122"/>
              </a:rPr>
              <a:t>VLSM (Variable length subnet mask) </a:t>
            </a:r>
          </a:p>
        </p:txBody>
      </p:sp>
      <p:sp>
        <p:nvSpPr>
          <p:cNvPr id="6" name="TextBox 5">
            <a:extLst>
              <a:ext uri="{FF2B5EF4-FFF2-40B4-BE49-F238E27FC236}">
                <a16:creationId xmlns:a16="http://schemas.microsoft.com/office/drawing/2014/main" id="{9FEB8642-11D3-5249-857F-C8D3ACFDD8E7}"/>
              </a:ext>
            </a:extLst>
          </p:cNvPr>
          <p:cNvSpPr txBox="1"/>
          <p:nvPr/>
        </p:nvSpPr>
        <p:spPr>
          <a:xfrm>
            <a:off x="490008" y="1921449"/>
            <a:ext cx="5690659" cy="1369606"/>
          </a:xfrm>
          <a:prstGeom prst="rect">
            <a:avLst/>
          </a:prstGeom>
          <a:noFill/>
        </p:spPr>
        <p:txBody>
          <a:bodyPr wrap="square">
            <a:spAutoFit/>
          </a:bodyPr>
          <a:lstStyle/>
          <a:p>
            <a:r>
              <a:rPr lang="en-US" sz="1400" dirty="0">
                <a:highlight>
                  <a:srgbClr val="00FFFF"/>
                </a:highlight>
                <a:ea typeface="Open Sans" pitchFamily="34" charset="-122"/>
              </a:rPr>
              <a:t>FLSM:</a:t>
            </a:r>
          </a:p>
          <a:p>
            <a:endParaRPr lang="en-US" sz="1400" dirty="0">
              <a:ea typeface="Open Sans" pitchFamily="34" charset="-122"/>
            </a:endParaRPr>
          </a:p>
          <a:p>
            <a:pPr marL="285750" indent="-285750">
              <a:buFont typeface="Wingdings" panose="05000000000000000000" pitchFamily="2" charset="2"/>
              <a:buChar char="ü"/>
            </a:pPr>
            <a:r>
              <a:rPr lang="en-US" sz="1100" dirty="0">
                <a:ea typeface="Open Sans" pitchFamily="34" charset="-122"/>
              </a:rPr>
              <a:t>Fixed Length Subnet Mask</a:t>
            </a:r>
          </a:p>
          <a:p>
            <a:pPr marL="285750" indent="-285750">
              <a:buFont typeface="Wingdings" panose="05000000000000000000" pitchFamily="2" charset="2"/>
              <a:buChar char="ü"/>
            </a:pPr>
            <a:r>
              <a:rPr lang="en-US" sz="1100" dirty="0">
                <a:ea typeface="Open Sans" pitchFamily="34" charset="-122"/>
              </a:rPr>
              <a:t>All subnets have same subnet mask.</a:t>
            </a:r>
          </a:p>
          <a:p>
            <a:pPr marL="285750" indent="-285750">
              <a:buFont typeface="Wingdings" panose="05000000000000000000" pitchFamily="2" charset="2"/>
              <a:buChar char="ü"/>
            </a:pPr>
            <a:r>
              <a:rPr lang="en-US" sz="1100" dirty="0">
                <a:ea typeface="Open Sans" pitchFamily="34" charset="-122"/>
              </a:rPr>
              <a:t>Equal number of IPs in each subnet.</a:t>
            </a:r>
          </a:p>
          <a:p>
            <a:pPr marL="285750" indent="-285750">
              <a:buFont typeface="Wingdings" panose="05000000000000000000" pitchFamily="2" charset="2"/>
              <a:buChar char="ü"/>
            </a:pPr>
            <a:r>
              <a:rPr lang="en-US" sz="1100" dirty="0">
                <a:ea typeface="Open Sans" pitchFamily="34" charset="-122"/>
              </a:rPr>
              <a:t>Easier to design, but wastes IPs.</a:t>
            </a:r>
          </a:p>
          <a:p>
            <a:pPr marL="285750" indent="-285750">
              <a:buFont typeface="Wingdings" panose="05000000000000000000" pitchFamily="2" charset="2"/>
              <a:buChar char="ü"/>
            </a:pPr>
            <a:r>
              <a:rPr lang="en-US" sz="1100" dirty="0">
                <a:ea typeface="Open Sans" pitchFamily="34" charset="-122"/>
              </a:rPr>
              <a:t>FLSM look or users(Hosts) , all subnets will have the same number of hosts </a:t>
            </a:r>
          </a:p>
        </p:txBody>
      </p:sp>
      <p:sp>
        <p:nvSpPr>
          <p:cNvPr id="8" name="TextBox 7">
            <a:extLst>
              <a:ext uri="{FF2B5EF4-FFF2-40B4-BE49-F238E27FC236}">
                <a16:creationId xmlns:a16="http://schemas.microsoft.com/office/drawing/2014/main" id="{AC0D6AD3-DC7A-4046-350F-43ADDD463D3D}"/>
              </a:ext>
            </a:extLst>
          </p:cNvPr>
          <p:cNvSpPr txBox="1"/>
          <p:nvPr/>
        </p:nvSpPr>
        <p:spPr>
          <a:xfrm>
            <a:off x="490008" y="3508738"/>
            <a:ext cx="6723592" cy="1369606"/>
          </a:xfrm>
          <a:prstGeom prst="rect">
            <a:avLst/>
          </a:prstGeom>
          <a:noFill/>
        </p:spPr>
        <p:txBody>
          <a:bodyPr wrap="square">
            <a:spAutoFit/>
          </a:bodyPr>
          <a:lstStyle/>
          <a:p>
            <a:r>
              <a:rPr lang="en-US" dirty="0">
                <a:highlight>
                  <a:srgbClr val="00FFFF"/>
                </a:highlight>
                <a:ea typeface="Open Sans" pitchFamily="34" charset="-122"/>
              </a:rPr>
              <a:t>VLSM:</a:t>
            </a:r>
          </a:p>
          <a:p>
            <a:endParaRPr lang="en-US" dirty="0"/>
          </a:p>
          <a:p>
            <a:pPr marL="285750" indent="-285750">
              <a:buFont typeface="Wingdings" panose="05000000000000000000" pitchFamily="2" charset="2"/>
              <a:buChar char="ü"/>
            </a:pPr>
            <a:r>
              <a:rPr lang="en-US" sz="1100" dirty="0">
                <a:ea typeface="Open Sans" pitchFamily="34" charset="-122"/>
              </a:rPr>
              <a:t>Variable Length Subnet Mask</a:t>
            </a:r>
          </a:p>
          <a:p>
            <a:pPr marL="285750" indent="-285750">
              <a:buFont typeface="Wingdings" panose="05000000000000000000" pitchFamily="2" charset="2"/>
              <a:buChar char="ü"/>
            </a:pPr>
            <a:r>
              <a:rPr lang="en-US" sz="1100" dirty="0">
                <a:ea typeface="Open Sans" pitchFamily="34" charset="-122"/>
              </a:rPr>
              <a:t>Subnets can have different sizes/masks.</a:t>
            </a:r>
          </a:p>
          <a:p>
            <a:pPr marL="285750" indent="-285750">
              <a:buFont typeface="Wingdings" panose="05000000000000000000" pitchFamily="2" charset="2"/>
              <a:buChar char="ü"/>
            </a:pPr>
            <a:r>
              <a:rPr lang="en-US" sz="1100" dirty="0">
                <a:ea typeface="Open Sans" pitchFamily="34" charset="-122"/>
              </a:rPr>
              <a:t>IPs are used efficiently, no waste.</a:t>
            </a:r>
          </a:p>
          <a:p>
            <a:pPr marL="285750" indent="-285750">
              <a:buFont typeface="Wingdings" panose="05000000000000000000" pitchFamily="2" charset="2"/>
              <a:buChar char="ü"/>
            </a:pPr>
            <a:r>
              <a:rPr lang="en-US" sz="1100" dirty="0">
                <a:ea typeface="Open Sans" pitchFamily="34" charset="-122"/>
              </a:rPr>
              <a:t>Needs proper planning and routing.</a:t>
            </a:r>
          </a:p>
          <a:p>
            <a:pPr marL="285750" indent="-285750">
              <a:buFont typeface="Wingdings" panose="05000000000000000000" pitchFamily="2" charset="2"/>
              <a:buChar char="ü"/>
            </a:pPr>
            <a:r>
              <a:rPr lang="en-US" sz="1100" dirty="0">
                <a:ea typeface="Open Sans" pitchFamily="34" charset="-122"/>
              </a:rPr>
              <a:t>VLSM looks for both , first network and then users , Assign subnet size based on user needs</a:t>
            </a:r>
          </a:p>
        </p:txBody>
      </p:sp>
    </p:spTree>
    <p:extLst>
      <p:ext uri="{BB962C8B-B14F-4D97-AF65-F5344CB8AC3E}">
        <p14:creationId xmlns:p14="http://schemas.microsoft.com/office/powerpoint/2010/main" val="26976210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29901-B0A8-019A-D876-9580608113B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2D4A355-3DF2-5585-0C98-6EACDAE4358D}"/>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6" name="TextBox 5">
            <a:extLst>
              <a:ext uri="{FF2B5EF4-FFF2-40B4-BE49-F238E27FC236}">
                <a16:creationId xmlns:a16="http://schemas.microsoft.com/office/drawing/2014/main" id="{0E25828A-1887-96F6-15D0-23C707706A6A}"/>
              </a:ext>
            </a:extLst>
          </p:cNvPr>
          <p:cNvSpPr txBox="1"/>
          <p:nvPr/>
        </p:nvSpPr>
        <p:spPr>
          <a:xfrm>
            <a:off x="838201" y="1956197"/>
            <a:ext cx="7789332" cy="1231106"/>
          </a:xfrm>
          <a:prstGeom prst="rect">
            <a:avLst/>
          </a:prstGeom>
          <a:noFill/>
        </p:spPr>
        <p:txBody>
          <a:bodyPr wrap="square">
            <a:spAutoFit/>
          </a:bodyPr>
          <a:lstStyle/>
          <a:p>
            <a:r>
              <a:rPr lang="en-US" sz="6000" dirty="0">
                <a:highlight>
                  <a:srgbClr val="00FFFF"/>
                </a:highlight>
                <a:ea typeface="Open Sans" pitchFamily="34" charset="-122"/>
              </a:rPr>
              <a:t>FLSM using Class C:</a:t>
            </a:r>
          </a:p>
          <a:p>
            <a:endParaRPr lang="en-US" sz="1400" dirty="0">
              <a:ea typeface="Open Sans" pitchFamily="34" charset="-122"/>
            </a:endParaRPr>
          </a:p>
        </p:txBody>
      </p:sp>
    </p:spTree>
    <p:extLst>
      <p:ext uri="{BB962C8B-B14F-4D97-AF65-F5344CB8AC3E}">
        <p14:creationId xmlns:p14="http://schemas.microsoft.com/office/powerpoint/2010/main" val="337691311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85659-8065-EF1C-2DDC-467D6C61B3C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51D0CEE-87B6-9DF9-3151-77B08270396E}"/>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6" name="TextBox 5">
            <a:extLst>
              <a:ext uri="{FF2B5EF4-FFF2-40B4-BE49-F238E27FC236}">
                <a16:creationId xmlns:a16="http://schemas.microsoft.com/office/drawing/2014/main" id="{EAF443A6-B12E-01CB-B590-4DB1E6E65AC2}"/>
              </a:ext>
            </a:extLst>
          </p:cNvPr>
          <p:cNvSpPr txBox="1"/>
          <p:nvPr/>
        </p:nvSpPr>
        <p:spPr>
          <a:xfrm>
            <a:off x="249767" y="626548"/>
            <a:ext cx="8894233" cy="3908762"/>
          </a:xfrm>
          <a:prstGeom prst="rect">
            <a:avLst/>
          </a:prstGeom>
          <a:noFill/>
        </p:spPr>
        <p:txBody>
          <a:bodyPr wrap="square">
            <a:spAutoFit/>
          </a:bodyPr>
          <a:lstStyle/>
          <a:p>
            <a:r>
              <a:rPr kumimoji="0" lang="en-US" sz="1400" b="1" i="0" u="none" strike="noStrike" kern="0" cap="none" spc="0" normalizeH="0" baseline="0" noProof="0" dirty="0">
                <a:ln>
                  <a:noFill/>
                </a:ln>
                <a:solidFill>
                  <a:srgbClr val="000000"/>
                </a:solidFill>
                <a:effectLst/>
                <a:highlight>
                  <a:srgbClr val="00FFFF"/>
                </a:highlight>
                <a:uLnTx/>
                <a:uFillTx/>
                <a:latin typeface="Arial"/>
                <a:ea typeface="Open Sans" pitchFamily="34" charset="-122"/>
                <a:cs typeface="Arial"/>
                <a:sym typeface="Arial"/>
              </a:rPr>
              <a:t>Q1: </a:t>
            </a:r>
            <a:r>
              <a:rPr kumimoji="0" lang="en-US" sz="1400" b="0" i="0" u="none" strike="noStrike" kern="0" cap="none" spc="0" normalizeH="0" baseline="0" noProof="0" dirty="0">
                <a:ln>
                  <a:noFill/>
                </a:ln>
                <a:solidFill>
                  <a:srgbClr val="000000"/>
                </a:solidFill>
                <a:effectLst/>
                <a:highlight>
                  <a:srgbClr val="00FFFF"/>
                </a:highlight>
                <a:uLnTx/>
                <a:uFillTx/>
                <a:latin typeface="Arial"/>
                <a:ea typeface="Open Sans" pitchFamily="34" charset="-122"/>
                <a:cs typeface="Arial"/>
                <a:sym typeface="Arial"/>
              </a:rPr>
              <a:t>A company says, "We have purchased the IP address 210.200.100.100/24. You need to connect </a:t>
            </a:r>
            <a:r>
              <a:rPr kumimoji="0" lang="en-US" sz="1400" b="1" i="0" u="none" strike="noStrike" kern="0" cap="none" spc="0" normalizeH="0" baseline="0" noProof="0" dirty="0">
                <a:ln>
                  <a:noFill/>
                </a:ln>
                <a:solidFill>
                  <a:srgbClr val="000000"/>
                </a:solidFill>
                <a:effectLst/>
                <a:highlight>
                  <a:srgbClr val="00FFFF"/>
                </a:highlight>
                <a:uLnTx/>
                <a:uFillTx/>
                <a:latin typeface="Arial"/>
                <a:ea typeface="Open Sans" pitchFamily="34" charset="-122"/>
                <a:cs typeface="Arial"/>
                <a:sym typeface="Arial"/>
              </a:rPr>
              <a:t>two </a:t>
            </a:r>
            <a:r>
              <a:rPr kumimoji="0" lang="en-US" sz="1400" b="0" i="0" u="none" strike="noStrike" kern="0" cap="none" spc="0" normalizeH="0" baseline="0" noProof="0" dirty="0">
                <a:ln>
                  <a:noFill/>
                </a:ln>
                <a:solidFill>
                  <a:srgbClr val="000000"/>
                </a:solidFill>
                <a:effectLst/>
                <a:highlight>
                  <a:srgbClr val="00FFFF"/>
                </a:highlight>
                <a:uLnTx/>
                <a:uFillTx/>
                <a:latin typeface="Arial"/>
                <a:ea typeface="Open Sans" pitchFamily="34" charset="-122"/>
                <a:cs typeface="Arial"/>
                <a:sym typeface="Arial"/>
              </a:rPr>
              <a:t>branches, and each branch has </a:t>
            </a:r>
            <a:r>
              <a:rPr kumimoji="0" lang="en-US" sz="1400" b="1" i="0" u="none" strike="noStrike" kern="0" cap="none" spc="0" normalizeH="0" baseline="0" noProof="0" dirty="0">
                <a:ln>
                  <a:noFill/>
                </a:ln>
                <a:solidFill>
                  <a:srgbClr val="000000"/>
                </a:solidFill>
                <a:effectLst/>
                <a:highlight>
                  <a:srgbClr val="00FFFF"/>
                </a:highlight>
                <a:uLnTx/>
                <a:uFillTx/>
                <a:latin typeface="Arial"/>
                <a:ea typeface="Open Sans" pitchFamily="34" charset="-122"/>
                <a:cs typeface="Arial"/>
                <a:sym typeface="Arial"/>
              </a:rPr>
              <a:t>126 users</a:t>
            </a:r>
            <a:r>
              <a:rPr kumimoji="0" lang="en-US" sz="1400" b="0" i="0" u="none" strike="noStrike" kern="0" cap="none" spc="0" normalizeH="0" baseline="0" noProof="0" dirty="0">
                <a:ln>
                  <a:noFill/>
                </a:ln>
                <a:solidFill>
                  <a:srgbClr val="000000"/>
                </a:solidFill>
                <a:effectLst/>
                <a:highlight>
                  <a:srgbClr val="00FFFF"/>
                </a:highlight>
                <a:uLnTx/>
                <a:uFillTx/>
                <a:latin typeface="Arial"/>
                <a:ea typeface="Open Sans" pitchFamily="34" charset="-122"/>
                <a:cs typeface="Arial"/>
                <a:sym typeface="Arial"/>
              </a:rPr>
              <a:t>”.</a:t>
            </a:r>
            <a:endParaRPr lang="en-US" dirty="0">
              <a:ea typeface="Open Sans" pitchFamily="34" charset="-122"/>
            </a:endParaRPr>
          </a:p>
          <a:p>
            <a:endParaRPr lang="en-US" dirty="0">
              <a:ea typeface="Open Sans" pitchFamily="34" charset="-122"/>
            </a:endParaRPr>
          </a:p>
          <a:p>
            <a:r>
              <a:rPr lang="en-US" sz="1400" dirty="0">
                <a:ea typeface="Open Sans" pitchFamily="34" charset="-122"/>
              </a:rPr>
              <a:t>	128 </a:t>
            </a:r>
            <a:r>
              <a:rPr lang="en-US" dirty="0">
                <a:ea typeface="Open Sans" pitchFamily="34" charset="-122"/>
              </a:rPr>
              <a:t>	64	32	16	8	4	2	1</a:t>
            </a:r>
            <a:endParaRPr lang="en-US" sz="1400" dirty="0">
              <a:ea typeface="Open Sans" pitchFamily="34" charset="-122"/>
            </a:endParaRPr>
          </a:p>
          <a:p>
            <a:r>
              <a:rPr lang="en-US" sz="900" dirty="0">
                <a:ea typeface="Open Sans" pitchFamily="34" charset="-122"/>
              </a:rPr>
              <a:t>Left to right (User)</a:t>
            </a:r>
            <a:r>
              <a:rPr lang="en-US" sz="1400" dirty="0">
                <a:ea typeface="Open Sans" pitchFamily="34" charset="-122"/>
              </a:rPr>
              <a:t>	</a:t>
            </a:r>
          </a:p>
          <a:p>
            <a:r>
              <a:rPr lang="en-US" sz="1400" dirty="0">
                <a:ea typeface="Open Sans" pitchFamily="34" charset="-122"/>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26 − 2 = &gt;4</a:t>
            </a:r>
          </a:p>
          <a:p>
            <a:r>
              <a:rPr lang="en-US" sz="1000" dirty="0">
                <a:ea typeface="Open Sans" pitchFamily="34" charset="-122"/>
              </a:rPr>
              <a:t>=&gt;126							 </a:t>
            </a:r>
          </a:p>
          <a:p>
            <a:r>
              <a:rPr lang="en-US" sz="1000" dirty="0">
                <a:ea typeface="Open Sans" pitchFamily="34" charset="-122"/>
              </a:rPr>
              <a:t>2128 -2=&gt; Billion -2						</a:t>
            </a:r>
          </a:p>
          <a:p>
            <a:r>
              <a:rPr lang="en-US" sz="1000" dirty="0">
                <a:ea typeface="Open Sans" pitchFamily="34" charset="-122"/>
              </a:rPr>
              <a:t>264 -2=&gt;  Billion -2 </a:t>
            </a:r>
          </a:p>
          <a:p>
            <a:r>
              <a:rPr lang="en-US" sz="1000" dirty="0">
                <a:ea typeface="Open Sans" pitchFamily="34" charset="-122"/>
              </a:rPr>
              <a:t>232 -2=&gt;  Many  -2 </a:t>
            </a:r>
          </a:p>
          <a:p>
            <a:r>
              <a:rPr lang="en-US" sz="1000" dirty="0">
                <a:ea typeface="Open Sans" pitchFamily="34" charset="-122"/>
              </a:rPr>
              <a:t>216 -2=&gt;  Many  -2 </a:t>
            </a:r>
          </a:p>
          <a:p>
            <a:r>
              <a:rPr lang="en-US" sz="1000" dirty="0">
                <a:ea typeface="Open Sans" pitchFamily="34" charset="-122"/>
              </a:rPr>
              <a:t>28 -2=256-2=&gt; 254</a:t>
            </a:r>
          </a:p>
          <a:p>
            <a:r>
              <a:rPr lang="en-US" sz="1000" dirty="0">
                <a:ea typeface="Open Sans" pitchFamily="34" charset="-122"/>
              </a:rPr>
              <a:t>27 -2= 128-2=&gt;126   (Satisfied)</a:t>
            </a:r>
          </a:p>
          <a:p>
            <a:r>
              <a:rPr lang="en-US" sz="1000" dirty="0">
                <a:highlight>
                  <a:srgbClr val="00FF00"/>
                </a:highlight>
                <a:ea typeface="Open Sans" pitchFamily="34" charset="-122"/>
              </a:rPr>
              <a:t>n=7 host bits required</a:t>
            </a:r>
          </a:p>
          <a:p>
            <a:endParaRPr lang="en-US" sz="1000" dirty="0">
              <a:highlight>
                <a:srgbClr val="00FF00"/>
              </a:highlight>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 IP is used for the network address.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 IP is used for the broadcast address.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Subtract the 2 addresses for network and broadcast (128 - 2 = 126).  126 are the usable IPs you can use </a:t>
            </a:r>
            <a:endParaRPr kumimoji="0" lang="en-PK"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p:txBody>
      </p:sp>
      <p:sp>
        <p:nvSpPr>
          <p:cNvPr id="3" name="Arrow: Left 2">
            <a:extLst>
              <a:ext uri="{FF2B5EF4-FFF2-40B4-BE49-F238E27FC236}">
                <a16:creationId xmlns:a16="http://schemas.microsoft.com/office/drawing/2014/main" id="{6AC2BC34-A17B-811A-1E3D-5208ED7369E7}"/>
              </a:ext>
            </a:extLst>
          </p:cNvPr>
          <p:cNvSpPr/>
          <p:nvPr/>
        </p:nvSpPr>
        <p:spPr>
          <a:xfrm rot="10800000">
            <a:off x="1447800" y="1603353"/>
            <a:ext cx="660400" cy="127000"/>
          </a:xfrm>
          <a:prstGeom prst="lef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dirty="0"/>
          </a:p>
        </p:txBody>
      </p:sp>
    </p:spTree>
    <p:extLst>
      <p:ext uri="{BB962C8B-B14F-4D97-AF65-F5344CB8AC3E}">
        <p14:creationId xmlns:p14="http://schemas.microsoft.com/office/powerpoint/2010/main" val="32202570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E938A-F830-5A7D-DB09-191F391384C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E864508-1E01-495F-DE8A-59CB77846C83}"/>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6" name="TextBox 5">
            <a:extLst>
              <a:ext uri="{FF2B5EF4-FFF2-40B4-BE49-F238E27FC236}">
                <a16:creationId xmlns:a16="http://schemas.microsoft.com/office/drawing/2014/main" id="{31BCAFA6-0554-80E2-E1C4-6EF1DBE5D82D}"/>
              </a:ext>
            </a:extLst>
          </p:cNvPr>
          <p:cNvSpPr txBox="1"/>
          <p:nvPr/>
        </p:nvSpPr>
        <p:spPr>
          <a:xfrm>
            <a:off x="249766" y="523193"/>
            <a:ext cx="8894233" cy="307777"/>
          </a:xfrm>
          <a:prstGeom prst="rect">
            <a:avLst/>
          </a:prstGeom>
          <a:noFill/>
        </p:spPr>
        <p:txBody>
          <a:bodyPr wrap="square">
            <a:spAutoFit/>
          </a:bodyPr>
          <a:lstStyle/>
          <a:p>
            <a:r>
              <a:rPr lang="en-US" dirty="0">
                <a:ea typeface="Open Sans" pitchFamily="34" charset="-122"/>
              </a:rPr>
              <a:t>			 IP:    210.200.100.100/24			 </a:t>
            </a:r>
          </a:p>
        </p:txBody>
      </p:sp>
      <p:pic>
        <p:nvPicPr>
          <p:cNvPr id="7" name="Picture 6">
            <a:extLst>
              <a:ext uri="{FF2B5EF4-FFF2-40B4-BE49-F238E27FC236}">
                <a16:creationId xmlns:a16="http://schemas.microsoft.com/office/drawing/2014/main" id="{0578BEA1-115D-C52F-9662-40B4BE67FB5F}"/>
              </a:ext>
            </a:extLst>
          </p:cNvPr>
          <p:cNvPicPr>
            <a:picLocks noChangeAspect="1"/>
          </p:cNvPicPr>
          <p:nvPr/>
        </p:nvPicPr>
        <p:blipFill>
          <a:blip r:embed="rId2"/>
          <a:stretch>
            <a:fillRect/>
          </a:stretch>
        </p:blipFill>
        <p:spPr>
          <a:xfrm>
            <a:off x="0" y="931333"/>
            <a:ext cx="9141856" cy="4212167"/>
          </a:xfrm>
          <a:prstGeom prst="rect">
            <a:avLst/>
          </a:prstGeom>
        </p:spPr>
      </p:pic>
      <p:sp>
        <p:nvSpPr>
          <p:cNvPr id="16" name="TextBox 15">
            <a:extLst>
              <a:ext uri="{FF2B5EF4-FFF2-40B4-BE49-F238E27FC236}">
                <a16:creationId xmlns:a16="http://schemas.microsoft.com/office/drawing/2014/main" id="{D9510C91-27D3-BA2D-99E5-052768347CBF}"/>
              </a:ext>
            </a:extLst>
          </p:cNvPr>
          <p:cNvSpPr txBox="1"/>
          <p:nvPr/>
        </p:nvSpPr>
        <p:spPr>
          <a:xfrm>
            <a:off x="444500" y="4707123"/>
            <a:ext cx="1748366"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210.200.100.2</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ea typeface="Open Sans" pitchFamily="34" charset="-122"/>
              </a:rPr>
              <a:t>255.255.255.128</a:t>
            </a:r>
            <a:endParaRPr kumimoji="0" lang="en-PK"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0" name="TextBox 19">
            <a:extLst>
              <a:ext uri="{FF2B5EF4-FFF2-40B4-BE49-F238E27FC236}">
                <a16:creationId xmlns:a16="http://schemas.microsoft.com/office/drawing/2014/main" id="{AECED2D6-4435-5DDE-BA0C-638F0F04449B}"/>
              </a:ext>
            </a:extLst>
          </p:cNvPr>
          <p:cNvSpPr txBox="1"/>
          <p:nvPr/>
        </p:nvSpPr>
        <p:spPr>
          <a:xfrm>
            <a:off x="7675033" y="4780268"/>
            <a:ext cx="1140934" cy="400110"/>
          </a:xfrm>
          <a:prstGeom prst="rect">
            <a:avLst/>
          </a:prstGeom>
          <a:noFill/>
        </p:spPr>
        <p:txBody>
          <a:bodyPr wrap="square">
            <a:spAutoFit/>
          </a:bodyPr>
          <a:lstStyle/>
          <a:p>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210.200.100.130</a:t>
            </a:r>
          </a:p>
          <a:p>
            <a:r>
              <a:rPr lang="en-US" sz="1000" dirty="0">
                <a:ea typeface="Open Sans" pitchFamily="34" charset="-122"/>
              </a:rPr>
              <a:t>255.255.255.128</a:t>
            </a:r>
            <a:endParaRPr lang="en-PK"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ED9D78F3-6154-FEEE-2CD2-557A8D698DFB}"/>
                  </a:ext>
                </a:extLst>
              </p14:cNvPr>
              <p14:cNvContentPartPr/>
              <p14:nvPr/>
            </p14:nvContentPartPr>
            <p14:xfrm>
              <a:off x="303373" y="1709547"/>
              <a:ext cx="4143240" cy="3513240"/>
            </p14:xfrm>
          </p:contentPart>
        </mc:Choice>
        <mc:Fallback xmlns="">
          <p:pic>
            <p:nvPicPr>
              <p:cNvPr id="2" name="Ink 1">
                <a:extLst>
                  <a:ext uri="{FF2B5EF4-FFF2-40B4-BE49-F238E27FC236}">
                    <a16:creationId xmlns:a16="http://schemas.microsoft.com/office/drawing/2014/main" id="{ED9D78F3-6154-FEEE-2CD2-557A8D698DFB}"/>
                  </a:ext>
                </a:extLst>
              </p:cNvPr>
              <p:cNvPicPr/>
              <p:nvPr/>
            </p:nvPicPr>
            <p:blipFill>
              <a:blip r:embed="rId4"/>
              <a:stretch>
                <a:fillRect/>
              </a:stretch>
            </p:blipFill>
            <p:spPr>
              <a:xfrm>
                <a:off x="294733" y="1700547"/>
                <a:ext cx="4160880" cy="3530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16440884-5034-8FA3-0D6F-2AED2642B6DC}"/>
                  </a:ext>
                </a:extLst>
              </p14:cNvPr>
              <p14:cNvContentPartPr/>
              <p14:nvPr/>
            </p14:nvContentPartPr>
            <p14:xfrm>
              <a:off x="4562893" y="1471227"/>
              <a:ext cx="4430520" cy="3881880"/>
            </p14:xfrm>
          </p:contentPart>
        </mc:Choice>
        <mc:Fallback xmlns="">
          <p:pic>
            <p:nvPicPr>
              <p:cNvPr id="3" name="Ink 2">
                <a:extLst>
                  <a:ext uri="{FF2B5EF4-FFF2-40B4-BE49-F238E27FC236}">
                    <a16:creationId xmlns:a16="http://schemas.microsoft.com/office/drawing/2014/main" id="{16440884-5034-8FA3-0D6F-2AED2642B6DC}"/>
                  </a:ext>
                </a:extLst>
              </p:cNvPr>
              <p:cNvPicPr/>
              <p:nvPr/>
            </p:nvPicPr>
            <p:blipFill>
              <a:blip r:embed="rId6"/>
              <a:stretch>
                <a:fillRect/>
              </a:stretch>
            </p:blipFill>
            <p:spPr>
              <a:xfrm>
                <a:off x="4553893" y="1462587"/>
                <a:ext cx="4448160" cy="3899520"/>
              </a:xfrm>
              <a:prstGeom prst="rect">
                <a:avLst/>
              </a:prstGeom>
            </p:spPr>
          </p:pic>
        </mc:Fallback>
      </mc:AlternateContent>
    </p:spTree>
    <p:extLst>
      <p:ext uri="{BB962C8B-B14F-4D97-AF65-F5344CB8AC3E}">
        <p14:creationId xmlns:p14="http://schemas.microsoft.com/office/powerpoint/2010/main" val="54308350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72217-A991-8BC5-C634-04215393398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45E4E29-8743-89D5-8157-4D9446AED8F8}"/>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6" name="TextBox 5">
            <a:extLst>
              <a:ext uri="{FF2B5EF4-FFF2-40B4-BE49-F238E27FC236}">
                <a16:creationId xmlns:a16="http://schemas.microsoft.com/office/drawing/2014/main" id="{2A15BDCC-D079-3559-3175-78947A2EA2B1}"/>
              </a:ext>
            </a:extLst>
          </p:cNvPr>
          <p:cNvSpPr txBox="1"/>
          <p:nvPr/>
        </p:nvSpPr>
        <p:spPr>
          <a:xfrm>
            <a:off x="249766" y="523193"/>
            <a:ext cx="8894233" cy="307777"/>
          </a:xfrm>
          <a:prstGeom prst="rect">
            <a:avLst/>
          </a:prstGeom>
          <a:noFill/>
        </p:spPr>
        <p:txBody>
          <a:bodyPr wrap="square">
            <a:spAutoFit/>
          </a:bodyPr>
          <a:lstStyle/>
          <a:p>
            <a:r>
              <a:rPr lang="en-US" dirty="0">
                <a:ea typeface="Open Sans" pitchFamily="34" charset="-122"/>
              </a:rPr>
              <a:t>			 IP:    210.200.100.100/24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4982633-E1FC-51A5-DE26-3967F7C129B2}"/>
                  </a:ext>
                </a:extLst>
              </p:cNvPr>
              <p:cNvSpPr txBox="1"/>
              <p:nvPr/>
            </p:nvSpPr>
            <p:spPr>
              <a:xfrm>
                <a:off x="392641" y="844612"/>
                <a:ext cx="3860800" cy="4154984"/>
              </a:xfrm>
              <a:prstGeom prst="rect">
                <a:avLst/>
              </a:prstGeom>
              <a:noFill/>
            </p:spPr>
            <p:txBody>
              <a:bodyPr wrap="square">
                <a:spAutoFit/>
              </a:bodyPr>
              <a:lstStyle/>
              <a:p>
                <a:r>
                  <a:rPr lang="en-US" b="1" dirty="0">
                    <a:highlight>
                      <a:srgbClr val="00FFFF"/>
                    </a:highlight>
                  </a:rPr>
                  <a:t>We have two Networks here, so let's begin</a:t>
                </a:r>
              </a:p>
              <a:p>
                <a:endParaRPr lang="en-US" sz="1000" dirty="0">
                  <a:ea typeface="Open Sans" pitchFamily="34" charset="-122"/>
                </a:endParaRPr>
              </a:p>
              <a:p>
                <a:r>
                  <a:rPr lang="en-US" sz="1000" dirty="0">
                    <a:ea typeface="Open Sans" pitchFamily="34" charset="-122"/>
                  </a:rPr>
                  <a:t>Step1:  IP: 210.200.100.100/24</a:t>
                </a:r>
              </a:p>
              <a:p>
                <a:endParaRPr lang="en-US" sz="1000" dirty="0">
                  <a:ea typeface="Open Sans" pitchFamily="34" charset="-122"/>
                </a:endParaRPr>
              </a:p>
              <a:p>
                <a:r>
                  <a:rPr lang="en-US" sz="1000" dirty="0">
                    <a:ea typeface="Open Sans" pitchFamily="34" charset="-122"/>
                  </a:rPr>
                  <a:t>Step2:  210.200.100.0/24</a:t>
                </a:r>
              </a:p>
              <a:p>
                <a:endParaRPr lang="en-US" sz="1000" dirty="0">
                  <a:ea typeface="Open Sans" pitchFamily="34" charset="-122"/>
                </a:endParaRPr>
              </a:p>
              <a:p>
                <a:r>
                  <a:rPr lang="en-US" sz="1000" dirty="0">
                    <a:ea typeface="Open Sans" pitchFamily="34" charset="-122"/>
                  </a:rPr>
                  <a:t>Step3: 210.200.100.00000000</a:t>
                </a:r>
              </a:p>
              <a:p>
                <a:endParaRPr lang="en-US" sz="1000" dirty="0">
                  <a:ea typeface="Open Sans" pitchFamily="34" charset="-122"/>
                </a:endParaRPr>
              </a:p>
              <a:p>
                <a:endParaRPr lang="en-US" sz="1000" dirty="0">
                  <a:ea typeface="Open Sans" pitchFamily="34" charset="-122"/>
                </a:endParaRPr>
              </a:p>
              <a:p>
                <a14:m>
                  <m:oMath xmlns:m="http://schemas.openxmlformats.org/officeDocument/2006/math">
                    <m:sSup>
                      <m:sSupPr>
                        <m:ctrlPr>
                          <a:rPr lang="en-US" sz="1000" b="0" i="1" smtClean="0">
                            <a:latin typeface="Cambria Math" panose="02040503050406030204" pitchFamily="18" charset="0"/>
                            <a:ea typeface="Open Sans" pitchFamily="34" charset="-122"/>
                          </a:rPr>
                        </m:ctrlPr>
                      </m:sSupPr>
                      <m:e>
                        <m:r>
                          <a:rPr lang="en-US" sz="1000" b="0" i="1" smtClean="0">
                            <a:latin typeface="Cambria Math" panose="02040503050406030204" pitchFamily="18" charset="0"/>
                            <a:ea typeface="Open Sans" pitchFamily="34" charset="-122"/>
                          </a:rPr>
                          <m:t>2</m:t>
                        </m:r>
                      </m:e>
                      <m:sup>
                        <m:r>
                          <a:rPr lang="en-US" sz="1000" b="0" i="1" smtClean="0">
                            <a:latin typeface="Cambria Math" panose="02040503050406030204" pitchFamily="18" charset="0"/>
                            <a:ea typeface="Open Sans" pitchFamily="34" charset="-122"/>
                          </a:rPr>
                          <m:t>𝑛</m:t>
                        </m:r>
                      </m:sup>
                    </m:sSup>
                  </m:oMath>
                </a14:m>
                <a:r>
                  <a:rPr lang="en-US" sz="1000" dirty="0">
                    <a:ea typeface="Open Sans" pitchFamily="34" charset="-122"/>
                  </a:rPr>
                  <a:t> -2 =&gt; 126</a:t>
                </a:r>
              </a:p>
              <a:p>
                <a14:m>
                  <m:oMath xmlns:m="http://schemas.openxmlformats.org/officeDocument/2006/math">
                    <m:sSup>
                      <m:sSupPr>
                        <m:ctrlPr>
                          <a:rPr lang="en-US" sz="1000" b="0" i="1" smtClean="0">
                            <a:latin typeface="Cambria Math" panose="02040503050406030204" pitchFamily="18" charset="0"/>
                            <a:ea typeface="Open Sans" pitchFamily="34" charset="-122"/>
                          </a:rPr>
                        </m:ctrlPr>
                      </m:sSupPr>
                      <m:e>
                        <m:r>
                          <a:rPr lang="en-US" sz="1000" b="0" i="1" smtClean="0">
                            <a:latin typeface="Cambria Math" panose="02040503050406030204" pitchFamily="18" charset="0"/>
                            <a:ea typeface="Open Sans" pitchFamily="34" charset="-122"/>
                          </a:rPr>
                          <m:t>2</m:t>
                        </m:r>
                      </m:e>
                      <m:sup>
                        <m:r>
                          <a:rPr lang="en-US" sz="1000" b="0" i="1" smtClean="0">
                            <a:latin typeface="Cambria Math" panose="02040503050406030204" pitchFamily="18" charset="0"/>
                            <a:ea typeface="Open Sans" pitchFamily="34" charset="-122"/>
                          </a:rPr>
                          <m:t>7</m:t>
                        </m:r>
                      </m:sup>
                    </m:sSup>
                  </m:oMath>
                </a14:m>
                <a:r>
                  <a:rPr lang="en-US" sz="1000" dirty="0">
                    <a:ea typeface="Open Sans" pitchFamily="34" charset="-122"/>
                  </a:rPr>
                  <a:t> -2 =&gt; 126</a:t>
                </a:r>
              </a:p>
              <a:p>
                <a:r>
                  <a:rPr lang="en-US" sz="1000" dirty="0">
                    <a:ea typeface="Open Sans" pitchFamily="34" charset="-122"/>
                  </a:rPr>
                  <a:t>128-2=&gt; 126</a:t>
                </a:r>
              </a:p>
              <a:p>
                <a:r>
                  <a:rPr lang="en-US" sz="1000" dirty="0">
                    <a:ea typeface="Open Sans" pitchFamily="34" charset="-122"/>
                  </a:rPr>
                  <a:t>126=&gt;126</a:t>
                </a:r>
              </a:p>
              <a:p>
                <a:endParaRPr lang="en-US" sz="1000" dirty="0">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n=7 host bits required</a:t>
                </a:r>
              </a:p>
              <a:p>
                <a:r>
                  <a:rPr lang="en-US" sz="1000" dirty="0">
                    <a:ea typeface="Open Sans" pitchFamily="34" charset="-122"/>
                  </a:rPr>
                  <a:t>210.200.100.0     	NID</a:t>
                </a:r>
              </a:p>
              <a:p>
                <a:r>
                  <a:rPr lang="en-US" sz="1000" dirty="0">
                    <a:ea typeface="Open Sans" pitchFamily="34" charset="-122"/>
                  </a:rPr>
                  <a:t>210.200.100.00000000</a:t>
                </a:r>
              </a:p>
              <a:p>
                <a:endParaRPr lang="en-US" sz="1000" dirty="0">
                  <a:ea typeface="Open Sans" pitchFamily="34" charset="-122"/>
                </a:endParaRPr>
              </a:p>
              <a:p>
                <a:r>
                  <a:rPr lang="en-US" sz="1000" dirty="0">
                    <a:ea typeface="Open Sans" pitchFamily="34" charset="-122"/>
                  </a:rPr>
                  <a:t>n=7 so , From right to left in first octet, count 7 zeros , And make remaining zeros 1 .</a:t>
                </a:r>
              </a:p>
              <a:p>
                <a:endParaRPr lang="en-US" sz="1000" dirty="0">
                  <a:ea typeface="Open Sans" pitchFamily="34" charset="-122"/>
                </a:endParaRPr>
              </a:p>
              <a:p>
                <a:r>
                  <a:rPr lang="en-US" sz="1000" dirty="0">
                    <a:ea typeface="Open Sans" pitchFamily="34" charset="-122"/>
                  </a:rPr>
                  <a:t>210.200.100.10000000 </a:t>
                </a:r>
              </a:p>
              <a:p>
                <a:endParaRPr lang="en-US" sz="1000" dirty="0">
                  <a:ea typeface="Open Sans" pitchFamily="34" charset="-122"/>
                </a:endParaRPr>
              </a:p>
              <a:p>
                <a:r>
                  <a:rPr lang="en-US" sz="1000" dirty="0">
                    <a:ea typeface="Open Sans" pitchFamily="34" charset="-122"/>
                  </a:rPr>
                  <a:t>It can be written as: </a:t>
                </a:r>
              </a:p>
              <a:p>
                <a:r>
                  <a:rPr lang="en-US" sz="1000" dirty="0">
                    <a:ea typeface="Open Sans" pitchFamily="34" charset="-122"/>
                  </a:rPr>
                  <a:t>210.200.100.128</a:t>
                </a:r>
              </a:p>
            </p:txBody>
          </p:sp>
        </mc:Choice>
        <mc:Fallback xmlns="">
          <p:sp>
            <p:nvSpPr>
              <p:cNvPr id="4" name="TextBox 3">
                <a:extLst>
                  <a:ext uri="{FF2B5EF4-FFF2-40B4-BE49-F238E27FC236}">
                    <a16:creationId xmlns:a16="http://schemas.microsoft.com/office/drawing/2014/main" id="{C4982633-E1FC-51A5-DE26-3967F7C129B2}"/>
                  </a:ext>
                </a:extLst>
              </p:cNvPr>
              <p:cNvSpPr txBox="1">
                <a:spLocks noRot="1" noChangeAspect="1" noMove="1" noResize="1" noEditPoints="1" noAdjustHandles="1" noChangeArrowheads="1" noChangeShapeType="1" noTextEdit="1"/>
              </p:cNvSpPr>
              <p:nvPr/>
            </p:nvSpPr>
            <p:spPr>
              <a:xfrm>
                <a:off x="392641" y="844612"/>
                <a:ext cx="3860800" cy="4154984"/>
              </a:xfrm>
              <a:prstGeom prst="rect">
                <a:avLst/>
              </a:prstGeom>
              <a:blipFill>
                <a:blip r:embed="rId2"/>
                <a:stretch>
                  <a:fillRect l="-473" t="-294"/>
                </a:stretch>
              </a:blipFill>
            </p:spPr>
            <p:txBody>
              <a:bodyPr/>
              <a:lstStyle/>
              <a:p>
                <a:r>
                  <a:rPr lang="en-PK">
                    <a:noFill/>
                  </a:rPr>
                  <a:t> </a:t>
                </a:r>
              </a:p>
            </p:txBody>
          </p:sp>
        </mc:Fallback>
      </mc:AlternateContent>
      <p:sp>
        <p:nvSpPr>
          <p:cNvPr id="9" name="TextBox 8">
            <a:extLst>
              <a:ext uri="{FF2B5EF4-FFF2-40B4-BE49-F238E27FC236}">
                <a16:creationId xmlns:a16="http://schemas.microsoft.com/office/drawing/2014/main" id="{C335CCAA-C4F2-3207-1335-BD1B7CC69D9B}"/>
              </a:ext>
            </a:extLst>
          </p:cNvPr>
          <p:cNvSpPr txBox="1"/>
          <p:nvPr/>
        </p:nvSpPr>
        <p:spPr>
          <a:xfrm>
            <a:off x="5363634" y="1004242"/>
            <a:ext cx="3704166" cy="267765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First Subnetwork:</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Network ID: 210.200.100.0/25</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Usable Range: 210.200.100.1 – 210.200.100.126</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Broadcast ID: 210.200.100.127</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Subnet Mask: 255.255.255.128</a:t>
            </a:r>
          </a:p>
          <a:p>
            <a:endParaRPr lang="en-US" dirty="0"/>
          </a:p>
          <a:p>
            <a:r>
              <a:rPr lang="en-US" sz="1200" b="1" dirty="0">
                <a:ea typeface="Open Sans" pitchFamily="34" charset="-122"/>
              </a:rPr>
              <a:t>2nd Subnetwork:</a:t>
            </a:r>
          </a:p>
          <a:p>
            <a:r>
              <a:rPr lang="en-US" sz="1000" dirty="0">
                <a:ea typeface="Open Sans" pitchFamily="34" charset="-122"/>
              </a:rPr>
              <a:t>For 2nd network, always look for the first zero when turned to 1 , note that , and its decimal value will be the start of 2nd subnetwork.</a:t>
            </a:r>
          </a:p>
          <a:p>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Network ID: 210.200.100.128/25</a:t>
            </a:r>
          </a:p>
          <a:p>
            <a:pPr marL="171450" indent="-171450">
              <a:buFont typeface="Wingdings" panose="05000000000000000000" pitchFamily="2" charset="2"/>
              <a:buChar char="ü"/>
            </a:pPr>
            <a:r>
              <a:rPr lang="en-US" sz="1000" dirty="0">
                <a:ea typeface="Open Sans" pitchFamily="34" charset="-122"/>
              </a:rPr>
              <a:t>Usable Range: 210.200.100.129 – 210.200.100.254</a:t>
            </a:r>
          </a:p>
          <a:p>
            <a:pPr marL="171450" indent="-171450">
              <a:buFont typeface="Wingdings" panose="05000000000000000000" pitchFamily="2" charset="2"/>
              <a:buChar char="ü"/>
            </a:pPr>
            <a:r>
              <a:rPr lang="en-US" sz="1000" dirty="0">
                <a:ea typeface="Open Sans" pitchFamily="34" charset="-122"/>
              </a:rPr>
              <a:t>Broadcast ID: 210.200.100.255</a:t>
            </a:r>
          </a:p>
          <a:p>
            <a:pPr marL="171450" indent="-171450">
              <a:buFont typeface="Wingdings" panose="05000000000000000000" pitchFamily="2" charset="2"/>
              <a:buChar char="ü"/>
            </a:pPr>
            <a:r>
              <a:rPr lang="en-US" sz="1000" dirty="0">
                <a:ea typeface="Open Sans" pitchFamily="34" charset="-122"/>
              </a:rPr>
              <a:t>Subnet Mask: 255.255.255.128</a:t>
            </a:r>
          </a:p>
          <a:p>
            <a:endParaRPr lang="en-US" sz="1000" dirty="0">
              <a:ea typeface="Open Sans" pitchFamily="34" charset="-122"/>
            </a:endParaRPr>
          </a:p>
        </p:txBody>
      </p:sp>
      <p:sp>
        <p:nvSpPr>
          <p:cNvPr id="2" name="Arrow: Down 1">
            <a:extLst>
              <a:ext uri="{FF2B5EF4-FFF2-40B4-BE49-F238E27FC236}">
                <a16:creationId xmlns:a16="http://schemas.microsoft.com/office/drawing/2014/main" id="{B9C050D2-548A-452D-40F9-B61FA2B7C42E}"/>
              </a:ext>
            </a:extLst>
          </p:cNvPr>
          <p:cNvSpPr/>
          <p:nvPr/>
        </p:nvSpPr>
        <p:spPr>
          <a:xfrm rot="5400000" flipH="1">
            <a:off x="1450969" y="3313635"/>
            <a:ext cx="52927" cy="51646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extLst>
      <p:ext uri="{BB962C8B-B14F-4D97-AF65-F5344CB8AC3E}">
        <p14:creationId xmlns:p14="http://schemas.microsoft.com/office/powerpoint/2010/main" val="32942875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68652-5CE6-AB1A-1827-47D62199704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4A6C9B9-F046-B169-2B72-60DA169295B2}"/>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6" name="TextBox 5">
            <a:extLst>
              <a:ext uri="{FF2B5EF4-FFF2-40B4-BE49-F238E27FC236}">
                <a16:creationId xmlns:a16="http://schemas.microsoft.com/office/drawing/2014/main" id="{6AF418B1-6F56-E671-241E-F7A32EA7ED16}"/>
              </a:ext>
            </a:extLst>
          </p:cNvPr>
          <p:cNvSpPr txBox="1"/>
          <p:nvPr/>
        </p:nvSpPr>
        <p:spPr>
          <a:xfrm>
            <a:off x="249766" y="523193"/>
            <a:ext cx="8894233" cy="307777"/>
          </a:xfrm>
          <a:prstGeom prst="rect">
            <a:avLst/>
          </a:prstGeom>
          <a:noFill/>
        </p:spPr>
        <p:txBody>
          <a:bodyPr wrap="square">
            <a:spAutoFit/>
          </a:bodyPr>
          <a:lstStyle/>
          <a:p>
            <a:r>
              <a:rPr lang="en-US" dirty="0">
                <a:ea typeface="Open Sans" pitchFamily="34" charset="-122"/>
              </a:rPr>
              <a:t>			 IP:    210.200.100.100/24			 </a:t>
            </a:r>
          </a:p>
        </p:txBody>
      </p:sp>
      <p:pic>
        <p:nvPicPr>
          <p:cNvPr id="7" name="Picture 6">
            <a:extLst>
              <a:ext uri="{FF2B5EF4-FFF2-40B4-BE49-F238E27FC236}">
                <a16:creationId xmlns:a16="http://schemas.microsoft.com/office/drawing/2014/main" id="{23917B21-05B1-6DB6-D361-736477F217F2}"/>
              </a:ext>
            </a:extLst>
          </p:cNvPr>
          <p:cNvPicPr>
            <a:picLocks noChangeAspect="1"/>
          </p:cNvPicPr>
          <p:nvPr/>
        </p:nvPicPr>
        <p:blipFill>
          <a:blip r:embed="rId2"/>
          <a:stretch>
            <a:fillRect/>
          </a:stretch>
        </p:blipFill>
        <p:spPr>
          <a:xfrm>
            <a:off x="2144" y="968211"/>
            <a:ext cx="9141856" cy="4212167"/>
          </a:xfrm>
          <a:prstGeom prst="rect">
            <a:avLst/>
          </a:prstGeom>
        </p:spPr>
      </p:pic>
      <p:sp>
        <p:nvSpPr>
          <p:cNvPr id="10" name="TextBox 9">
            <a:extLst>
              <a:ext uri="{FF2B5EF4-FFF2-40B4-BE49-F238E27FC236}">
                <a16:creationId xmlns:a16="http://schemas.microsoft.com/office/drawing/2014/main" id="{9CB3C4E2-0327-3DCE-5FD7-C0656543991B}"/>
              </a:ext>
            </a:extLst>
          </p:cNvPr>
          <p:cNvSpPr txBox="1"/>
          <p:nvPr/>
        </p:nvSpPr>
        <p:spPr>
          <a:xfrm>
            <a:off x="86783" y="1045324"/>
            <a:ext cx="3045884" cy="89255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First Subnetwork:</a:t>
            </a:r>
            <a:endParaRPr lang="en-US" sz="1000" dirty="0">
              <a:ea typeface="Open Sans" pitchFamily="34" charset="-122"/>
            </a:endParaRPr>
          </a:p>
          <a:p>
            <a:r>
              <a:rPr lang="en-US" sz="1000" dirty="0">
                <a:ea typeface="Open Sans" pitchFamily="34" charset="-122"/>
              </a:rPr>
              <a:t>Network ID: 210.200.100.0/25</a:t>
            </a:r>
          </a:p>
          <a:p>
            <a:r>
              <a:rPr lang="en-US" sz="1000" dirty="0">
                <a:ea typeface="Open Sans" pitchFamily="34" charset="-122"/>
              </a:rPr>
              <a:t>Broadcast ID: 210.200.100.127</a:t>
            </a:r>
          </a:p>
          <a:p>
            <a:r>
              <a:rPr lang="en-US" sz="1000" dirty="0">
                <a:ea typeface="Open Sans" pitchFamily="34" charset="-122"/>
              </a:rPr>
              <a:t>Subnet Mask: 255.255.255.128</a:t>
            </a:r>
          </a:p>
          <a:p>
            <a:r>
              <a:rPr lang="en-US" sz="1000" dirty="0">
                <a:ea typeface="Open Sans" pitchFamily="34" charset="-122"/>
              </a:rPr>
              <a:t>Usable Range: 210.200.100.1 – 210.200.100.126</a:t>
            </a:r>
          </a:p>
        </p:txBody>
      </p:sp>
      <p:sp>
        <p:nvSpPr>
          <p:cNvPr id="12" name="TextBox 11">
            <a:extLst>
              <a:ext uri="{FF2B5EF4-FFF2-40B4-BE49-F238E27FC236}">
                <a16:creationId xmlns:a16="http://schemas.microsoft.com/office/drawing/2014/main" id="{F8CF8EA4-2514-7F78-D374-AAF1EF541B86}"/>
              </a:ext>
            </a:extLst>
          </p:cNvPr>
          <p:cNvSpPr txBox="1"/>
          <p:nvPr/>
        </p:nvSpPr>
        <p:spPr>
          <a:xfrm>
            <a:off x="5865285" y="1045324"/>
            <a:ext cx="3191932" cy="104644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2nd Subnetwork:</a:t>
            </a: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R="0" lvl="0" algn="l" defTabSz="914400" rtl="0" eaLnBrk="1" fontAlgn="auto" latinLnBrk="0" hangingPunct="1">
              <a:lnSpc>
                <a:spcPct val="100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Network ID: 210.200.100.128/25</a:t>
            </a:r>
          </a:p>
          <a:p>
            <a:pPr marR="0" lvl="0" algn="l" defTabSz="914400" rtl="0" eaLnBrk="1" fontAlgn="auto" latinLnBrk="0" hangingPunct="1">
              <a:lnSpc>
                <a:spcPct val="100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Broadcast ID: 210.200.100.255</a:t>
            </a:r>
          </a:p>
          <a:p>
            <a:pPr marR="0" lvl="0" algn="l" defTabSz="914400" rtl="0" eaLnBrk="1" fontAlgn="auto" latinLnBrk="0" hangingPunct="1">
              <a:lnSpc>
                <a:spcPct val="100000"/>
              </a:lnSpc>
              <a:spcBef>
                <a:spcPts val="0"/>
              </a:spcBef>
              <a:spcAft>
                <a:spcPts val="0"/>
              </a:spcAft>
              <a:buClr>
                <a:srgbClr val="000000"/>
              </a:buClr>
              <a:buSzTx/>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Subnet Mask: 255.255.255.128</a:t>
            </a:r>
          </a:p>
          <a:p>
            <a:pPr>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Usable Range: 210.200.100.129 – 210.200.100.254</a:t>
            </a:r>
          </a:p>
          <a:p>
            <a:pPr marR="0" lvl="0" algn="l" defTabSz="914400" rtl="0" eaLnBrk="1" fontAlgn="auto" latinLnBrk="0" hangingPunct="1">
              <a:lnSpc>
                <a:spcPct val="100000"/>
              </a:lnSpc>
              <a:spcBef>
                <a:spcPts val="0"/>
              </a:spcBef>
              <a:spcAft>
                <a:spcPts val="0"/>
              </a:spcAft>
              <a:buClr>
                <a:srgbClr val="000000"/>
              </a:buClr>
              <a:buSzTx/>
              <a:tabLst/>
              <a:defRPr/>
            </a:pP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p:txBody>
      </p:sp>
      <p:sp>
        <p:nvSpPr>
          <p:cNvPr id="14" name="TextBox 13">
            <a:extLst>
              <a:ext uri="{FF2B5EF4-FFF2-40B4-BE49-F238E27FC236}">
                <a16:creationId xmlns:a16="http://schemas.microsoft.com/office/drawing/2014/main" id="{956673D8-C741-3201-0BF4-CF3E51E71E90}"/>
              </a:ext>
            </a:extLst>
          </p:cNvPr>
          <p:cNvSpPr txBox="1"/>
          <p:nvPr/>
        </p:nvSpPr>
        <p:spPr>
          <a:xfrm rot="19516856">
            <a:off x="3176785" y="1861274"/>
            <a:ext cx="1104900" cy="246221"/>
          </a:xfrm>
          <a:prstGeom prst="rect">
            <a:avLst/>
          </a:prstGeom>
          <a:noFill/>
        </p:spPr>
        <p:txBody>
          <a:bodyPr wrap="square">
            <a:spAutoFit/>
          </a:bodyPr>
          <a:lstStyle/>
          <a:p>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210.200.100.1</a:t>
            </a:r>
            <a:endParaRPr lang="en-PK" dirty="0"/>
          </a:p>
        </p:txBody>
      </p:sp>
      <p:sp>
        <p:nvSpPr>
          <p:cNvPr id="16" name="TextBox 15">
            <a:extLst>
              <a:ext uri="{FF2B5EF4-FFF2-40B4-BE49-F238E27FC236}">
                <a16:creationId xmlns:a16="http://schemas.microsoft.com/office/drawing/2014/main" id="{519233EB-7DC4-7BA1-4FB8-80A41E915E8C}"/>
              </a:ext>
            </a:extLst>
          </p:cNvPr>
          <p:cNvSpPr txBox="1"/>
          <p:nvPr/>
        </p:nvSpPr>
        <p:spPr>
          <a:xfrm>
            <a:off x="444500" y="4707123"/>
            <a:ext cx="1748366"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210.200.100.2</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ea typeface="Open Sans" pitchFamily="34" charset="-122"/>
              </a:rPr>
              <a:t>255.255.255.128</a:t>
            </a:r>
            <a:endParaRPr kumimoji="0" lang="en-PK"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8" name="TextBox 17">
            <a:extLst>
              <a:ext uri="{FF2B5EF4-FFF2-40B4-BE49-F238E27FC236}">
                <a16:creationId xmlns:a16="http://schemas.microsoft.com/office/drawing/2014/main" id="{E285C8F0-5DB8-477F-ABFF-AFF4F052AAFB}"/>
              </a:ext>
            </a:extLst>
          </p:cNvPr>
          <p:cNvSpPr txBox="1"/>
          <p:nvPr/>
        </p:nvSpPr>
        <p:spPr>
          <a:xfrm rot="2068673">
            <a:off x="4853544" y="2045767"/>
            <a:ext cx="1214966" cy="246221"/>
          </a:xfrm>
          <a:prstGeom prst="rect">
            <a:avLst/>
          </a:prstGeom>
          <a:noFill/>
        </p:spPr>
        <p:txBody>
          <a:bodyPr wrap="square">
            <a:spAutoFit/>
          </a:bodyPr>
          <a:lstStyle/>
          <a:p>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210.200.100.129</a:t>
            </a:r>
            <a:endParaRPr lang="en-PK" dirty="0"/>
          </a:p>
        </p:txBody>
      </p:sp>
      <p:sp>
        <p:nvSpPr>
          <p:cNvPr id="20" name="TextBox 19">
            <a:extLst>
              <a:ext uri="{FF2B5EF4-FFF2-40B4-BE49-F238E27FC236}">
                <a16:creationId xmlns:a16="http://schemas.microsoft.com/office/drawing/2014/main" id="{3DEBF6DC-5438-47A9-5580-9C1227896D25}"/>
              </a:ext>
            </a:extLst>
          </p:cNvPr>
          <p:cNvSpPr txBox="1"/>
          <p:nvPr/>
        </p:nvSpPr>
        <p:spPr>
          <a:xfrm>
            <a:off x="7675033" y="4780268"/>
            <a:ext cx="1140934" cy="400110"/>
          </a:xfrm>
          <a:prstGeom prst="rect">
            <a:avLst/>
          </a:prstGeom>
          <a:noFill/>
        </p:spPr>
        <p:txBody>
          <a:bodyPr wrap="square">
            <a:spAutoFit/>
          </a:bodyPr>
          <a:lstStyle/>
          <a:p>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210.200.100.130</a:t>
            </a:r>
          </a:p>
          <a:p>
            <a:r>
              <a:rPr lang="en-US" sz="1000" dirty="0">
                <a:ea typeface="Open Sans" pitchFamily="34" charset="-122"/>
              </a:rPr>
              <a:t>255.255.255.128</a:t>
            </a:r>
            <a:endParaRPr lang="en-PK" dirty="0"/>
          </a:p>
        </p:txBody>
      </p:sp>
    </p:spTree>
    <p:extLst>
      <p:ext uri="{BB962C8B-B14F-4D97-AF65-F5344CB8AC3E}">
        <p14:creationId xmlns:p14="http://schemas.microsoft.com/office/powerpoint/2010/main" val="264409200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48E68-8DD6-C36B-F5FD-D80B89F094F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147ADB6-2D9A-7AAD-7EC4-0341C4B6D26B}"/>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6" name="TextBox 5">
            <a:extLst>
              <a:ext uri="{FF2B5EF4-FFF2-40B4-BE49-F238E27FC236}">
                <a16:creationId xmlns:a16="http://schemas.microsoft.com/office/drawing/2014/main" id="{0F9BC4B4-760C-F87E-8667-58BC521491C7}"/>
              </a:ext>
            </a:extLst>
          </p:cNvPr>
          <p:cNvSpPr txBox="1"/>
          <p:nvPr/>
        </p:nvSpPr>
        <p:spPr>
          <a:xfrm>
            <a:off x="249766" y="523193"/>
            <a:ext cx="8894233" cy="307777"/>
          </a:xfrm>
          <a:prstGeom prst="rect">
            <a:avLst/>
          </a:prstGeom>
          <a:noFill/>
        </p:spPr>
        <p:txBody>
          <a:bodyPr wrap="square">
            <a:spAutoFit/>
          </a:bodyPr>
          <a:lstStyle/>
          <a:p>
            <a:r>
              <a:rPr lang="en-US" dirty="0">
                <a:ea typeface="Open Sans" pitchFamily="34" charset="-122"/>
              </a:rPr>
              <a:t>			 IP:    210.200.100.100/24			 </a:t>
            </a:r>
          </a:p>
        </p:txBody>
      </p:sp>
      <p:sp>
        <p:nvSpPr>
          <p:cNvPr id="4" name="TextBox 3">
            <a:extLst>
              <a:ext uri="{FF2B5EF4-FFF2-40B4-BE49-F238E27FC236}">
                <a16:creationId xmlns:a16="http://schemas.microsoft.com/office/drawing/2014/main" id="{57BDAE8D-D258-B8AA-C4B7-A639E262E5D5}"/>
              </a:ext>
            </a:extLst>
          </p:cNvPr>
          <p:cNvSpPr txBox="1"/>
          <p:nvPr/>
        </p:nvSpPr>
        <p:spPr>
          <a:xfrm>
            <a:off x="406400" y="1004242"/>
            <a:ext cx="3704166" cy="307777"/>
          </a:xfrm>
          <a:prstGeom prst="rect">
            <a:avLst/>
          </a:prstGeom>
          <a:noFill/>
        </p:spPr>
        <p:txBody>
          <a:bodyPr wrap="square">
            <a:spAutoFit/>
          </a:bodyPr>
          <a:lstStyle/>
          <a:p>
            <a:r>
              <a:rPr lang="en-US" dirty="0">
                <a:highlight>
                  <a:srgbClr val="00FFFF"/>
                </a:highlight>
                <a:ea typeface="Open Sans" pitchFamily="34" charset="-122"/>
              </a:rPr>
              <a:t>Q1: Practical</a:t>
            </a:r>
          </a:p>
        </p:txBody>
      </p:sp>
      <p:sp>
        <p:nvSpPr>
          <p:cNvPr id="7" name="TextBox 6">
            <a:extLst>
              <a:ext uri="{FF2B5EF4-FFF2-40B4-BE49-F238E27FC236}">
                <a16:creationId xmlns:a16="http://schemas.microsoft.com/office/drawing/2014/main" id="{438AF30C-3B1A-09F3-7D01-7B1BAC1F11E7}"/>
              </a:ext>
            </a:extLst>
          </p:cNvPr>
          <p:cNvSpPr txBox="1"/>
          <p:nvPr/>
        </p:nvSpPr>
        <p:spPr>
          <a:xfrm>
            <a:off x="406400" y="1376432"/>
            <a:ext cx="4572000" cy="1908215"/>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900" b="0" i="0" u="none" strike="noStrike" kern="0" cap="none" spc="0" normalizeH="0" baseline="0" noProof="0" dirty="0">
                <a:ln>
                  <a:noFill/>
                </a:ln>
                <a:solidFill>
                  <a:srgbClr val="000000"/>
                </a:solidFill>
                <a:effectLst/>
                <a:uLnTx/>
                <a:uFillTx/>
                <a:latin typeface="Arial"/>
                <a:cs typeface="Arial"/>
                <a:sym typeface="Arial"/>
              </a:rPr>
              <a:t>Router&gt; enable</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900" b="0" i="0" u="none" strike="noStrike" kern="0" cap="none" spc="0" normalizeH="0" baseline="0" noProof="0" dirty="0">
                <a:ln>
                  <a:noFill/>
                </a:ln>
                <a:solidFill>
                  <a:srgbClr val="000000"/>
                </a:solidFill>
                <a:effectLst/>
                <a:uLnTx/>
                <a:uFillTx/>
                <a:latin typeface="Arial"/>
                <a:cs typeface="Arial"/>
                <a:sym typeface="Arial"/>
              </a:rPr>
              <a:t>Router# configure terminal</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endParaRPr kumimoji="0" lang="en-US" sz="900" b="0" i="0" u="none" strike="noStrike" kern="0" cap="none" spc="0" normalizeH="0" baseline="0" noProof="0" dirty="0">
              <a:ln>
                <a:noFill/>
              </a:ln>
              <a:solidFill>
                <a:srgbClr val="000000"/>
              </a:solidFill>
              <a:effectLst/>
              <a:uLnTx/>
              <a:uFillTx/>
              <a:latin typeface="Arial"/>
              <a:cs typeface="Arial"/>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900" b="0" i="0" u="none" strike="noStrike" kern="0" cap="none" spc="0" normalizeH="0" baseline="0" noProof="0" dirty="0">
                <a:ln>
                  <a:noFill/>
                </a:ln>
                <a:solidFill>
                  <a:srgbClr val="000000"/>
                </a:solidFill>
                <a:effectLst/>
                <a:uLnTx/>
                <a:uFillTx/>
                <a:latin typeface="Arial"/>
                <a:cs typeface="Arial"/>
                <a:sym typeface="Arial"/>
              </a:rPr>
              <a:t>Router(config)# interface FastEthernet0/0</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900" b="0" i="0" u="none" strike="noStrike" kern="0" cap="none" spc="0" normalizeH="0" baseline="0" noProof="0" dirty="0">
                <a:ln>
                  <a:noFill/>
                </a:ln>
                <a:solidFill>
                  <a:srgbClr val="000000"/>
                </a:solidFill>
                <a:effectLst/>
                <a:uLnTx/>
                <a:uFillTx/>
                <a:latin typeface="Arial"/>
                <a:cs typeface="Arial"/>
                <a:sym typeface="Arial"/>
              </a:rPr>
              <a:t>Router(config-if)# </a:t>
            </a:r>
            <a:r>
              <a:rPr kumimoji="0" lang="en-US" sz="900" b="0" i="0" u="none" strike="noStrike" kern="0" cap="none" spc="0" normalizeH="0" baseline="0" noProof="0" dirty="0" err="1">
                <a:ln>
                  <a:noFill/>
                </a:ln>
                <a:solidFill>
                  <a:srgbClr val="000000"/>
                </a:solidFill>
                <a:effectLst/>
                <a:uLnTx/>
                <a:uFillTx/>
                <a:latin typeface="Arial"/>
                <a:cs typeface="Arial"/>
                <a:sym typeface="Arial"/>
              </a:rPr>
              <a:t>ip</a:t>
            </a:r>
            <a:r>
              <a:rPr kumimoji="0" lang="en-US" sz="900" b="0" i="0" u="none" strike="noStrike" kern="0" cap="none" spc="0" normalizeH="0" baseline="0" noProof="0" dirty="0">
                <a:ln>
                  <a:noFill/>
                </a:ln>
                <a:solidFill>
                  <a:srgbClr val="000000"/>
                </a:solidFill>
                <a:effectLst/>
                <a:uLnTx/>
                <a:uFillTx/>
                <a:latin typeface="Arial"/>
                <a:cs typeface="Arial"/>
                <a:sym typeface="Arial"/>
              </a:rPr>
              <a:t> address  </a:t>
            </a: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210.200.100.1</a:t>
            </a:r>
            <a:r>
              <a:rPr kumimoji="0" lang="en-US" sz="900" b="0" i="0" u="none" strike="noStrike" kern="0" cap="none" spc="0" normalizeH="0" baseline="0" noProof="0" dirty="0">
                <a:ln>
                  <a:noFill/>
                </a:ln>
                <a:solidFill>
                  <a:srgbClr val="000000"/>
                </a:solidFill>
                <a:effectLst/>
                <a:uLnTx/>
                <a:uFillTx/>
                <a:latin typeface="Arial"/>
                <a:cs typeface="Arial"/>
                <a:sym typeface="Arial"/>
              </a:rPr>
              <a:t>  </a:t>
            </a: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255.255.255.128</a:t>
            </a:r>
            <a:endParaRPr kumimoji="0" lang="en-US" sz="900" b="0" i="0" u="none" strike="noStrike" kern="0" cap="none" spc="0" normalizeH="0" baseline="0" noProof="0" dirty="0">
              <a:ln>
                <a:noFill/>
              </a:ln>
              <a:solidFill>
                <a:srgbClr val="000000"/>
              </a:solidFill>
              <a:effectLst/>
              <a:uLnTx/>
              <a:uFillTx/>
              <a:latin typeface="Arial"/>
              <a:cs typeface="Arial"/>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900" b="0" i="0" u="none" strike="noStrike" kern="0" cap="none" spc="0" normalizeH="0" baseline="0" noProof="0" dirty="0">
                <a:ln>
                  <a:noFill/>
                </a:ln>
                <a:solidFill>
                  <a:srgbClr val="000000"/>
                </a:solidFill>
                <a:effectLst/>
                <a:uLnTx/>
                <a:uFillTx/>
                <a:latin typeface="Arial"/>
                <a:cs typeface="Arial"/>
                <a:sym typeface="Arial"/>
              </a:rPr>
              <a:t>Router(config-if)# no shutdown</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900" b="0" i="0" u="none" strike="noStrike" kern="0" cap="none" spc="0" normalizeH="0" baseline="0" noProof="0" dirty="0">
                <a:ln>
                  <a:noFill/>
                </a:ln>
                <a:solidFill>
                  <a:srgbClr val="000000"/>
                </a:solidFill>
                <a:effectLst/>
                <a:uLnTx/>
                <a:uFillTx/>
                <a:latin typeface="Arial"/>
                <a:cs typeface="Arial"/>
                <a:sym typeface="Arial"/>
              </a:rPr>
              <a:t>Router(config-if)# exit</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endParaRPr kumimoji="0" lang="en-US" sz="900" b="0" i="0" u="none" strike="noStrike" kern="0" cap="none" spc="0" normalizeH="0" baseline="0" noProof="0" dirty="0">
              <a:ln>
                <a:noFill/>
              </a:ln>
              <a:solidFill>
                <a:srgbClr val="000000"/>
              </a:solidFill>
              <a:effectLst/>
              <a:uLnTx/>
              <a:uFillTx/>
              <a:latin typeface="Arial"/>
              <a:cs typeface="Arial"/>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endParaRPr kumimoji="0" lang="en-US" sz="900" b="0" i="0" u="none" strike="noStrike" kern="0" cap="none" spc="0" normalizeH="0" baseline="0" noProof="0" dirty="0">
              <a:ln>
                <a:noFill/>
              </a:ln>
              <a:solidFill>
                <a:srgbClr val="000000"/>
              </a:solidFill>
              <a:effectLst/>
              <a:uLnTx/>
              <a:uFillTx/>
              <a:latin typeface="Arial"/>
              <a:cs typeface="Arial"/>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900" b="0" i="0" u="none" strike="noStrike" kern="0" cap="none" spc="0" normalizeH="0" baseline="0" noProof="0" dirty="0">
                <a:ln>
                  <a:noFill/>
                </a:ln>
                <a:solidFill>
                  <a:srgbClr val="000000"/>
                </a:solidFill>
                <a:effectLst/>
                <a:uLnTx/>
                <a:uFillTx/>
                <a:latin typeface="Arial"/>
                <a:cs typeface="Arial"/>
                <a:sym typeface="Arial"/>
              </a:rPr>
              <a:t>Router(config)# interface FastEthernet0/1</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900" b="0" i="0" u="none" strike="noStrike" kern="0" cap="none" spc="0" normalizeH="0" baseline="0" noProof="0" dirty="0">
                <a:ln>
                  <a:noFill/>
                </a:ln>
                <a:solidFill>
                  <a:srgbClr val="000000"/>
                </a:solidFill>
                <a:effectLst/>
                <a:uLnTx/>
                <a:uFillTx/>
                <a:latin typeface="Arial"/>
                <a:cs typeface="Arial"/>
                <a:sym typeface="Arial"/>
              </a:rPr>
              <a:t>Router(config-if)# </a:t>
            </a:r>
            <a:r>
              <a:rPr kumimoji="0" lang="en-US" sz="900" b="0" i="0" u="none" strike="noStrike" kern="0" cap="none" spc="0" normalizeH="0" baseline="0" noProof="0" dirty="0" err="1">
                <a:ln>
                  <a:noFill/>
                </a:ln>
                <a:solidFill>
                  <a:srgbClr val="000000"/>
                </a:solidFill>
                <a:effectLst/>
                <a:uLnTx/>
                <a:uFillTx/>
                <a:latin typeface="Arial"/>
                <a:cs typeface="Arial"/>
                <a:sym typeface="Arial"/>
              </a:rPr>
              <a:t>ip</a:t>
            </a:r>
            <a:r>
              <a:rPr kumimoji="0" lang="en-US" sz="900" b="0" i="0" u="none" strike="noStrike" kern="0" cap="none" spc="0" normalizeH="0" baseline="0" noProof="0" dirty="0">
                <a:ln>
                  <a:noFill/>
                </a:ln>
                <a:solidFill>
                  <a:srgbClr val="000000"/>
                </a:solidFill>
                <a:effectLst/>
                <a:uLnTx/>
                <a:uFillTx/>
                <a:latin typeface="Arial"/>
                <a:cs typeface="Arial"/>
                <a:sym typeface="Arial"/>
              </a:rPr>
              <a:t> address  </a:t>
            </a: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210.200.100.129</a:t>
            </a:r>
            <a:r>
              <a:rPr kumimoji="0" lang="en-US" sz="900" b="0" i="0" u="none" strike="noStrike" kern="0" cap="none" spc="0" normalizeH="0" baseline="0" noProof="0" dirty="0">
                <a:ln>
                  <a:noFill/>
                </a:ln>
                <a:solidFill>
                  <a:srgbClr val="000000"/>
                </a:solidFill>
                <a:effectLst/>
                <a:uLnTx/>
                <a:uFillTx/>
                <a:latin typeface="Arial"/>
                <a:cs typeface="Arial"/>
                <a:sym typeface="Arial"/>
              </a:rPr>
              <a:t>  </a:t>
            </a: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255.255.255.128</a:t>
            </a:r>
            <a:endParaRPr kumimoji="0" lang="en-US" sz="900" b="0" i="0" u="none" strike="noStrike" kern="0" cap="none" spc="0" normalizeH="0" baseline="0" noProof="0" dirty="0">
              <a:ln>
                <a:noFill/>
              </a:ln>
              <a:solidFill>
                <a:srgbClr val="000000"/>
              </a:solidFill>
              <a:effectLst/>
              <a:uLnTx/>
              <a:uFillTx/>
              <a:latin typeface="Arial"/>
              <a:cs typeface="Arial"/>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900" b="0" i="0" u="none" strike="noStrike" kern="0" cap="none" spc="0" normalizeH="0" baseline="0" noProof="0" dirty="0">
                <a:ln>
                  <a:noFill/>
                </a:ln>
                <a:solidFill>
                  <a:srgbClr val="000000"/>
                </a:solidFill>
                <a:effectLst/>
                <a:uLnTx/>
                <a:uFillTx/>
                <a:latin typeface="Arial"/>
                <a:cs typeface="Arial"/>
                <a:sym typeface="Arial"/>
              </a:rPr>
              <a:t>Router(config-if)# no shutdown</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900" b="0" i="0" u="none" strike="noStrike" kern="0" cap="none" spc="0" normalizeH="0" baseline="0" noProof="0" dirty="0">
                <a:ln>
                  <a:noFill/>
                </a:ln>
                <a:solidFill>
                  <a:srgbClr val="000000"/>
                </a:solidFill>
                <a:effectLst/>
                <a:uLnTx/>
                <a:uFillTx/>
                <a:latin typeface="Arial"/>
                <a:cs typeface="Arial"/>
                <a:sym typeface="Arial"/>
              </a:rPr>
              <a:t>Router(config-if)# exit</a:t>
            </a:r>
          </a:p>
        </p:txBody>
      </p:sp>
    </p:spTree>
    <p:extLst>
      <p:ext uri="{BB962C8B-B14F-4D97-AF65-F5344CB8AC3E}">
        <p14:creationId xmlns:p14="http://schemas.microsoft.com/office/powerpoint/2010/main" val="25666737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5141A-7F4E-3F45-9ADD-13ABE6F19267}"/>
            </a:ext>
          </a:extLst>
        </p:cNvPr>
        <p:cNvGrpSpPr/>
        <p:nvPr/>
      </p:nvGrpSpPr>
      <p:grpSpPr>
        <a:xfrm>
          <a:off x="0" y="0"/>
          <a:ext cx="0" cy="0"/>
          <a:chOff x="0" y="0"/>
          <a:chExt cx="0" cy="0"/>
        </a:xfrm>
      </p:grpSpPr>
    </p:spTree>
    <p:extLst>
      <p:ext uri="{BB962C8B-B14F-4D97-AF65-F5344CB8AC3E}">
        <p14:creationId xmlns:p14="http://schemas.microsoft.com/office/powerpoint/2010/main" val="291022084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228FC-5627-398B-7244-AB6B534AA05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4B5E35F-D2BF-066A-D8A8-57983170C039}"/>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D44A5C47-D0E5-BBD3-0BC9-96423359EFA0}"/>
              </a:ext>
            </a:extLst>
          </p:cNvPr>
          <p:cNvSpPr txBox="1"/>
          <p:nvPr/>
        </p:nvSpPr>
        <p:spPr>
          <a:xfrm>
            <a:off x="101600" y="554575"/>
            <a:ext cx="9042400" cy="523220"/>
          </a:xfrm>
          <a:prstGeom prst="rect">
            <a:avLst/>
          </a:prstGeom>
          <a:noFill/>
        </p:spPr>
        <p:txBody>
          <a:bodyPr wrap="square">
            <a:spAutoFit/>
          </a:bodyPr>
          <a:lstStyle/>
          <a:p>
            <a:pPr algn="just"/>
            <a:r>
              <a:rPr lang="en-US" b="1" dirty="0">
                <a:highlight>
                  <a:srgbClr val="00FFFF"/>
                </a:highlight>
              </a:rPr>
              <a:t>Q2: </a:t>
            </a:r>
            <a:r>
              <a:rPr lang="en-US" dirty="0">
                <a:highlight>
                  <a:srgbClr val="00FFFF"/>
                </a:highlight>
              </a:rPr>
              <a:t>Company bought an IP 192.168.100.200/24 , company says connect 3 branches and connect 4 users each branch. Using FLSM and using RIPv2.</a:t>
            </a:r>
          </a:p>
        </p:txBody>
      </p:sp>
      <p:pic>
        <p:nvPicPr>
          <p:cNvPr id="3" name="Picture 2">
            <a:extLst>
              <a:ext uri="{FF2B5EF4-FFF2-40B4-BE49-F238E27FC236}">
                <a16:creationId xmlns:a16="http://schemas.microsoft.com/office/drawing/2014/main" id="{16F2A5B4-C19E-F47F-7400-4D3E14C8D461}"/>
              </a:ext>
            </a:extLst>
          </p:cNvPr>
          <p:cNvPicPr>
            <a:picLocks noChangeAspect="1"/>
          </p:cNvPicPr>
          <p:nvPr/>
        </p:nvPicPr>
        <p:blipFill>
          <a:blip r:embed="rId2"/>
          <a:stretch>
            <a:fillRect/>
          </a:stretch>
        </p:blipFill>
        <p:spPr>
          <a:xfrm>
            <a:off x="0" y="1295400"/>
            <a:ext cx="9144000" cy="3848100"/>
          </a:xfrm>
          <a:prstGeom prst="rect">
            <a:avLst/>
          </a:prstGeom>
        </p:spPr>
      </p:pic>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4703FC87-291C-51E5-8754-8B35A6AE2D08}"/>
                  </a:ext>
                </a:extLst>
              </p14:cNvPr>
              <p14:cNvContentPartPr/>
              <p14:nvPr/>
            </p14:nvContentPartPr>
            <p14:xfrm>
              <a:off x="244693" y="2124613"/>
              <a:ext cx="1245960" cy="2973960"/>
            </p14:xfrm>
          </p:contentPart>
        </mc:Choice>
        <mc:Fallback xmlns="">
          <p:pic>
            <p:nvPicPr>
              <p:cNvPr id="10" name="Ink 9">
                <a:extLst>
                  <a:ext uri="{FF2B5EF4-FFF2-40B4-BE49-F238E27FC236}">
                    <a16:creationId xmlns:a16="http://schemas.microsoft.com/office/drawing/2014/main" id="{4703FC87-291C-51E5-8754-8B35A6AE2D08}"/>
                  </a:ext>
                </a:extLst>
              </p:cNvPr>
              <p:cNvPicPr/>
              <p:nvPr/>
            </p:nvPicPr>
            <p:blipFill>
              <a:blip r:embed="rId4"/>
              <a:stretch>
                <a:fillRect/>
              </a:stretch>
            </p:blipFill>
            <p:spPr>
              <a:xfrm>
                <a:off x="235693" y="2115973"/>
                <a:ext cx="1263600" cy="2991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25FD8590-24DF-744B-F112-E4D669218C94}"/>
                  </a:ext>
                </a:extLst>
              </p14:cNvPr>
              <p14:cNvContentPartPr/>
              <p14:nvPr/>
            </p14:nvContentPartPr>
            <p14:xfrm>
              <a:off x="3487213" y="2028853"/>
              <a:ext cx="1975680" cy="3061440"/>
            </p14:xfrm>
          </p:contentPart>
        </mc:Choice>
        <mc:Fallback xmlns="">
          <p:pic>
            <p:nvPicPr>
              <p:cNvPr id="11" name="Ink 10">
                <a:extLst>
                  <a:ext uri="{FF2B5EF4-FFF2-40B4-BE49-F238E27FC236}">
                    <a16:creationId xmlns:a16="http://schemas.microsoft.com/office/drawing/2014/main" id="{25FD8590-24DF-744B-F112-E4D669218C94}"/>
                  </a:ext>
                </a:extLst>
              </p:cNvPr>
              <p:cNvPicPr/>
              <p:nvPr/>
            </p:nvPicPr>
            <p:blipFill>
              <a:blip r:embed="rId6"/>
              <a:stretch>
                <a:fillRect/>
              </a:stretch>
            </p:blipFill>
            <p:spPr>
              <a:xfrm>
                <a:off x="3478573" y="2019853"/>
                <a:ext cx="1993320" cy="307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0DEF4065-CF45-58AD-89EC-C9F43A38CBE8}"/>
                  </a:ext>
                </a:extLst>
              </p14:cNvPr>
              <p14:cNvContentPartPr/>
              <p14:nvPr/>
            </p14:nvContentPartPr>
            <p14:xfrm>
              <a:off x="7499773" y="2017333"/>
              <a:ext cx="1535040" cy="3021480"/>
            </p14:xfrm>
          </p:contentPart>
        </mc:Choice>
        <mc:Fallback xmlns="">
          <p:pic>
            <p:nvPicPr>
              <p:cNvPr id="12" name="Ink 11">
                <a:extLst>
                  <a:ext uri="{FF2B5EF4-FFF2-40B4-BE49-F238E27FC236}">
                    <a16:creationId xmlns:a16="http://schemas.microsoft.com/office/drawing/2014/main" id="{0DEF4065-CF45-58AD-89EC-C9F43A38CBE8}"/>
                  </a:ext>
                </a:extLst>
              </p:cNvPr>
              <p:cNvPicPr/>
              <p:nvPr/>
            </p:nvPicPr>
            <p:blipFill>
              <a:blip r:embed="rId8"/>
              <a:stretch>
                <a:fillRect/>
              </a:stretch>
            </p:blipFill>
            <p:spPr>
              <a:xfrm>
                <a:off x="7491133" y="2008333"/>
                <a:ext cx="1552680" cy="30391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9E6E1EEE-9B69-9EDC-B6E0-412AD4E54DA4}"/>
                  </a:ext>
                </a:extLst>
              </p14:cNvPr>
              <p14:cNvContentPartPr/>
              <p14:nvPr/>
            </p14:nvContentPartPr>
            <p14:xfrm>
              <a:off x="1081693" y="1446013"/>
              <a:ext cx="2999880" cy="917280"/>
            </p14:xfrm>
          </p:contentPart>
        </mc:Choice>
        <mc:Fallback xmlns="">
          <p:pic>
            <p:nvPicPr>
              <p:cNvPr id="13" name="Ink 12">
                <a:extLst>
                  <a:ext uri="{FF2B5EF4-FFF2-40B4-BE49-F238E27FC236}">
                    <a16:creationId xmlns:a16="http://schemas.microsoft.com/office/drawing/2014/main" id="{9E6E1EEE-9B69-9EDC-B6E0-412AD4E54DA4}"/>
                  </a:ext>
                </a:extLst>
              </p:cNvPr>
              <p:cNvPicPr/>
              <p:nvPr/>
            </p:nvPicPr>
            <p:blipFill>
              <a:blip r:embed="rId10"/>
              <a:stretch>
                <a:fillRect/>
              </a:stretch>
            </p:blipFill>
            <p:spPr>
              <a:xfrm>
                <a:off x="1073053" y="1437013"/>
                <a:ext cx="3017520" cy="9349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DCE1E0BB-FA74-38F1-7D78-CF26670C9DCF}"/>
                  </a:ext>
                </a:extLst>
              </p14:cNvPr>
              <p14:cNvContentPartPr/>
              <p14:nvPr/>
            </p14:nvContentPartPr>
            <p14:xfrm>
              <a:off x="4647133" y="1368613"/>
              <a:ext cx="3326760" cy="797760"/>
            </p14:xfrm>
          </p:contentPart>
        </mc:Choice>
        <mc:Fallback xmlns="">
          <p:pic>
            <p:nvPicPr>
              <p:cNvPr id="14" name="Ink 13">
                <a:extLst>
                  <a:ext uri="{FF2B5EF4-FFF2-40B4-BE49-F238E27FC236}">
                    <a16:creationId xmlns:a16="http://schemas.microsoft.com/office/drawing/2014/main" id="{DCE1E0BB-FA74-38F1-7D78-CF26670C9DCF}"/>
                  </a:ext>
                </a:extLst>
              </p:cNvPr>
              <p:cNvPicPr/>
              <p:nvPr/>
            </p:nvPicPr>
            <p:blipFill>
              <a:blip r:embed="rId12"/>
              <a:stretch>
                <a:fillRect/>
              </a:stretch>
            </p:blipFill>
            <p:spPr>
              <a:xfrm>
                <a:off x="4638493" y="1359613"/>
                <a:ext cx="3344400" cy="815400"/>
              </a:xfrm>
              <a:prstGeom prst="rect">
                <a:avLst/>
              </a:prstGeom>
            </p:spPr>
          </p:pic>
        </mc:Fallback>
      </mc:AlternateContent>
      <p:sp>
        <p:nvSpPr>
          <p:cNvPr id="17" name="TextBox 16">
            <a:extLst>
              <a:ext uri="{FF2B5EF4-FFF2-40B4-BE49-F238E27FC236}">
                <a16:creationId xmlns:a16="http://schemas.microsoft.com/office/drawing/2014/main" id="{C185E41A-1AA7-00A5-66EE-F63FD41B04A5}"/>
              </a:ext>
            </a:extLst>
          </p:cNvPr>
          <p:cNvSpPr txBox="1"/>
          <p:nvPr/>
        </p:nvSpPr>
        <p:spPr>
          <a:xfrm>
            <a:off x="172566" y="2448639"/>
            <a:ext cx="736561" cy="246221"/>
          </a:xfrm>
          <a:prstGeom prst="rect">
            <a:avLst/>
          </a:prstGeom>
          <a:noFill/>
        </p:spPr>
        <p:txBody>
          <a:bodyPr wrap="square">
            <a:spAutoFit/>
          </a:bodyPr>
          <a:lstStyle/>
          <a:p>
            <a:r>
              <a:rPr kumimoji="0" lang="en-US" sz="900" b="0"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0"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1 </a:t>
            </a:r>
            <a:endParaRPr lang="en-PK" dirty="0">
              <a:highlight>
                <a:srgbClr val="00FF00"/>
              </a:highlight>
            </a:endParaRPr>
          </a:p>
        </p:txBody>
      </p:sp>
      <p:sp>
        <p:nvSpPr>
          <p:cNvPr id="19" name="TextBox 18">
            <a:extLst>
              <a:ext uri="{FF2B5EF4-FFF2-40B4-BE49-F238E27FC236}">
                <a16:creationId xmlns:a16="http://schemas.microsoft.com/office/drawing/2014/main" id="{45DF4FBC-8785-265A-3BE1-860995F50AA8}"/>
              </a:ext>
            </a:extLst>
          </p:cNvPr>
          <p:cNvSpPr txBox="1"/>
          <p:nvPr/>
        </p:nvSpPr>
        <p:spPr>
          <a:xfrm>
            <a:off x="6017683" y="1446013"/>
            <a:ext cx="89958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0"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5 </a:t>
            </a:r>
            <a:endParaRPr kumimoji="0" lang="en-PK" sz="1400" b="0"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21" name="TextBox 20">
            <a:extLst>
              <a:ext uri="{FF2B5EF4-FFF2-40B4-BE49-F238E27FC236}">
                <a16:creationId xmlns:a16="http://schemas.microsoft.com/office/drawing/2014/main" id="{1382A26E-1A45-F90F-3D48-D24E38AEBF62}"/>
              </a:ext>
            </a:extLst>
          </p:cNvPr>
          <p:cNvSpPr txBox="1"/>
          <p:nvPr/>
        </p:nvSpPr>
        <p:spPr>
          <a:xfrm>
            <a:off x="1772289" y="1525098"/>
            <a:ext cx="73384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0"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4 </a:t>
            </a:r>
            <a:endParaRPr kumimoji="0" lang="en-PK" sz="1400" b="0"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23" name="TextBox 22">
            <a:extLst>
              <a:ext uri="{FF2B5EF4-FFF2-40B4-BE49-F238E27FC236}">
                <a16:creationId xmlns:a16="http://schemas.microsoft.com/office/drawing/2014/main" id="{88CAE4B4-B1EA-0001-7F9B-C959FCCB5070}"/>
              </a:ext>
            </a:extLst>
          </p:cNvPr>
          <p:cNvSpPr txBox="1"/>
          <p:nvPr/>
        </p:nvSpPr>
        <p:spPr>
          <a:xfrm>
            <a:off x="7459453" y="2694860"/>
            <a:ext cx="85608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lang="en-US" sz="1000" dirty="0">
                <a:highlight>
                  <a:srgbClr val="00FF00"/>
                </a:highlight>
                <a:ea typeface="Open Sans" pitchFamily="34" charset="-122"/>
              </a:rPr>
              <a:t> 3</a:t>
            </a:r>
            <a:r>
              <a:rPr kumimoji="0" lang="en-US" sz="1000" b="0"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a:t>
            </a:r>
            <a:endParaRPr kumimoji="0" lang="en-PK" sz="1400" b="0"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25" name="TextBox 24">
            <a:extLst>
              <a:ext uri="{FF2B5EF4-FFF2-40B4-BE49-F238E27FC236}">
                <a16:creationId xmlns:a16="http://schemas.microsoft.com/office/drawing/2014/main" id="{704F7418-0142-3C40-0653-5EC22DECA21E}"/>
              </a:ext>
            </a:extLst>
          </p:cNvPr>
          <p:cNvSpPr txBox="1"/>
          <p:nvPr/>
        </p:nvSpPr>
        <p:spPr>
          <a:xfrm>
            <a:off x="3527533" y="3120299"/>
            <a:ext cx="81576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0"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2 </a:t>
            </a:r>
            <a:endParaRPr kumimoji="0" lang="en-PK" sz="1400" b="0"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Tree>
    <p:extLst>
      <p:ext uri="{BB962C8B-B14F-4D97-AF65-F5344CB8AC3E}">
        <p14:creationId xmlns:p14="http://schemas.microsoft.com/office/powerpoint/2010/main" val="263585179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CB8B8-B6A1-F133-9EF5-35CD11ECE6D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746E687-14FB-1FDB-6DBF-0038D47B3CC6}"/>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B3F12405-50E0-7E80-5AE3-8B895EB1DBA2}"/>
              </a:ext>
            </a:extLst>
          </p:cNvPr>
          <p:cNvSpPr txBox="1"/>
          <p:nvPr/>
        </p:nvSpPr>
        <p:spPr>
          <a:xfrm>
            <a:off x="101600" y="626548"/>
            <a:ext cx="3623733" cy="307777"/>
          </a:xfrm>
          <a:prstGeom prst="rect">
            <a:avLst/>
          </a:prstGeom>
          <a:noFill/>
        </p:spPr>
        <p:txBody>
          <a:bodyPr wrap="square">
            <a:spAutoFit/>
          </a:bodyPr>
          <a:lstStyle/>
          <a:p>
            <a:pPr algn="just"/>
            <a:r>
              <a:rPr lang="en-US" b="1" dirty="0">
                <a:highlight>
                  <a:srgbClr val="00FFFF"/>
                </a:highlight>
              </a:rPr>
              <a:t>Here we have 5 Network, so let's begin</a:t>
            </a:r>
          </a:p>
        </p:txBody>
      </p:sp>
      <p:sp>
        <p:nvSpPr>
          <p:cNvPr id="3" name="TextBox 2">
            <a:extLst>
              <a:ext uri="{FF2B5EF4-FFF2-40B4-BE49-F238E27FC236}">
                <a16:creationId xmlns:a16="http://schemas.microsoft.com/office/drawing/2014/main" id="{B069E110-BC58-45D0-4B56-CA5CEAC4E6C0}"/>
              </a:ext>
            </a:extLst>
          </p:cNvPr>
          <p:cNvSpPr txBox="1"/>
          <p:nvPr/>
        </p:nvSpPr>
        <p:spPr>
          <a:xfrm>
            <a:off x="254000" y="1148679"/>
            <a:ext cx="2166983" cy="3631763"/>
          </a:xfrm>
          <a:prstGeom prst="rect">
            <a:avLst/>
          </a:prstGeom>
          <a:noFill/>
        </p:spPr>
        <p:txBody>
          <a:bodyPr wrap="square">
            <a:spAutoFit/>
          </a:bodyPr>
          <a:lstStyle/>
          <a:p>
            <a:r>
              <a:rPr lang="en-US" sz="1000" dirty="0">
                <a:ea typeface="Open Sans" pitchFamily="34" charset="-122"/>
              </a:rPr>
              <a:t>Step 1: IP: 192.168.100.200/24</a:t>
            </a:r>
          </a:p>
          <a:p>
            <a:endParaRPr lang="en-US" sz="1000" dirty="0">
              <a:ea typeface="Open Sans" pitchFamily="34" charset="-122"/>
            </a:endParaRPr>
          </a:p>
          <a:p>
            <a:r>
              <a:rPr lang="en-US" sz="1000" dirty="0">
                <a:ea typeface="Open Sans" pitchFamily="34" charset="-122"/>
              </a:rPr>
              <a:t>Step 2:  192.168.100.0  NID</a:t>
            </a:r>
          </a:p>
          <a:p>
            <a:endParaRPr lang="en-US" sz="1000" dirty="0">
              <a:ea typeface="Open Sans" pitchFamily="34" charset="-122"/>
            </a:endParaRPr>
          </a:p>
          <a:p>
            <a:r>
              <a:rPr lang="en-US" sz="1000" dirty="0">
                <a:ea typeface="Open Sans" pitchFamily="34" charset="-122"/>
              </a:rPr>
              <a:t>Step 3:  192.168.100.00000000</a:t>
            </a:r>
          </a:p>
          <a:p>
            <a:endParaRPr lang="en-US" sz="1000" dirty="0">
              <a:ea typeface="Open Sans" pitchFamily="34" charset="-122"/>
            </a:endParaRPr>
          </a:p>
          <a:p>
            <a:r>
              <a:rPr lang="en-US" sz="1000" dirty="0">
                <a:ea typeface="Open Sans" pitchFamily="34" charset="-122"/>
              </a:rPr>
              <a:t>2³ − 2 = &gt;4</a:t>
            </a:r>
          </a:p>
          <a:p>
            <a:r>
              <a:rPr lang="en-US" sz="1000" dirty="0">
                <a:ea typeface="Open Sans" pitchFamily="34" charset="-122"/>
              </a:rPr>
              <a:t>8-2=&gt;4</a:t>
            </a:r>
          </a:p>
          <a:p>
            <a:r>
              <a:rPr lang="en-US" sz="1000" dirty="0">
                <a:ea typeface="Open Sans" pitchFamily="34" charset="-122"/>
              </a:rPr>
              <a:t>6=&gt;4  (Satisfied)</a:t>
            </a:r>
          </a:p>
          <a:p>
            <a:endParaRPr lang="en-US" sz="1000" dirty="0">
              <a:ea typeface="Open Sans" pitchFamily="34" charset="-122"/>
            </a:endParaRPr>
          </a:p>
          <a:p>
            <a:r>
              <a:rPr lang="en-US" sz="1000" dirty="0">
                <a:highlight>
                  <a:srgbClr val="00FF00"/>
                </a:highlight>
                <a:ea typeface="Open Sans" pitchFamily="34" charset="-122"/>
              </a:rPr>
              <a:t>n = 3 host bits required.</a:t>
            </a:r>
          </a:p>
          <a:p>
            <a:endParaRPr lang="en-US" sz="1000" dirty="0">
              <a:highlight>
                <a:srgbClr val="00FF00"/>
              </a:highlight>
              <a:ea typeface="Open Sans" pitchFamily="34" charset="-122"/>
            </a:endParaRPr>
          </a:p>
          <a:p>
            <a:r>
              <a:rPr lang="en-US" sz="1000" dirty="0">
                <a:ea typeface="Open Sans" pitchFamily="34" charset="-122"/>
              </a:rPr>
              <a:t>Step 3: 192.168.100.00000000 </a:t>
            </a:r>
          </a:p>
          <a:p>
            <a:endParaRPr lang="en-US" sz="1000" dirty="0">
              <a:ea typeface="Open Sans" pitchFamily="34" charset="-122"/>
            </a:endParaRPr>
          </a:p>
          <a:p>
            <a:r>
              <a:rPr lang="en-US" sz="1000" dirty="0">
                <a:ea typeface="Open Sans" pitchFamily="34" charset="-122"/>
              </a:rPr>
              <a:t>n=3 so , From right to left in first octet, count 3 zeros , And make remaining zeros 1</a:t>
            </a:r>
          </a:p>
          <a:p>
            <a:endParaRPr lang="en-US" sz="1000" dirty="0">
              <a:ea typeface="Open Sans" pitchFamily="34" charset="-122"/>
            </a:endParaRPr>
          </a:p>
          <a:p>
            <a:r>
              <a:rPr lang="en-US" sz="1000" dirty="0">
                <a:ea typeface="Open Sans" pitchFamily="34" charset="-122"/>
              </a:rPr>
              <a:t>192.168.100.11111000</a:t>
            </a:r>
          </a:p>
          <a:p>
            <a:r>
              <a:rPr lang="en-US" sz="1000" dirty="0">
                <a:ea typeface="Open Sans" pitchFamily="34" charset="-122"/>
              </a:rPr>
              <a:t>It can be written as: </a:t>
            </a:r>
          </a:p>
          <a:p>
            <a:r>
              <a:rPr lang="en-US" sz="1000" dirty="0">
                <a:ea typeface="Open Sans" pitchFamily="34" charset="-122"/>
              </a:rPr>
              <a:t>192.168.100.248</a:t>
            </a:r>
          </a:p>
          <a:p>
            <a:endParaRPr lang="en-US" sz="1000" dirty="0">
              <a:ea typeface="Open Sans" pitchFamily="34" charset="-122"/>
            </a:endParaRPr>
          </a:p>
          <a:p>
            <a:r>
              <a:rPr lang="en-US" sz="1000" dirty="0">
                <a:highlight>
                  <a:srgbClr val="00FF00"/>
                </a:highlight>
                <a:ea typeface="Open Sans" pitchFamily="34" charset="-122"/>
              </a:rPr>
              <a:t>Subnet mask = 255.255.255.248</a:t>
            </a:r>
            <a:endParaRPr lang="en-PK" sz="1000" dirty="0">
              <a:highlight>
                <a:srgbClr val="00FF00"/>
              </a:highlight>
              <a:ea typeface="Open Sans" pitchFamily="34" charset="-122"/>
            </a:endParaRPr>
          </a:p>
        </p:txBody>
      </p:sp>
      <p:sp>
        <p:nvSpPr>
          <p:cNvPr id="6" name="Arrow: Down 5">
            <a:extLst>
              <a:ext uri="{FF2B5EF4-FFF2-40B4-BE49-F238E27FC236}">
                <a16:creationId xmlns:a16="http://schemas.microsoft.com/office/drawing/2014/main" id="{544E61B1-3C27-FCA8-82AA-C66C47F2C8FB}"/>
              </a:ext>
            </a:extLst>
          </p:cNvPr>
          <p:cNvSpPr/>
          <p:nvPr/>
        </p:nvSpPr>
        <p:spPr>
          <a:xfrm rot="5400000">
            <a:off x="1948512" y="3125381"/>
            <a:ext cx="90773" cy="16086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8" name="TextBox 7">
            <a:extLst>
              <a:ext uri="{FF2B5EF4-FFF2-40B4-BE49-F238E27FC236}">
                <a16:creationId xmlns:a16="http://schemas.microsoft.com/office/drawing/2014/main" id="{A8CF27D9-05FE-768E-567B-F17D22FAB664}"/>
              </a:ext>
            </a:extLst>
          </p:cNvPr>
          <p:cNvSpPr txBox="1"/>
          <p:nvPr/>
        </p:nvSpPr>
        <p:spPr>
          <a:xfrm>
            <a:off x="2578582" y="1025568"/>
            <a:ext cx="3298373" cy="4031873"/>
          </a:xfrm>
          <a:prstGeom prst="rect">
            <a:avLst/>
          </a:prstGeom>
          <a:noFill/>
        </p:spPr>
        <p:txBody>
          <a:bodyPr wrap="square">
            <a:spAutoFit/>
          </a:bodyPr>
          <a:lstStyle/>
          <a:p>
            <a:r>
              <a:rPr lang="en-US" b="1" dirty="0">
                <a:ea typeface="Open Sans" pitchFamily="34" charset="-122"/>
              </a:rPr>
              <a:t>First Subnetwork:</a:t>
            </a:r>
          </a:p>
          <a:p>
            <a:pPr marL="171450" indent="-171450">
              <a:buFont typeface="Wingdings" panose="05000000000000000000" pitchFamily="2" charset="2"/>
              <a:buChar char="ü"/>
            </a:pPr>
            <a:r>
              <a:rPr lang="en-US" sz="1000" dirty="0">
                <a:ea typeface="Open Sans" pitchFamily="34" charset="-122"/>
              </a:rPr>
              <a:t>Network ID: 192.168.100.0/29</a:t>
            </a:r>
          </a:p>
          <a:p>
            <a:pPr marL="171450" indent="-171450">
              <a:buFont typeface="Wingdings" panose="05000000000000000000" pitchFamily="2" charset="2"/>
              <a:buChar char="ü"/>
            </a:pPr>
            <a:r>
              <a:rPr lang="en-US" sz="1000" dirty="0">
                <a:ea typeface="Open Sans" pitchFamily="34" charset="-122"/>
              </a:rPr>
              <a:t>Broadcast: 192.168.100.7</a:t>
            </a:r>
          </a:p>
          <a:p>
            <a:pPr marL="171450" indent="-171450">
              <a:buFont typeface="Wingdings" panose="05000000000000000000" pitchFamily="2" charset="2"/>
              <a:buChar char="ü"/>
            </a:pPr>
            <a:r>
              <a:rPr lang="en-US" sz="1000" dirty="0">
                <a:ea typeface="Open Sans" pitchFamily="34" charset="-122"/>
              </a:rPr>
              <a:t>Mask: 255.255.255.248</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Usable hosts: 192.168.100.1 → 192.168.100.6</a:t>
            </a:r>
            <a:endParaRPr lang="en-US" sz="1000" dirty="0">
              <a:ea typeface="Open Sans" pitchFamily="34" charset="-122"/>
            </a:endParaRPr>
          </a:p>
          <a:p>
            <a:pPr marL="171450" indent="-171450">
              <a:buFont typeface="Wingdings" panose="05000000000000000000" pitchFamily="2" charset="2"/>
              <a:buChar char="ü"/>
            </a:pPr>
            <a:endParaRPr lang="en-US" sz="1000" dirty="0">
              <a:ea typeface="Open Sans" pitchFamily="34" charset="-122"/>
            </a:endParaRPr>
          </a:p>
          <a:p>
            <a:r>
              <a:rPr lang="en-US" b="1" dirty="0">
                <a:ea typeface="Open Sans" pitchFamily="34" charset="-122"/>
              </a:rPr>
              <a:t>2nd Subnetwork:</a:t>
            </a:r>
          </a:p>
          <a:p>
            <a:pPr marL="171450" indent="-171450">
              <a:buFont typeface="Wingdings" panose="05000000000000000000" pitchFamily="2" charset="2"/>
              <a:buChar char="ü"/>
            </a:pPr>
            <a:r>
              <a:rPr lang="en-US" sz="1000" dirty="0">
                <a:ea typeface="Open Sans" pitchFamily="34" charset="-122"/>
              </a:rPr>
              <a:t>Network ID: 192.168.100.8/29</a:t>
            </a:r>
          </a:p>
          <a:p>
            <a:pPr marL="171450" indent="-171450">
              <a:buFont typeface="Wingdings" panose="05000000000000000000" pitchFamily="2" charset="2"/>
              <a:buChar char="ü"/>
            </a:pPr>
            <a:r>
              <a:rPr lang="en-US" sz="1000" dirty="0">
                <a:ea typeface="Open Sans" pitchFamily="34" charset="-122"/>
              </a:rPr>
              <a:t>Broadcast: 192.168.100.15</a:t>
            </a:r>
          </a:p>
          <a:p>
            <a:pPr marL="171450" indent="-171450">
              <a:buFont typeface="Wingdings" panose="05000000000000000000" pitchFamily="2" charset="2"/>
              <a:buChar char="ü"/>
            </a:pPr>
            <a:r>
              <a:rPr lang="en-US" sz="1000" dirty="0">
                <a:ea typeface="Open Sans" pitchFamily="34" charset="-122"/>
              </a:rPr>
              <a:t>Mask: 255.255.255.248</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Usable hosts: 192.168.100.9 → 192.168.100.14</a:t>
            </a:r>
          </a:p>
          <a:p>
            <a:endParaRPr lang="en-US" sz="1000" dirty="0">
              <a:ea typeface="Open Sans" pitchFamily="34" charset="-122"/>
            </a:endParaRPr>
          </a:p>
          <a:p>
            <a:r>
              <a:rPr lang="en-US" b="1" dirty="0">
                <a:ea typeface="Open Sans" pitchFamily="34" charset="-122"/>
              </a:rPr>
              <a:t>3rd Subnetwork:</a:t>
            </a:r>
          </a:p>
          <a:p>
            <a:pPr marL="171450" indent="-171450">
              <a:buFont typeface="Wingdings" panose="05000000000000000000" pitchFamily="2" charset="2"/>
              <a:buChar char="ü"/>
            </a:pPr>
            <a:r>
              <a:rPr lang="en-US" sz="1000" dirty="0">
                <a:ea typeface="Open Sans" pitchFamily="34" charset="-122"/>
              </a:rPr>
              <a:t>Network ID: 192.168.100.16/29</a:t>
            </a:r>
          </a:p>
          <a:p>
            <a:pPr marL="171450" indent="-171450">
              <a:buFont typeface="Wingdings" panose="05000000000000000000" pitchFamily="2" charset="2"/>
              <a:buChar char="ü"/>
            </a:pPr>
            <a:r>
              <a:rPr lang="en-US" sz="1000" dirty="0">
                <a:ea typeface="Open Sans" pitchFamily="34" charset="-122"/>
              </a:rPr>
              <a:t>Broadcast: 192.168.100.23</a:t>
            </a:r>
          </a:p>
          <a:p>
            <a:pPr marL="171450" indent="-171450">
              <a:buFont typeface="Wingdings" panose="05000000000000000000" pitchFamily="2" charset="2"/>
              <a:buChar char="ü"/>
            </a:pPr>
            <a:r>
              <a:rPr lang="en-US" sz="1000" dirty="0">
                <a:ea typeface="Open Sans" pitchFamily="34" charset="-122"/>
              </a:rPr>
              <a:t>Mask: 255.255.255.248</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Usable hosts: 192.168.100.17 → 192.168.100.22</a:t>
            </a:r>
            <a:endParaRPr lang="en-US" sz="1000" dirty="0">
              <a:ea typeface="Open Sans" pitchFamily="34" charset="-122"/>
            </a:endParaRPr>
          </a:p>
          <a:p>
            <a:pPr marL="171450" indent="-171450">
              <a:buFont typeface="Wingdings" panose="05000000000000000000" pitchFamily="2" charset="2"/>
              <a:buChar char="ü"/>
            </a:pPr>
            <a:endParaRPr lang="en-US" sz="1000" dirty="0">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ea typeface="Open Sans" pitchFamily="34" charset="-122"/>
              </a:rPr>
              <a:t>4</a:t>
            </a:r>
            <a:r>
              <a:rPr lang="en-US" b="1" baseline="30000" dirty="0">
                <a:ea typeface="Open Sans" pitchFamily="34" charset="-122"/>
              </a:rPr>
              <a:t>th</a:t>
            </a: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 Subnetwork:</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Network ID: 192.168.100.24/29</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Broadcast: 192.168.100.31</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Mask: 255.255.255.248</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Usable hosts: 192.168.100.17 → 192.168.100.22</a:t>
            </a:r>
          </a:p>
        </p:txBody>
      </p:sp>
      <p:sp>
        <p:nvSpPr>
          <p:cNvPr id="11" name="TextBox 10">
            <a:extLst>
              <a:ext uri="{FF2B5EF4-FFF2-40B4-BE49-F238E27FC236}">
                <a16:creationId xmlns:a16="http://schemas.microsoft.com/office/drawing/2014/main" id="{E0338993-06F0-1A3A-EC18-B7AA82C18739}"/>
              </a:ext>
            </a:extLst>
          </p:cNvPr>
          <p:cNvSpPr txBox="1"/>
          <p:nvPr/>
        </p:nvSpPr>
        <p:spPr>
          <a:xfrm>
            <a:off x="5876955" y="994791"/>
            <a:ext cx="3109446"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5</a:t>
            </a:r>
            <a:r>
              <a:rPr kumimoji="0" lang="en-US" sz="1400" b="1" i="0" u="none" strike="noStrike" kern="0" cap="none" spc="0" normalizeH="0" baseline="30000" noProof="0" dirty="0">
                <a:ln>
                  <a:noFill/>
                </a:ln>
                <a:solidFill>
                  <a:srgbClr val="000000"/>
                </a:solidFill>
                <a:effectLst/>
                <a:uLnTx/>
                <a:uFillTx/>
                <a:latin typeface="Arial"/>
                <a:ea typeface="Open Sans" pitchFamily="34" charset="-122"/>
                <a:cs typeface="Arial"/>
                <a:sym typeface="Arial"/>
              </a:rPr>
              <a:t>th</a:t>
            </a: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 Subnetwork:</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Network ID: 192.168.100.32/29</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Broadcast: 192.168.100.39</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Mask: 255.255.255.248</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Usable hosts: 192.168.100.33 → 192.168.100.38</a:t>
            </a:r>
          </a:p>
        </p:txBody>
      </p:sp>
    </p:spTree>
    <p:extLst>
      <p:ext uri="{BB962C8B-B14F-4D97-AF65-F5344CB8AC3E}">
        <p14:creationId xmlns:p14="http://schemas.microsoft.com/office/powerpoint/2010/main" val="285138116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A2F01-3DCA-804B-037B-57307A0733F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382EA9E-6BF8-420B-2F47-84F4A8A34C7D}"/>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E17C55CA-334F-F60D-EB2F-ACB218F4C659}"/>
              </a:ext>
            </a:extLst>
          </p:cNvPr>
          <p:cNvSpPr txBox="1"/>
          <p:nvPr/>
        </p:nvSpPr>
        <p:spPr>
          <a:xfrm>
            <a:off x="101600" y="475311"/>
            <a:ext cx="9042400" cy="523220"/>
          </a:xfrm>
          <a:prstGeom prst="rect">
            <a:avLst/>
          </a:prstGeom>
          <a:noFill/>
        </p:spPr>
        <p:txBody>
          <a:bodyPr wrap="square">
            <a:spAutoFit/>
          </a:bodyPr>
          <a:lstStyle/>
          <a:p>
            <a:pPr algn="just"/>
            <a:endParaRPr lang="en-US" dirty="0">
              <a:solidFill>
                <a:srgbClr val="403CCF"/>
              </a:solidFill>
              <a:latin typeface="Libre Baskerville" pitchFamily="34" charset="0"/>
            </a:endParaRPr>
          </a:p>
          <a:p>
            <a:pPr algn="just"/>
            <a:r>
              <a:rPr lang="en-US" b="1" dirty="0">
                <a:highlight>
                  <a:srgbClr val="00FFFF"/>
                </a:highlight>
              </a:rPr>
              <a:t>Q2: Practical,  Using RIPv2</a:t>
            </a:r>
          </a:p>
        </p:txBody>
      </p:sp>
      <p:pic>
        <p:nvPicPr>
          <p:cNvPr id="3" name="Picture 2">
            <a:extLst>
              <a:ext uri="{FF2B5EF4-FFF2-40B4-BE49-F238E27FC236}">
                <a16:creationId xmlns:a16="http://schemas.microsoft.com/office/drawing/2014/main" id="{C4835640-ECFE-FB36-E591-158E2D91FA42}"/>
              </a:ext>
            </a:extLst>
          </p:cNvPr>
          <p:cNvPicPr>
            <a:picLocks noChangeAspect="1"/>
          </p:cNvPicPr>
          <p:nvPr/>
        </p:nvPicPr>
        <p:blipFill>
          <a:blip r:embed="rId2"/>
          <a:stretch>
            <a:fillRect/>
          </a:stretch>
        </p:blipFill>
        <p:spPr>
          <a:xfrm>
            <a:off x="0" y="1369425"/>
            <a:ext cx="9144000" cy="3774075"/>
          </a:xfrm>
          <a:prstGeom prst="rect">
            <a:avLst/>
          </a:prstGeom>
        </p:spPr>
      </p:pic>
      <p:sp>
        <p:nvSpPr>
          <p:cNvPr id="8" name="TextBox 7">
            <a:extLst>
              <a:ext uri="{FF2B5EF4-FFF2-40B4-BE49-F238E27FC236}">
                <a16:creationId xmlns:a16="http://schemas.microsoft.com/office/drawing/2014/main" id="{BA4A7809-CE40-9974-A93A-1C4987B67635}"/>
              </a:ext>
            </a:extLst>
          </p:cNvPr>
          <p:cNvSpPr txBox="1"/>
          <p:nvPr/>
        </p:nvSpPr>
        <p:spPr>
          <a:xfrm>
            <a:off x="0" y="2464028"/>
            <a:ext cx="901699" cy="215444"/>
          </a:xfrm>
          <a:prstGeom prst="rect">
            <a:avLst/>
          </a:prstGeom>
          <a:noFill/>
        </p:spPr>
        <p:txBody>
          <a:bodyPr wrap="square">
            <a:spAutoFit/>
          </a:bodyPr>
          <a:lstStyle/>
          <a:p>
            <a:pPr>
              <a:defRPr/>
            </a:pPr>
            <a:r>
              <a:rPr lang="en-US" sz="800" dirty="0">
                <a:ea typeface="Open Sans" pitchFamily="34" charset="-122"/>
              </a:rPr>
              <a:t>192.168.100.1</a:t>
            </a:r>
            <a:endParaRPr lang="en-PK" sz="800" dirty="0">
              <a:ea typeface="Open Sans" pitchFamily="34" charset="-122"/>
            </a:endParaRPr>
          </a:p>
        </p:txBody>
      </p:sp>
      <p:sp>
        <p:nvSpPr>
          <p:cNvPr id="12" name="TextBox 11">
            <a:extLst>
              <a:ext uri="{FF2B5EF4-FFF2-40B4-BE49-F238E27FC236}">
                <a16:creationId xmlns:a16="http://schemas.microsoft.com/office/drawing/2014/main" id="{5912CC37-2153-C66F-A340-8C0F3A7A1BA0}"/>
              </a:ext>
            </a:extLst>
          </p:cNvPr>
          <p:cNvSpPr txBox="1"/>
          <p:nvPr/>
        </p:nvSpPr>
        <p:spPr>
          <a:xfrm>
            <a:off x="960967" y="4404836"/>
            <a:ext cx="105410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192.168.100.2</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ea typeface="Open Sans" pitchFamily="34" charset="-122"/>
              </a:rPr>
              <a:t>255.255.255.248</a:t>
            </a:r>
            <a:endParaRPr kumimoji="0" lang="en-PK" sz="800" b="0" i="0" u="none" strike="noStrike" kern="0" cap="none" spc="0" normalizeH="0" baseline="0" noProof="0" dirty="0">
              <a:ln>
                <a:noFill/>
              </a:ln>
              <a:solidFill>
                <a:srgbClr val="000000"/>
              </a:solidFill>
              <a:effectLst/>
              <a:uLnTx/>
              <a:uFillTx/>
              <a:latin typeface="Arial"/>
              <a:cs typeface="Arial"/>
              <a:sym typeface="Arial"/>
            </a:endParaRPr>
          </a:p>
        </p:txBody>
      </p:sp>
      <p:sp>
        <p:nvSpPr>
          <p:cNvPr id="15" name="TextBox 14">
            <a:extLst>
              <a:ext uri="{FF2B5EF4-FFF2-40B4-BE49-F238E27FC236}">
                <a16:creationId xmlns:a16="http://schemas.microsoft.com/office/drawing/2014/main" id="{F672FF00-5B77-A00E-EFA1-75605E641BC0}"/>
              </a:ext>
            </a:extLst>
          </p:cNvPr>
          <p:cNvSpPr txBox="1"/>
          <p:nvPr/>
        </p:nvSpPr>
        <p:spPr>
          <a:xfrm>
            <a:off x="3225800" y="4374058"/>
            <a:ext cx="1176867" cy="338554"/>
          </a:xfrm>
          <a:prstGeom prst="rect">
            <a:avLst/>
          </a:prstGeom>
          <a:noFill/>
        </p:spPr>
        <p:txBody>
          <a:bodyPr wrap="square">
            <a:spAutoFit/>
          </a:bodyPr>
          <a:lstStyle/>
          <a:p>
            <a:r>
              <a:rPr lang="en-US" sz="800" dirty="0">
                <a:ea typeface="Open Sans" pitchFamily="34" charset="-122"/>
              </a:rPr>
              <a:t>192.168.100.10</a:t>
            </a:r>
          </a:p>
          <a:p>
            <a:r>
              <a:rPr lang="en-US" sz="800" dirty="0">
                <a:ea typeface="Open Sans" pitchFamily="34" charset="-122"/>
              </a:rPr>
              <a:t>255.255.255.248</a:t>
            </a:r>
            <a:endParaRPr lang="en-PK" sz="800" dirty="0">
              <a:ea typeface="Open Sans" pitchFamily="34" charset="-122"/>
            </a:endParaRPr>
          </a:p>
        </p:txBody>
      </p:sp>
      <p:sp>
        <p:nvSpPr>
          <p:cNvPr id="17" name="TextBox 16">
            <a:extLst>
              <a:ext uri="{FF2B5EF4-FFF2-40B4-BE49-F238E27FC236}">
                <a16:creationId xmlns:a16="http://schemas.microsoft.com/office/drawing/2014/main" id="{D1771515-3C3D-D698-8FE0-815ED3E437E6}"/>
              </a:ext>
            </a:extLst>
          </p:cNvPr>
          <p:cNvSpPr txBox="1"/>
          <p:nvPr/>
        </p:nvSpPr>
        <p:spPr>
          <a:xfrm>
            <a:off x="3543300" y="2325529"/>
            <a:ext cx="1189566" cy="215444"/>
          </a:xfrm>
          <a:prstGeom prst="rect">
            <a:avLst/>
          </a:prstGeom>
          <a:noFill/>
        </p:spPr>
        <p:txBody>
          <a:bodyPr wrap="square">
            <a:spAutoFit/>
          </a:bodyPr>
          <a:lstStyle/>
          <a:p>
            <a:pPr>
              <a:defRPr/>
            </a:pPr>
            <a:r>
              <a:rPr lang="en-US" sz="800" dirty="0">
                <a:ea typeface="Open Sans" pitchFamily="34" charset="-122"/>
              </a:rPr>
              <a:t>192.168.100.9</a:t>
            </a:r>
            <a:endParaRPr lang="en-PK" sz="800" dirty="0">
              <a:ea typeface="Open Sans" pitchFamily="34" charset="-122"/>
            </a:endParaRPr>
          </a:p>
        </p:txBody>
      </p:sp>
      <p:sp>
        <p:nvSpPr>
          <p:cNvPr id="19" name="TextBox 18">
            <a:extLst>
              <a:ext uri="{FF2B5EF4-FFF2-40B4-BE49-F238E27FC236}">
                <a16:creationId xmlns:a16="http://schemas.microsoft.com/office/drawing/2014/main" id="{7AE185E2-CAAC-A547-D4FF-8B320BE367B5}"/>
              </a:ext>
            </a:extLst>
          </p:cNvPr>
          <p:cNvSpPr txBox="1"/>
          <p:nvPr/>
        </p:nvSpPr>
        <p:spPr>
          <a:xfrm>
            <a:off x="7154335" y="2325529"/>
            <a:ext cx="1176867" cy="215444"/>
          </a:xfrm>
          <a:prstGeom prst="rect">
            <a:avLst/>
          </a:prstGeom>
          <a:noFill/>
        </p:spPr>
        <p:txBody>
          <a:bodyPr wrap="square">
            <a:spAutoFit/>
          </a:bodyPr>
          <a:lstStyle/>
          <a:p>
            <a:pPr>
              <a:defRPr/>
            </a:pPr>
            <a:r>
              <a:rPr lang="en-US" sz="800" dirty="0">
                <a:ea typeface="Open Sans" pitchFamily="34" charset="-122"/>
              </a:rPr>
              <a:t>192.168.100.17</a:t>
            </a:r>
            <a:endParaRPr lang="en-PK" sz="800" dirty="0">
              <a:ea typeface="Open Sans" pitchFamily="34" charset="-122"/>
            </a:endParaRPr>
          </a:p>
        </p:txBody>
      </p:sp>
      <p:sp>
        <p:nvSpPr>
          <p:cNvPr id="21" name="TextBox 20">
            <a:extLst>
              <a:ext uri="{FF2B5EF4-FFF2-40B4-BE49-F238E27FC236}">
                <a16:creationId xmlns:a16="http://schemas.microsoft.com/office/drawing/2014/main" id="{93742D10-B835-9B36-4016-4AF4383DDD31}"/>
              </a:ext>
            </a:extLst>
          </p:cNvPr>
          <p:cNvSpPr txBox="1"/>
          <p:nvPr/>
        </p:nvSpPr>
        <p:spPr>
          <a:xfrm>
            <a:off x="7031569" y="4374058"/>
            <a:ext cx="96096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ea typeface="Open Sans" pitchFamily="34" charset="-122"/>
              </a:rPr>
              <a:t>192.168.100.18</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ea typeface="Open Sans" pitchFamily="34" charset="-122"/>
              </a:rPr>
              <a:t>255.255.255.248</a:t>
            </a:r>
            <a:endParaRPr lang="en-PK" sz="800" dirty="0">
              <a:ea typeface="Open Sans" pitchFamily="34" charset="-122"/>
            </a:endParaRPr>
          </a:p>
        </p:txBody>
      </p:sp>
      <p:sp>
        <p:nvSpPr>
          <p:cNvPr id="23" name="TextBox 22">
            <a:extLst>
              <a:ext uri="{FF2B5EF4-FFF2-40B4-BE49-F238E27FC236}">
                <a16:creationId xmlns:a16="http://schemas.microsoft.com/office/drawing/2014/main" id="{916DED27-9E58-9E11-7A4E-8940EE077D2B}"/>
              </a:ext>
            </a:extLst>
          </p:cNvPr>
          <p:cNvSpPr txBox="1"/>
          <p:nvPr/>
        </p:nvSpPr>
        <p:spPr>
          <a:xfrm>
            <a:off x="1202792" y="1643654"/>
            <a:ext cx="1066801" cy="215444"/>
          </a:xfrm>
          <a:prstGeom prst="rect">
            <a:avLst/>
          </a:prstGeom>
          <a:noFill/>
        </p:spPr>
        <p:txBody>
          <a:bodyPr wrap="square">
            <a:spAutoFit/>
          </a:bodyPr>
          <a:lstStyle/>
          <a:p>
            <a:r>
              <a:rPr lang="en-US" sz="800" dirty="0">
                <a:ea typeface="Open Sans" pitchFamily="34" charset="-122"/>
              </a:rPr>
              <a:t>192.168.100.17</a:t>
            </a:r>
            <a:endParaRPr lang="en-PK" sz="800" dirty="0">
              <a:ea typeface="Open Sans" pitchFamily="34" charset="-122"/>
            </a:endParaRPr>
          </a:p>
        </p:txBody>
      </p:sp>
      <p:sp>
        <p:nvSpPr>
          <p:cNvPr id="25" name="TextBox 24">
            <a:extLst>
              <a:ext uri="{FF2B5EF4-FFF2-40B4-BE49-F238E27FC236}">
                <a16:creationId xmlns:a16="http://schemas.microsoft.com/office/drawing/2014/main" id="{85159FCC-5218-E540-83D8-719373F23231}"/>
              </a:ext>
            </a:extLst>
          </p:cNvPr>
          <p:cNvSpPr txBox="1"/>
          <p:nvPr/>
        </p:nvSpPr>
        <p:spPr>
          <a:xfrm>
            <a:off x="3186640" y="1685987"/>
            <a:ext cx="1066801" cy="215444"/>
          </a:xfrm>
          <a:prstGeom prst="rect">
            <a:avLst/>
          </a:prstGeom>
          <a:noFill/>
        </p:spPr>
        <p:txBody>
          <a:bodyPr wrap="square">
            <a:spAutoFit/>
          </a:bodyPr>
          <a:lstStyle/>
          <a:p>
            <a:r>
              <a:rPr lang="en-US" sz="800" dirty="0">
                <a:ea typeface="Open Sans" pitchFamily="34" charset="-122"/>
              </a:rPr>
              <a:t>192.168.100.18</a:t>
            </a:r>
            <a:endParaRPr lang="en-PK" sz="800" dirty="0">
              <a:ea typeface="Open Sans" pitchFamily="34" charset="-122"/>
            </a:endParaRPr>
          </a:p>
        </p:txBody>
      </p:sp>
      <p:sp>
        <p:nvSpPr>
          <p:cNvPr id="27" name="TextBox 26">
            <a:extLst>
              <a:ext uri="{FF2B5EF4-FFF2-40B4-BE49-F238E27FC236}">
                <a16:creationId xmlns:a16="http://schemas.microsoft.com/office/drawing/2014/main" id="{3BD4AC40-1B1A-85C6-D976-E768AC7535DC}"/>
              </a:ext>
            </a:extLst>
          </p:cNvPr>
          <p:cNvSpPr txBox="1"/>
          <p:nvPr/>
        </p:nvSpPr>
        <p:spPr>
          <a:xfrm>
            <a:off x="7154336" y="1591907"/>
            <a:ext cx="914928" cy="215444"/>
          </a:xfrm>
          <a:prstGeom prst="rect">
            <a:avLst/>
          </a:prstGeom>
          <a:noFill/>
        </p:spPr>
        <p:txBody>
          <a:bodyPr wrap="square">
            <a:spAutoFit/>
          </a:bodyPr>
          <a:lstStyle/>
          <a:p>
            <a:r>
              <a:rPr lang="en-US" sz="800" dirty="0">
                <a:ea typeface="Open Sans" pitchFamily="34" charset="-122"/>
              </a:rPr>
              <a:t>192.168.100.33</a:t>
            </a:r>
            <a:endParaRPr lang="en-PK" sz="800" dirty="0">
              <a:ea typeface="Open Sans" pitchFamily="34" charset="-122"/>
            </a:endParaRPr>
          </a:p>
        </p:txBody>
      </p:sp>
      <p:sp>
        <p:nvSpPr>
          <p:cNvPr id="29" name="TextBox 28">
            <a:extLst>
              <a:ext uri="{FF2B5EF4-FFF2-40B4-BE49-F238E27FC236}">
                <a16:creationId xmlns:a16="http://schemas.microsoft.com/office/drawing/2014/main" id="{57EE2A28-91E2-F075-A7F5-302F095FEA2B}"/>
              </a:ext>
            </a:extLst>
          </p:cNvPr>
          <p:cNvSpPr txBox="1"/>
          <p:nvPr/>
        </p:nvSpPr>
        <p:spPr>
          <a:xfrm>
            <a:off x="4647671" y="1544225"/>
            <a:ext cx="1367366" cy="215444"/>
          </a:xfrm>
          <a:prstGeom prst="rect">
            <a:avLst/>
          </a:prstGeom>
          <a:noFill/>
        </p:spPr>
        <p:txBody>
          <a:bodyPr wrap="square">
            <a:spAutoFit/>
          </a:bodyPr>
          <a:lstStyle/>
          <a:p>
            <a:r>
              <a:rPr lang="en-US" sz="800" dirty="0">
                <a:ea typeface="Open Sans" pitchFamily="34" charset="-122"/>
              </a:rPr>
              <a:t>192.168.100.32</a:t>
            </a:r>
            <a:endParaRPr lang="en-PK" sz="800" dirty="0">
              <a:ea typeface="Open Sans" pitchFamily="34" charset="-122"/>
            </a:endParaRPr>
          </a:p>
        </p:txBody>
      </p:sp>
    </p:spTree>
    <p:extLst>
      <p:ext uri="{BB962C8B-B14F-4D97-AF65-F5344CB8AC3E}">
        <p14:creationId xmlns:p14="http://schemas.microsoft.com/office/powerpoint/2010/main" val="192854733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CC3C7-5EF5-FFD7-269E-CA0B175765D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99E807F-6CA3-A5B8-99EA-CAC7F44C31B0}"/>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E1347871-4B3F-1EDC-F0D3-2BA45C0E708E}"/>
              </a:ext>
            </a:extLst>
          </p:cNvPr>
          <p:cNvSpPr txBox="1"/>
          <p:nvPr/>
        </p:nvSpPr>
        <p:spPr>
          <a:xfrm>
            <a:off x="101600" y="472659"/>
            <a:ext cx="9042400" cy="307777"/>
          </a:xfrm>
          <a:prstGeom prst="rect">
            <a:avLst/>
          </a:prstGeom>
          <a:noFill/>
        </p:spPr>
        <p:txBody>
          <a:bodyPr wrap="square">
            <a:spAutoFit/>
          </a:bodyPr>
          <a:lstStyle/>
          <a:p>
            <a:pPr algn="just"/>
            <a:r>
              <a:rPr kumimoji="0" lang="en-US" sz="1400" b="1" i="0" u="none" strike="noStrike" kern="0" cap="none" spc="0" normalizeH="0" baseline="0" noProof="0" dirty="0">
                <a:ln>
                  <a:noFill/>
                </a:ln>
                <a:solidFill>
                  <a:srgbClr val="000000"/>
                </a:solidFill>
                <a:effectLst/>
                <a:highlight>
                  <a:srgbClr val="00FFFF"/>
                </a:highlight>
                <a:uLnTx/>
                <a:uFillTx/>
                <a:latin typeface="Arial"/>
                <a:cs typeface="Arial"/>
                <a:sym typeface="Arial"/>
              </a:rPr>
              <a:t>Q2: Practical,</a:t>
            </a:r>
            <a:r>
              <a:rPr lang="en-US" b="1" dirty="0">
                <a:highlight>
                  <a:srgbClr val="00FFFF"/>
                </a:highlight>
              </a:rPr>
              <a:t>Using RIPv2</a:t>
            </a:r>
          </a:p>
        </p:txBody>
      </p:sp>
      <p:sp>
        <p:nvSpPr>
          <p:cNvPr id="3" name="TextBox 2">
            <a:extLst>
              <a:ext uri="{FF2B5EF4-FFF2-40B4-BE49-F238E27FC236}">
                <a16:creationId xmlns:a16="http://schemas.microsoft.com/office/drawing/2014/main" id="{5FAECC9D-B938-A23F-EE39-EA7D1A5AFCE3}"/>
              </a:ext>
            </a:extLst>
          </p:cNvPr>
          <p:cNvSpPr txBox="1"/>
          <p:nvPr/>
        </p:nvSpPr>
        <p:spPr>
          <a:xfrm>
            <a:off x="241300" y="877359"/>
            <a:ext cx="3416300" cy="3693319"/>
          </a:xfrm>
          <a:prstGeom prst="rect">
            <a:avLst/>
          </a:prstGeom>
          <a:noFill/>
        </p:spPr>
        <p:txBody>
          <a:bodyPr wrap="square">
            <a:spAutoFit/>
          </a:bodyPr>
          <a:lstStyle/>
          <a:p>
            <a:r>
              <a:rPr lang="en-US" sz="1800" b="1" dirty="0">
                <a:highlight>
                  <a:srgbClr val="00FFFF"/>
                </a:highlight>
              </a:rPr>
              <a:t>R1</a:t>
            </a:r>
          </a:p>
          <a:p>
            <a:pPr marL="171450" indent="-171450">
              <a:buFont typeface="Wingdings" panose="05000000000000000000" pitchFamily="2" charset="2"/>
              <a:buChar char="q"/>
            </a:pPr>
            <a:r>
              <a:rPr lang="en-US" sz="900" dirty="0"/>
              <a:t>Router&gt; enable</a:t>
            </a:r>
          </a:p>
          <a:p>
            <a:pPr marL="171450" indent="-171450">
              <a:buFont typeface="Wingdings" panose="05000000000000000000" pitchFamily="2" charset="2"/>
              <a:buChar char="q"/>
            </a:pPr>
            <a:r>
              <a:rPr lang="en-US" sz="900" dirty="0"/>
              <a:t>Router# configure terminal</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FastEthernet0/0</a:t>
            </a:r>
          </a:p>
          <a:p>
            <a:pPr marL="171450" indent="-171450">
              <a:buFont typeface="Wingdings" panose="05000000000000000000" pitchFamily="2" charset="2"/>
              <a:buChar char="q"/>
            </a:pPr>
            <a:r>
              <a:rPr lang="en-US" sz="900" dirty="0"/>
              <a:t>Router(config-if)# </a:t>
            </a:r>
            <a:r>
              <a:rPr lang="en-US" sz="900" dirty="0" err="1"/>
              <a:t>ip</a:t>
            </a:r>
            <a:r>
              <a:rPr lang="en-US" sz="900" dirty="0"/>
              <a:t> address  192.168.100.1  255.255.255.248</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Serial0/0</a:t>
            </a:r>
          </a:p>
          <a:p>
            <a:pPr marL="171450" indent="-171450">
              <a:buFont typeface="Wingdings" panose="05000000000000000000" pitchFamily="2" charset="2"/>
              <a:buChar char="q"/>
            </a:pPr>
            <a:r>
              <a:rPr lang="en-US" sz="900" dirty="0"/>
              <a:t>Router(config-if)# </a:t>
            </a:r>
            <a:r>
              <a:rPr lang="en-US" sz="900" dirty="0" err="1"/>
              <a:t>ip</a:t>
            </a:r>
            <a:r>
              <a:rPr lang="en-US" sz="900" dirty="0"/>
              <a:t> address 192.168.100.17   255.255.255.248</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router rip</a:t>
            </a:r>
          </a:p>
          <a:p>
            <a:pPr marL="171450" indent="-171450">
              <a:buFont typeface="Wingdings" panose="05000000000000000000" pitchFamily="2" charset="2"/>
              <a:buChar char="q"/>
            </a:pPr>
            <a:r>
              <a:rPr lang="en-US" sz="900" dirty="0"/>
              <a:t>Router(config-router)# version 2</a:t>
            </a:r>
          </a:p>
          <a:p>
            <a:pPr marL="171450" indent="-171450">
              <a:buFont typeface="Wingdings" panose="05000000000000000000" pitchFamily="2" charset="2"/>
              <a:buChar char="q"/>
            </a:pPr>
            <a:r>
              <a:rPr lang="en-US" sz="900" dirty="0"/>
              <a:t>Router(config-router)# network 192.168.100.0</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900" b="0" i="0" u="none" strike="noStrike" kern="0" cap="none" spc="0" normalizeH="0" baseline="0" noProof="0" dirty="0">
                <a:ln>
                  <a:noFill/>
                </a:ln>
                <a:solidFill>
                  <a:srgbClr val="000000"/>
                </a:solidFill>
                <a:effectLst/>
                <a:uLnTx/>
                <a:uFillTx/>
                <a:latin typeface="Arial"/>
                <a:cs typeface="Arial"/>
                <a:sym typeface="Arial"/>
              </a:rPr>
              <a:t>Router(config-router)# no  auto-summary</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Router(config-router)# exit</a:t>
            </a:r>
          </a:p>
          <a:p>
            <a:pPr marL="171450" indent="-171450">
              <a:buFont typeface="Wingdings" panose="05000000000000000000" pitchFamily="2" charset="2"/>
              <a:buChar char="q"/>
            </a:pPr>
            <a:r>
              <a:rPr lang="en-US" sz="900" dirty="0"/>
              <a:t>Router(config)# exit</a:t>
            </a:r>
          </a:p>
          <a:p>
            <a:pPr marL="171450" indent="-171450">
              <a:buFont typeface="Wingdings" panose="05000000000000000000" pitchFamily="2" charset="2"/>
              <a:buChar char="q"/>
            </a:pPr>
            <a:r>
              <a:rPr lang="en-US" sz="900" dirty="0"/>
              <a:t>Router#</a:t>
            </a:r>
          </a:p>
        </p:txBody>
      </p:sp>
      <p:sp>
        <p:nvSpPr>
          <p:cNvPr id="8" name="TextBox 7">
            <a:extLst>
              <a:ext uri="{FF2B5EF4-FFF2-40B4-BE49-F238E27FC236}">
                <a16:creationId xmlns:a16="http://schemas.microsoft.com/office/drawing/2014/main" id="{6E2CE286-F8E8-727E-56F4-6750EC60DD18}"/>
              </a:ext>
            </a:extLst>
          </p:cNvPr>
          <p:cNvSpPr txBox="1"/>
          <p:nvPr/>
        </p:nvSpPr>
        <p:spPr>
          <a:xfrm>
            <a:off x="4253441" y="877359"/>
            <a:ext cx="4580466" cy="3970318"/>
          </a:xfrm>
          <a:prstGeom prst="rect">
            <a:avLst/>
          </a:prstGeom>
          <a:noFill/>
        </p:spPr>
        <p:txBody>
          <a:bodyPr wrap="square">
            <a:spAutoFit/>
          </a:bodyPr>
          <a:lstStyle/>
          <a:p>
            <a:r>
              <a:rPr lang="en-US" sz="1800" b="1" dirty="0">
                <a:highlight>
                  <a:srgbClr val="00FFFF"/>
                </a:highlight>
              </a:rPr>
              <a:t>R2</a:t>
            </a:r>
          </a:p>
          <a:p>
            <a:pPr marL="171450" indent="-171450">
              <a:buFont typeface="Wingdings" panose="05000000000000000000" pitchFamily="2" charset="2"/>
              <a:buChar char="q"/>
            </a:pPr>
            <a:r>
              <a:rPr lang="en-US" sz="900" dirty="0"/>
              <a:t>Router&gt; enable</a:t>
            </a:r>
          </a:p>
          <a:p>
            <a:pPr marL="171450" indent="-171450">
              <a:buFont typeface="Wingdings" panose="05000000000000000000" pitchFamily="2" charset="2"/>
              <a:buChar char="q"/>
            </a:pPr>
            <a:r>
              <a:rPr lang="en-US" sz="900" dirty="0"/>
              <a:t>Router# configure terminal</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FastEthernet0/0</a:t>
            </a:r>
          </a:p>
          <a:p>
            <a:pPr marL="171450" indent="-171450">
              <a:buFont typeface="Wingdings" panose="05000000000000000000" pitchFamily="2" charset="2"/>
              <a:buChar char="q"/>
            </a:pPr>
            <a:r>
              <a:rPr lang="en-US" sz="900" dirty="0"/>
              <a:t>Router(config-if)# </a:t>
            </a:r>
            <a:r>
              <a:rPr lang="en-US" sz="900" dirty="0" err="1"/>
              <a:t>ip</a:t>
            </a:r>
            <a:r>
              <a:rPr lang="en-US" sz="900" dirty="0"/>
              <a:t> address 192.168.100.9   255.255.255.248</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Serial0/0</a:t>
            </a:r>
          </a:p>
          <a:p>
            <a:pPr marL="171450" indent="-171450">
              <a:buFont typeface="Wingdings" panose="05000000000000000000" pitchFamily="2" charset="2"/>
              <a:buChar char="q"/>
            </a:pPr>
            <a:r>
              <a:rPr lang="en-US" sz="900" dirty="0"/>
              <a:t>Router(config-if)# </a:t>
            </a:r>
            <a:r>
              <a:rPr lang="en-US" sz="900" dirty="0" err="1"/>
              <a:t>ip</a:t>
            </a:r>
            <a:r>
              <a:rPr lang="en-US" sz="900" dirty="0"/>
              <a:t> address 192.168.100.18   255.255.255.248</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Serial0/1</a:t>
            </a:r>
          </a:p>
          <a:p>
            <a:pPr marL="171450" indent="-171450">
              <a:buFont typeface="Wingdings" panose="05000000000000000000" pitchFamily="2" charset="2"/>
              <a:buChar char="q"/>
            </a:pPr>
            <a:r>
              <a:rPr lang="en-US" sz="900" dirty="0"/>
              <a:t>Router(config-if)# </a:t>
            </a:r>
            <a:r>
              <a:rPr lang="en-US" sz="900" dirty="0" err="1"/>
              <a:t>ip</a:t>
            </a:r>
            <a:r>
              <a:rPr lang="en-US" sz="900" dirty="0"/>
              <a:t>  address 192.168.100.32   255.255.255.248</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router rip</a:t>
            </a:r>
          </a:p>
          <a:p>
            <a:pPr marL="171450" indent="-171450">
              <a:buFont typeface="Wingdings" panose="05000000000000000000" pitchFamily="2" charset="2"/>
              <a:buChar char="q"/>
            </a:pPr>
            <a:r>
              <a:rPr lang="en-US" sz="900" dirty="0"/>
              <a:t>Router(config-router)# version 2</a:t>
            </a:r>
          </a:p>
          <a:p>
            <a:pPr marL="171450" indent="-171450">
              <a:buFont typeface="Wingdings" panose="05000000000000000000" pitchFamily="2" charset="2"/>
              <a:buChar char="q"/>
            </a:pPr>
            <a:r>
              <a:rPr lang="en-US" sz="900" dirty="0"/>
              <a:t>Router(config-router)# network 192.168.100.0</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900" b="0" i="0" u="none" strike="noStrike" kern="0" cap="none" spc="0" normalizeH="0" baseline="0" noProof="0" dirty="0">
                <a:ln>
                  <a:noFill/>
                </a:ln>
                <a:solidFill>
                  <a:srgbClr val="000000"/>
                </a:solidFill>
                <a:effectLst/>
                <a:uLnTx/>
                <a:uFillTx/>
                <a:latin typeface="Arial"/>
                <a:cs typeface="Arial"/>
                <a:sym typeface="Arial"/>
              </a:rPr>
              <a:t>Router(config-router)# no  auto-summary</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Router(config-router)# exit</a:t>
            </a:r>
          </a:p>
          <a:p>
            <a:pPr marL="171450" indent="-171450">
              <a:buFont typeface="Wingdings" panose="05000000000000000000" pitchFamily="2" charset="2"/>
              <a:buChar char="q"/>
            </a:pPr>
            <a:r>
              <a:rPr lang="en-US" sz="900" dirty="0"/>
              <a:t>Router(config)# exit</a:t>
            </a:r>
          </a:p>
          <a:p>
            <a:pPr marL="171450" indent="-171450">
              <a:buFont typeface="Wingdings" panose="05000000000000000000" pitchFamily="2" charset="2"/>
              <a:buChar char="q"/>
            </a:pPr>
            <a:r>
              <a:rPr lang="en-US" sz="900" dirty="0"/>
              <a:t>Router#</a:t>
            </a:r>
          </a:p>
        </p:txBody>
      </p:sp>
    </p:spTree>
    <p:extLst>
      <p:ext uri="{BB962C8B-B14F-4D97-AF65-F5344CB8AC3E}">
        <p14:creationId xmlns:p14="http://schemas.microsoft.com/office/powerpoint/2010/main" val="256788536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9A0C7-4144-6D33-1E05-D4632FFEFDD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81C809F-3F40-BB36-7527-533FC82ACBB1}"/>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A9C57F91-233D-476D-E9D9-13B361B6177A}"/>
              </a:ext>
            </a:extLst>
          </p:cNvPr>
          <p:cNvSpPr txBox="1"/>
          <p:nvPr/>
        </p:nvSpPr>
        <p:spPr>
          <a:xfrm>
            <a:off x="101600" y="652389"/>
            <a:ext cx="9042400" cy="30777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000000"/>
                </a:solidFill>
                <a:effectLst/>
                <a:highlight>
                  <a:srgbClr val="00FFFF"/>
                </a:highlight>
                <a:uLnTx/>
                <a:uFillTx/>
                <a:latin typeface="Arial"/>
                <a:cs typeface="Arial"/>
                <a:sym typeface="Arial"/>
              </a:rPr>
              <a:t>Q2: Practical, Using RIPv2</a:t>
            </a:r>
          </a:p>
        </p:txBody>
      </p:sp>
      <p:sp>
        <p:nvSpPr>
          <p:cNvPr id="3" name="TextBox 2">
            <a:extLst>
              <a:ext uri="{FF2B5EF4-FFF2-40B4-BE49-F238E27FC236}">
                <a16:creationId xmlns:a16="http://schemas.microsoft.com/office/drawing/2014/main" id="{51A04ACF-524E-95C9-5846-36A7222C7F47}"/>
              </a:ext>
            </a:extLst>
          </p:cNvPr>
          <p:cNvSpPr txBox="1"/>
          <p:nvPr/>
        </p:nvSpPr>
        <p:spPr>
          <a:xfrm>
            <a:off x="219074" y="1082119"/>
            <a:ext cx="4034367" cy="3277820"/>
          </a:xfrm>
          <a:prstGeom prst="rect">
            <a:avLst/>
          </a:prstGeom>
          <a:noFill/>
        </p:spPr>
        <p:txBody>
          <a:bodyPr wrap="square">
            <a:spAutoFit/>
          </a:bodyPr>
          <a:lstStyle/>
          <a:p>
            <a:r>
              <a:rPr lang="en-US" sz="1800" b="1" dirty="0">
                <a:highlight>
                  <a:srgbClr val="00FFFF"/>
                </a:highlight>
              </a:rPr>
              <a:t>R3</a:t>
            </a:r>
          </a:p>
          <a:p>
            <a:pPr marL="171450" indent="-171450">
              <a:buFont typeface="Wingdings" panose="05000000000000000000" pitchFamily="2" charset="2"/>
              <a:buChar char="q"/>
            </a:pPr>
            <a:r>
              <a:rPr lang="en-US" sz="900" dirty="0"/>
              <a:t>Router&gt; enable</a:t>
            </a:r>
          </a:p>
          <a:p>
            <a:pPr marL="171450" indent="-171450">
              <a:buFont typeface="Wingdings" panose="05000000000000000000" pitchFamily="2" charset="2"/>
              <a:buChar char="q"/>
            </a:pPr>
            <a:r>
              <a:rPr lang="en-US" sz="900" dirty="0"/>
              <a:t>Router# configure terminal</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FastEthernet0/0</a:t>
            </a:r>
          </a:p>
          <a:p>
            <a:pPr marL="171450" indent="-171450">
              <a:buFont typeface="Wingdings" panose="05000000000000000000" pitchFamily="2" charset="2"/>
              <a:buChar char="q"/>
            </a:pPr>
            <a:r>
              <a:rPr lang="en-US" sz="900" dirty="0"/>
              <a:t>Router(config-if)# </a:t>
            </a:r>
            <a:r>
              <a:rPr lang="en-US" sz="900" dirty="0" err="1"/>
              <a:t>ip</a:t>
            </a:r>
            <a:r>
              <a:rPr lang="en-US" sz="900" dirty="0"/>
              <a:t>  address  192.168.100.17   255.255.255.248</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Serial0/0</a:t>
            </a:r>
          </a:p>
          <a:p>
            <a:pPr marL="171450" indent="-171450">
              <a:buFont typeface="Wingdings" panose="05000000000000000000" pitchFamily="2" charset="2"/>
              <a:buChar char="q"/>
            </a:pPr>
            <a:r>
              <a:rPr lang="en-US" sz="900" dirty="0"/>
              <a:t>Router(config-if)# </a:t>
            </a:r>
            <a:r>
              <a:rPr lang="en-US" sz="900" dirty="0" err="1"/>
              <a:t>ip</a:t>
            </a:r>
            <a:r>
              <a:rPr lang="en-US" sz="900" dirty="0"/>
              <a:t>  address  192.168.100.33   255.255.255.248</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router  rip</a:t>
            </a:r>
          </a:p>
          <a:p>
            <a:pPr marL="171450" indent="-171450">
              <a:buFont typeface="Wingdings" panose="05000000000000000000" pitchFamily="2" charset="2"/>
              <a:buChar char="q"/>
            </a:pPr>
            <a:r>
              <a:rPr lang="en-US" sz="900" dirty="0"/>
              <a:t>Router(config-router)# version  2</a:t>
            </a:r>
          </a:p>
          <a:p>
            <a:pPr marL="171450" indent="-171450">
              <a:buFont typeface="Wingdings" panose="05000000000000000000" pitchFamily="2" charset="2"/>
              <a:buChar char="q"/>
            </a:pPr>
            <a:r>
              <a:rPr lang="en-US" sz="900" dirty="0"/>
              <a:t>Router(config-router)# network  192.168.100.0</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900" b="0" i="0" u="none" strike="noStrike" kern="0" cap="none" spc="0" normalizeH="0" baseline="0" noProof="0" dirty="0">
                <a:ln>
                  <a:noFill/>
                </a:ln>
                <a:solidFill>
                  <a:srgbClr val="000000"/>
                </a:solidFill>
                <a:effectLst/>
                <a:uLnTx/>
                <a:uFillTx/>
                <a:latin typeface="Arial"/>
                <a:cs typeface="Arial"/>
                <a:sym typeface="Arial"/>
              </a:rPr>
              <a:t>Router(config-router)# no  auto-summary</a:t>
            </a:r>
            <a:endParaRPr lang="en-US" sz="900" dirty="0"/>
          </a:p>
          <a:p>
            <a:pPr marL="171450" indent="-171450">
              <a:buFont typeface="Wingdings" panose="05000000000000000000" pitchFamily="2" charset="2"/>
              <a:buChar char="q"/>
            </a:pPr>
            <a:r>
              <a:rPr lang="en-US" sz="900" dirty="0"/>
              <a:t>Router(config-router)#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exit</a:t>
            </a:r>
          </a:p>
          <a:p>
            <a:pPr marL="171450" indent="-171450">
              <a:buFont typeface="Wingdings" panose="05000000000000000000" pitchFamily="2" charset="2"/>
              <a:buChar char="q"/>
            </a:pPr>
            <a:r>
              <a:rPr lang="en-US" sz="900" dirty="0"/>
              <a:t>Router#</a:t>
            </a:r>
          </a:p>
        </p:txBody>
      </p:sp>
      <p:sp>
        <p:nvSpPr>
          <p:cNvPr id="6" name="TextBox 5">
            <a:extLst>
              <a:ext uri="{FF2B5EF4-FFF2-40B4-BE49-F238E27FC236}">
                <a16:creationId xmlns:a16="http://schemas.microsoft.com/office/drawing/2014/main" id="{6927F597-C3E3-FEC7-BF83-2D48C5AC7694}"/>
              </a:ext>
            </a:extLst>
          </p:cNvPr>
          <p:cNvSpPr txBox="1"/>
          <p:nvPr/>
        </p:nvSpPr>
        <p:spPr>
          <a:xfrm>
            <a:off x="296333" y="4836748"/>
            <a:ext cx="770466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highlight>
                  <a:srgbClr val="00FFFF"/>
                </a:highlight>
              </a:rPr>
              <a:t>n</a:t>
            </a:r>
            <a:r>
              <a:rPr kumimoji="0" lang="en-US" sz="1200" b="0" i="0" u="none" strike="noStrike" kern="0" cap="none" spc="0" normalizeH="0" baseline="0" noProof="0" dirty="0">
                <a:ln>
                  <a:noFill/>
                </a:ln>
                <a:solidFill>
                  <a:srgbClr val="000000"/>
                </a:solidFill>
                <a:effectLst/>
                <a:highlight>
                  <a:srgbClr val="00FFFF"/>
                </a:highlight>
                <a:uLnTx/>
                <a:uFillTx/>
                <a:latin typeface="Arial"/>
                <a:cs typeface="Arial"/>
                <a:sym typeface="Arial"/>
              </a:rPr>
              <a:t>o auto-summary in RIP is used to stop RIP from shortening routes and instead send the full subnet information</a:t>
            </a:r>
            <a:endParaRPr kumimoji="0" lang="en-PK" sz="1200" b="0" i="0" u="none" strike="noStrike" kern="0" cap="none" spc="0" normalizeH="0" baseline="0" noProof="0" dirty="0">
              <a:ln>
                <a:noFill/>
              </a:ln>
              <a:solidFill>
                <a:srgbClr val="000000"/>
              </a:solidFill>
              <a:effectLst/>
              <a:highlight>
                <a:srgbClr val="00FFFF"/>
              </a:highlight>
              <a:uLnTx/>
              <a:uFillTx/>
              <a:latin typeface="Arial"/>
              <a:cs typeface="Arial"/>
              <a:sym typeface="Arial"/>
            </a:endParaRPr>
          </a:p>
        </p:txBody>
      </p:sp>
    </p:spTree>
    <p:extLst>
      <p:ext uri="{BB962C8B-B14F-4D97-AF65-F5344CB8AC3E}">
        <p14:creationId xmlns:p14="http://schemas.microsoft.com/office/powerpoint/2010/main" val="28018331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FA649-7F27-68FB-ECB2-FE3D9697DE50}"/>
            </a:ext>
          </a:extLst>
        </p:cNvPr>
        <p:cNvGrpSpPr/>
        <p:nvPr/>
      </p:nvGrpSpPr>
      <p:grpSpPr>
        <a:xfrm>
          <a:off x="0" y="0"/>
          <a:ext cx="0" cy="0"/>
          <a:chOff x="0" y="0"/>
          <a:chExt cx="0" cy="0"/>
        </a:xfrm>
      </p:grpSpPr>
    </p:spTree>
    <p:extLst>
      <p:ext uri="{BB962C8B-B14F-4D97-AF65-F5344CB8AC3E}">
        <p14:creationId xmlns:p14="http://schemas.microsoft.com/office/powerpoint/2010/main" val="130768989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3D190-5940-2AC3-4444-B62FAB48350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9E4F9AE-927E-09A5-CC81-BD5965C98CE7}"/>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B3994998-5D92-59FE-C640-75DC6D163B8D}"/>
              </a:ext>
            </a:extLst>
          </p:cNvPr>
          <p:cNvSpPr txBox="1"/>
          <p:nvPr/>
        </p:nvSpPr>
        <p:spPr>
          <a:xfrm>
            <a:off x="101600" y="579006"/>
            <a:ext cx="8559800" cy="523220"/>
          </a:xfrm>
          <a:prstGeom prst="rect">
            <a:avLst/>
          </a:prstGeom>
          <a:noFill/>
        </p:spPr>
        <p:txBody>
          <a:bodyPr wrap="square">
            <a:spAutoFit/>
          </a:bodyPr>
          <a:lstStyle/>
          <a:p>
            <a:pPr algn="just"/>
            <a:r>
              <a:rPr lang="en-US" b="1" dirty="0">
                <a:highlight>
                  <a:srgbClr val="00FFFF"/>
                </a:highlight>
              </a:rPr>
              <a:t>Q3: </a:t>
            </a:r>
            <a:r>
              <a:rPr lang="en-US" dirty="0">
                <a:highlight>
                  <a:srgbClr val="00FFFF"/>
                </a:highlight>
              </a:rPr>
              <a:t>Company bought an IP 192.168.1.100/24 , company says connect 2 branches and connect 5 users each branch. Using FLSM and using RIPv2</a:t>
            </a:r>
          </a:p>
        </p:txBody>
      </p:sp>
      <p:pic>
        <p:nvPicPr>
          <p:cNvPr id="3" name="Picture 2">
            <a:extLst>
              <a:ext uri="{FF2B5EF4-FFF2-40B4-BE49-F238E27FC236}">
                <a16:creationId xmlns:a16="http://schemas.microsoft.com/office/drawing/2014/main" id="{737D4D53-874C-E2E3-2B79-71C9F34C3A91}"/>
              </a:ext>
            </a:extLst>
          </p:cNvPr>
          <p:cNvPicPr>
            <a:picLocks noChangeAspect="1"/>
          </p:cNvPicPr>
          <p:nvPr/>
        </p:nvPicPr>
        <p:blipFill>
          <a:blip r:embed="rId2"/>
          <a:stretch>
            <a:fillRect/>
          </a:stretch>
        </p:blipFill>
        <p:spPr>
          <a:xfrm>
            <a:off x="0" y="1329267"/>
            <a:ext cx="9144000" cy="3814233"/>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566E846B-18DF-74F1-5DC7-9C3872B0AD7A}"/>
                  </a:ext>
                </a:extLst>
              </p14:cNvPr>
              <p14:cNvContentPartPr/>
              <p14:nvPr/>
            </p14:nvContentPartPr>
            <p14:xfrm>
              <a:off x="32293" y="1953613"/>
              <a:ext cx="4108680" cy="3128400"/>
            </p14:xfrm>
          </p:contentPart>
        </mc:Choice>
        <mc:Fallback xmlns="">
          <p:pic>
            <p:nvPicPr>
              <p:cNvPr id="6" name="Ink 5">
                <a:extLst>
                  <a:ext uri="{FF2B5EF4-FFF2-40B4-BE49-F238E27FC236}">
                    <a16:creationId xmlns:a16="http://schemas.microsoft.com/office/drawing/2014/main" id="{566E846B-18DF-74F1-5DC7-9C3872B0AD7A}"/>
                  </a:ext>
                </a:extLst>
              </p:cNvPr>
              <p:cNvPicPr/>
              <p:nvPr/>
            </p:nvPicPr>
            <p:blipFill>
              <a:blip r:embed="rId4"/>
              <a:stretch>
                <a:fillRect/>
              </a:stretch>
            </p:blipFill>
            <p:spPr>
              <a:xfrm>
                <a:off x="23653" y="1944613"/>
                <a:ext cx="4126320" cy="3146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370BF0BE-3831-AD66-DB79-54BC7FF015DA}"/>
                  </a:ext>
                </a:extLst>
              </p14:cNvPr>
              <p14:cNvContentPartPr/>
              <p14:nvPr/>
            </p14:nvContentPartPr>
            <p14:xfrm>
              <a:off x="4730293" y="1879813"/>
              <a:ext cx="4279680" cy="3127680"/>
            </p14:xfrm>
          </p:contentPart>
        </mc:Choice>
        <mc:Fallback xmlns="">
          <p:pic>
            <p:nvPicPr>
              <p:cNvPr id="7" name="Ink 6">
                <a:extLst>
                  <a:ext uri="{FF2B5EF4-FFF2-40B4-BE49-F238E27FC236}">
                    <a16:creationId xmlns:a16="http://schemas.microsoft.com/office/drawing/2014/main" id="{370BF0BE-3831-AD66-DB79-54BC7FF015DA}"/>
                  </a:ext>
                </a:extLst>
              </p:cNvPr>
              <p:cNvPicPr/>
              <p:nvPr/>
            </p:nvPicPr>
            <p:blipFill>
              <a:blip r:embed="rId6"/>
              <a:stretch>
                <a:fillRect/>
              </a:stretch>
            </p:blipFill>
            <p:spPr>
              <a:xfrm>
                <a:off x="4721293" y="1870813"/>
                <a:ext cx="4297320" cy="31453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67D0AD65-E73D-2B9A-7ECE-9E5745CF1CF8}"/>
                  </a:ext>
                </a:extLst>
              </p14:cNvPr>
              <p14:cNvContentPartPr/>
              <p14:nvPr/>
            </p14:nvContentPartPr>
            <p14:xfrm>
              <a:off x="2216053" y="1404253"/>
              <a:ext cx="4162320" cy="696240"/>
            </p14:xfrm>
          </p:contentPart>
        </mc:Choice>
        <mc:Fallback xmlns="">
          <p:pic>
            <p:nvPicPr>
              <p:cNvPr id="8" name="Ink 7">
                <a:extLst>
                  <a:ext uri="{FF2B5EF4-FFF2-40B4-BE49-F238E27FC236}">
                    <a16:creationId xmlns:a16="http://schemas.microsoft.com/office/drawing/2014/main" id="{67D0AD65-E73D-2B9A-7ECE-9E5745CF1CF8}"/>
                  </a:ext>
                </a:extLst>
              </p:cNvPr>
              <p:cNvPicPr/>
              <p:nvPr/>
            </p:nvPicPr>
            <p:blipFill>
              <a:blip r:embed="rId8"/>
              <a:stretch>
                <a:fillRect/>
              </a:stretch>
            </p:blipFill>
            <p:spPr>
              <a:xfrm>
                <a:off x="2207413" y="1395253"/>
                <a:ext cx="4179960" cy="713880"/>
              </a:xfrm>
              <a:prstGeom prst="rect">
                <a:avLst/>
              </a:prstGeom>
            </p:spPr>
          </p:pic>
        </mc:Fallback>
      </mc:AlternateContent>
      <p:sp>
        <p:nvSpPr>
          <p:cNvPr id="10" name="TextBox 9">
            <a:extLst>
              <a:ext uri="{FF2B5EF4-FFF2-40B4-BE49-F238E27FC236}">
                <a16:creationId xmlns:a16="http://schemas.microsoft.com/office/drawing/2014/main" id="{74015A13-5EB4-84EE-3387-20AC1F45F4A3}"/>
              </a:ext>
            </a:extLst>
          </p:cNvPr>
          <p:cNvSpPr txBox="1"/>
          <p:nvPr/>
        </p:nvSpPr>
        <p:spPr>
          <a:xfrm>
            <a:off x="783167" y="2620433"/>
            <a:ext cx="1011766" cy="230832"/>
          </a:xfrm>
          <a:prstGeom prst="rect">
            <a:avLst/>
          </a:prstGeom>
          <a:noFill/>
        </p:spPr>
        <p:txBody>
          <a:bodyPr wrap="square">
            <a:spAutoFit/>
          </a:bodyPr>
          <a:lstStyle/>
          <a:p>
            <a:r>
              <a:rPr lang="en-US" sz="900" dirty="0">
                <a:highlight>
                  <a:srgbClr val="00FF00"/>
                </a:highlight>
                <a:ea typeface="Open Sans" pitchFamily="34" charset="-122"/>
              </a:rPr>
              <a:t>Network 1</a:t>
            </a:r>
            <a:endParaRPr lang="en-PK" dirty="0"/>
          </a:p>
        </p:txBody>
      </p:sp>
      <p:sp>
        <p:nvSpPr>
          <p:cNvPr id="13" name="TextBox 12">
            <a:extLst>
              <a:ext uri="{FF2B5EF4-FFF2-40B4-BE49-F238E27FC236}">
                <a16:creationId xmlns:a16="http://schemas.microsoft.com/office/drawing/2014/main" id="{0FB15B9D-60E0-30B1-C73A-2594C72D98C7}"/>
              </a:ext>
            </a:extLst>
          </p:cNvPr>
          <p:cNvSpPr txBox="1"/>
          <p:nvPr/>
        </p:nvSpPr>
        <p:spPr>
          <a:xfrm>
            <a:off x="7319434" y="2508134"/>
            <a:ext cx="704849"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 2</a:t>
            </a:r>
            <a:endParaRPr kumimoji="0" lang="en-PK"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7" name="TextBox 16">
            <a:extLst>
              <a:ext uri="{FF2B5EF4-FFF2-40B4-BE49-F238E27FC236}">
                <a16:creationId xmlns:a16="http://schemas.microsoft.com/office/drawing/2014/main" id="{7133034E-AB32-31C9-6410-C8A88F76F1ED}"/>
              </a:ext>
            </a:extLst>
          </p:cNvPr>
          <p:cNvSpPr txBox="1"/>
          <p:nvPr/>
        </p:nvSpPr>
        <p:spPr>
          <a:xfrm>
            <a:off x="3715523" y="1461399"/>
            <a:ext cx="850900"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 3</a:t>
            </a:r>
            <a:endParaRPr kumimoji="0" lang="en-PK"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75099839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B52F8-1760-61AF-57C7-BC6A7F5A0E0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54D36F1-15B6-EE0E-7F51-9BA745C085C7}"/>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F6252B7D-AD52-A86F-E332-67EA2E13DD59}"/>
              </a:ext>
            </a:extLst>
          </p:cNvPr>
          <p:cNvSpPr txBox="1"/>
          <p:nvPr/>
        </p:nvSpPr>
        <p:spPr>
          <a:xfrm>
            <a:off x="101600" y="626548"/>
            <a:ext cx="3623733" cy="307777"/>
          </a:xfrm>
          <a:prstGeom prst="rect">
            <a:avLst/>
          </a:prstGeom>
          <a:noFill/>
        </p:spPr>
        <p:txBody>
          <a:bodyPr wrap="square">
            <a:spAutoFit/>
          </a:bodyPr>
          <a:lstStyle/>
          <a:p>
            <a:pPr algn="just"/>
            <a:r>
              <a:rPr lang="en-US" b="1" dirty="0">
                <a:highlight>
                  <a:srgbClr val="00FFFF"/>
                </a:highlight>
              </a:rPr>
              <a:t>Here we have 3 Network, so let's begin</a:t>
            </a:r>
          </a:p>
        </p:txBody>
      </p:sp>
      <p:sp>
        <p:nvSpPr>
          <p:cNvPr id="3" name="TextBox 2">
            <a:extLst>
              <a:ext uri="{FF2B5EF4-FFF2-40B4-BE49-F238E27FC236}">
                <a16:creationId xmlns:a16="http://schemas.microsoft.com/office/drawing/2014/main" id="{F4553210-D332-0045-2F8C-7B5708F74C30}"/>
              </a:ext>
            </a:extLst>
          </p:cNvPr>
          <p:cNvSpPr txBox="1"/>
          <p:nvPr/>
        </p:nvSpPr>
        <p:spPr>
          <a:xfrm>
            <a:off x="254000" y="1148679"/>
            <a:ext cx="2166983" cy="3631763"/>
          </a:xfrm>
          <a:prstGeom prst="rect">
            <a:avLst/>
          </a:prstGeom>
          <a:noFill/>
        </p:spPr>
        <p:txBody>
          <a:bodyPr wrap="square">
            <a:spAutoFit/>
          </a:bodyPr>
          <a:lstStyle/>
          <a:p>
            <a:r>
              <a:rPr lang="en-US" sz="1000" dirty="0">
                <a:ea typeface="Open Sans" pitchFamily="34" charset="-122"/>
              </a:rPr>
              <a:t>Step 1: IP: 192.168.1.100/24</a:t>
            </a:r>
          </a:p>
          <a:p>
            <a:endParaRPr lang="en-US" sz="1000" dirty="0">
              <a:ea typeface="Open Sans" pitchFamily="34" charset="-122"/>
            </a:endParaRPr>
          </a:p>
          <a:p>
            <a:r>
              <a:rPr lang="en-US" sz="1000" dirty="0">
                <a:ea typeface="Open Sans" pitchFamily="34" charset="-122"/>
              </a:rPr>
              <a:t>Step 2:  192.168.1.0  NID</a:t>
            </a:r>
          </a:p>
          <a:p>
            <a:endParaRPr lang="en-US" sz="1000" dirty="0">
              <a:ea typeface="Open Sans" pitchFamily="34" charset="-122"/>
            </a:endParaRPr>
          </a:p>
          <a:p>
            <a:r>
              <a:rPr lang="en-US" sz="1000" dirty="0">
                <a:ea typeface="Open Sans" pitchFamily="34" charset="-122"/>
              </a:rPr>
              <a:t>Step 3:  192.168.1.00000000</a:t>
            </a:r>
          </a:p>
          <a:p>
            <a:endParaRPr lang="en-US" sz="1000" dirty="0">
              <a:ea typeface="Open Sans" pitchFamily="34" charset="-122"/>
            </a:endParaRPr>
          </a:p>
          <a:p>
            <a:r>
              <a:rPr lang="en-US" sz="1000" dirty="0">
                <a:ea typeface="Open Sans" pitchFamily="34" charset="-122"/>
              </a:rPr>
              <a:t>2³ − 2 = &gt;4</a:t>
            </a:r>
          </a:p>
          <a:p>
            <a:r>
              <a:rPr lang="en-US" sz="1000" dirty="0">
                <a:ea typeface="Open Sans" pitchFamily="34" charset="-122"/>
              </a:rPr>
              <a:t>8-2=&gt;4</a:t>
            </a:r>
          </a:p>
          <a:p>
            <a:r>
              <a:rPr lang="en-US" sz="1000" dirty="0">
                <a:ea typeface="Open Sans" pitchFamily="34" charset="-122"/>
              </a:rPr>
              <a:t>6=&gt;4  (Satisfied)</a:t>
            </a:r>
          </a:p>
          <a:p>
            <a:endParaRPr lang="en-US" sz="1000" dirty="0">
              <a:ea typeface="Open Sans" pitchFamily="34" charset="-122"/>
            </a:endParaRPr>
          </a:p>
          <a:p>
            <a:r>
              <a:rPr lang="en-US" sz="1000" dirty="0">
                <a:highlight>
                  <a:srgbClr val="00FF00"/>
                </a:highlight>
                <a:ea typeface="Open Sans" pitchFamily="34" charset="-122"/>
              </a:rPr>
              <a:t>n = 3 host bits required.</a:t>
            </a:r>
          </a:p>
          <a:p>
            <a:endParaRPr lang="en-US" sz="1000" dirty="0">
              <a:highlight>
                <a:srgbClr val="00FF00"/>
              </a:highlight>
              <a:ea typeface="Open Sans" pitchFamily="34" charset="-122"/>
            </a:endParaRPr>
          </a:p>
          <a:p>
            <a:r>
              <a:rPr lang="en-US" sz="1000" dirty="0">
                <a:ea typeface="Open Sans" pitchFamily="34" charset="-122"/>
              </a:rPr>
              <a:t>Step 3: 192.168.1.00000000 </a:t>
            </a:r>
          </a:p>
          <a:p>
            <a:endParaRPr lang="en-US" sz="1000" dirty="0">
              <a:ea typeface="Open Sans" pitchFamily="34" charset="-122"/>
            </a:endParaRPr>
          </a:p>
          <a:p>
            <a:r>
              <a:rPr lang="en-US" sz="1000" dirty="0">
                <a:ea typeface="Open Sans" pitchFamily="34" charset="-122"/>
              </a:rPr>
              <a:t>n=3 so , From right to left in first octet, count 3 zeros , And make remaining zeros 1</a:t>
            </a:r>
          </a:p>
          <a:p>
            <a:endParaRPr lang="en-US" sz="1000" dirty="0">
              <a:ea typeface="Open Sans" pitchFamily="34" charset="-122"/>
            </a:endParaRPr>
          </a:p>
          <a:p>
            <a:r>
              <a:rPr lang="en-US" sz="1000" dirty="0">
                <a:ea typeface="Open Sans" pitchFamily="34" charset="-122"/>
              </a:rPr>
              <a:t>192.168.1.11111000</a:t>
            </a:r>
          </a:p>
          <a:p>
            <a:r>
              <a:rPr lang="en-US" sz="1000" dirty="0">
                <a:ea typeface="Open Sans" pitchFamily="34" charset="-122"/>
              </a:rPr>
              <a:t>It can be written as: </a:t>
            </a:r>
          </a:p>
          <a:p>
            <a:r>
              <a:rPr lang="en-US" sz="1000" dirty="0">
                <a:ea typeface="Open Sans" pitchFamily="34" charset="-122"/>
              </a:rPr>
              <a:t>192.168.1.248</a:t>
            </a:r>
          </a:p>
          <a:p>
            <a:endParaRPr lang="en-US" sz="1000" dirty="0">
              <a:ea typeface="Open Sans" pitchFamily="34" charset="-122"/>
            </a:endParaRPr>
          </a:p>
          <a:p>
            <a:r>
              <a:rPr lang="en-US" sz="1000" dirty="0">
                <a:highlight>
                  <a:srgbClr val="00FF00"/>
                </a:highlight>
                <a:ea typeface="Open Sans" pitchFamily="34" charset="-122"/>
              </a:rPr>
              <a:t>Subnet mask = 255.255.255.248</a:t>
            </a:r>
            <a:endParaRPr lang="en-PK" sz="1000" dirty="0">
              <a:highlight>
                <a:srgbClr val="00FF00"/>
              </a:highlight>
              <a:ea typeface="Open Sans" pitchFamily="34" charset="-122"/>
            </a:endParaRPr>
          </a:p>
        </p:txBody>
      </p:sp>
      <p:sp>
        <p:nvSpPr>
          <p:cNvPr id="6" name="Arrow: Down 5">
            <a:extLst>
              <a:ext uri="{FF2B5EF4-FFF2-40B4-BE49-F238E27FC236}">
                <a16:creationId xmlns:a16="http://schemas.microsoft.com/office/drawing/2014/main" id="{193CE9B6-77DB-6D4C-4A4F-8367E8084B49}"/>
              </a:ext>
            </a:extLst>
          </p:cNvPr>
          <p:cNvSpPr/>
          <p:nvPr/>
        </p:nvSpPr>
        <p:spPr>
          <a:xfrm rot="5400000">
            <a:off x="1787647" y="3159247"/>
            <a:ext cx="90773" cy="16086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8" name="TextBox 7">
            <a:extLst>
              <a:ext uri="{FF2B5EF4-FFF2-40B4-BE49-F238E27FC236}">
                <a16:creationId xmlns:a16="http://schemas.microsoft.com/office/drawing/2014/main" id="{04E195D2-EE47-0813-4BBF-5461115B058E}"/>
              </a:ext>
            </a:extLst>
          </p:cNvPr>
          <p:cNvSpPr txBox="1"/>
          <p:nvPr/>
        </p:nvSpPr>
        <p:spPr>
          <a:xfrm>
            <a:off x="3725333" y="1148679"/>
            <a:ext cx="3298373" cy="3046988"/>
          </a:xfrm>
          <a:prstGeom prst="rect">
            <a:avLst/>
          </a:prstGeom>
          <a:noFill/>
        </p:spPr>
        <p:txBody>
          <a:bodyPr wrap="square">
            <a:spAutoFit/>
          </a:bodyPr>
          <a:lstStyle/>
          <a:p>
            <a:r>
              <a:rPr lang="en-US" b="1" dirty="0">
                <a:ea typeface="Open Sans" pitchFamily="34" charset="-122"/>
              </a:rPr>
              <a:t>First Subnetwork:</a:t>
            </a:r>
          </a:p>
          <a:p>
            <a:pPr marL="171450" indent="-171450">
              <a:buFont typeface="Wingdings" panose="05000000000000000000" pitchFamily="2" charset="2"/>
              <a:buChar char="ü"/>
            </a:pPr>
            <a:r>
              <a:rPr lang="en-US" sz="1000" dirty="0">
                <a:ea typeface="Open Sans" pitchFamily="34" charset="-122"/>
              </a:rPr>
              <a:t>Network ID: 192.168.1.0/29</a:t>
            </a:r>
          </a:p>
          <a:p>
            <a:pPr marL="171450" indent="-171450">
              <a:buFont typeface="Wingdings" panose="05000000000000000000" pitchFamily="2" charset="2"/>
              <a:buChar char="ü"/>
            </a:pPr>
            <a:r>
              <a:rPr lang="en-US" sz="1000" dirty="0">
                <a:ea typeface="Open Sans" pitchFamily="34" charset="-122"/>
              </a:rPr>
              <a:t>Broadcast: 192.168.1.7</a:t>
            </a:r>
          </a:p>
          <a:p>
            <a:pPr marL="171450" indent="-171450">
              <a:buFont typeface="Wingdings" panose="05000000000000000000" pitchFamily="2" charset="2"/>
              <a:buChar char="ü"/>
            </a:pPr>
            <a:r>
              <a:rPr lang="en-US" sz="1000" dirty="0">
                <a:ea typeface="Open Sans" pitchFamily="34" charset="-122"/>
              </a:rPr>
              <a:t>Mask: 255.255.255.248</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Usable hosts: 192.168.1.1 → 192.168.1.6</a:t>
            </a:r>
            <a:endParaRPr lang="en-US" sz="1000" dirty="0">
              <a:ea typeface="Open Sans" pitchFamily="34" charset="-122"/>
            </a:endParaRPr>
          </a:p>
          <a:p>
            <a:pPr marL="171450" indent="-171450">
              <a:buFont typeface="Wingdings" panose="05000000000000000000" pitchFamily="2" charset="2"/>
              <a:buChar char="ü"/>
            </a:pPr>
            <a:endParaRPr lang="en-US" sz="1000" dirty="0">
              <a:ea typeface="Open Sans" pitchFamily="34" charset="-122"/>
            </a:endParaRPr>
          </a:p>
          <a:p>
            <a:r>
              <a:rPr lang="en-US" b="1" dirty="0">
                <a:ea typeface="Open Sans" pitchFamily="34" charset="-122"/>
              </a:rPr>
              <a:t>2nd Subnetwork:</a:t>
            </a:r>
          </a:p>
          <a:p>
            <a:pPr marL="171450" indent="-171450">
              <a:buFont typeface="Wingdings" panose="05000000000000000000" pitchFamily="2" charset="2"/>
              <a:buChar char="ü"/>
            </a:pPr>
            <a:r>
              <a:rPr lang="en-US" sz="1000" dirty="0">
                <a:ea typeface="Open Sans" pitchFamily="34" charset="-122"/>
              </a:rPr>
              <a:t>Network ID: 192.168.1.8/29</a:t>
            </a:r>
          </a:p>
          <a:p>
            <a:pPr marL="171450" indent="-171450">
              <a:buFont typeface="Wingdings" panose="05000000000000000000" pitchFamily="2" charset="2"/>
              <a:buChar char="ü"/>
            </a:pPr>
            <a:r>
              <a:rPr lang="en-US" sz="1000" dirty="0">
                <a:ea typeface="Open Sans" pitchFamily="34" charset="-122"/>
              </a:rPr>
              <a:t>Broadcast: 192.168.1.15</a:t>
            </a:r>
          </a:p>
          <a:p>
            <a:pPr marL="171450" indent="-171450">
              <a:buFont typeface="Wingdings" panose="05000000000000000000" pitchFamily="2" charset="2"/>
              <a:buChar char="ü"/>
            </a:pPr>
            <a:r>
              <a:rPr lang="en-US" sz="1000" dirty="0">
                <a:ea typeface="Open Sans" pitchFamily="34" charset="-122"/>
              </a:rPr>
              <a:t>Mask: 255.255.255.248</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Usable hosts: 192.168.1.9 → 192.168.1.14</a:t>
            </a:r>
          </a:p>
          <a:p>
            <a:endParaRPr lang="en-US" sz="1000" dirty="0">
              <a:ea typeface="Open Sans" pitchFamily="34" charset="-122"/>
            </a:endParaRPr>
          </a:p>
          <a:p>
            <a:r>
              <a:rPr lang="en-US" b="1" dirty="0">
                <a:ea typeface="Open Sans" pitchFamily="34" charset="-122"/>
              </a:rPr>
              <a:t>3rd Subnetwork:</a:t>
            </a:r>
          </a:p>
          <a:p>
            <a:pPr marL="171450" indent="-171450">
              <a:buFont typeface="Wingdings" panose="05000000000000000000" pitchFamily="2" charset="2"/>
              <a:buChar char="ü"/>
            </a:pPr>
            <a:r>
              <a:rPr lang="en-US" sz="1000" dirty="0">
                <a:ea typeface="Open Sans" pitchFamily="34" charset="-122"/>
              </a:rPr>
              <a:t>Network ID: 192.168.1.16/29</a:t>
            </a:r>
          </a:p>
          <a:p>
            <a:pPr marL="171450" indent="-171450">
              <a:buFont typeface="Wingdings" panose="05000000000000000000" pitchFamily="2" charset="2"/>
              <a:buChar char="ü"/>
            </a:pPr>
            <a:r>
              <a:rPr lang="en-US" sz="1000" dirty="0">
                <a:ea typeface="Open Sans" pitchFamily="34" charset="-122"/>
              </a:rPr>
              <a:t>Broadcast: 192.168.1.23</a:t>
            </a:r>
          </a:p>
          <a:p>
            <a:pPr marL="171450" indent="-171450">
              <a:buFont typeface="Wingdings" panose="05000000000000000000" pitchFamily="2" charset="2"/>
              <a:buChar char="ü"/>
            </a:pPr>
            <a:r>
              <a:rPr lang="en-US" sz="1000" dirty="0">
                <a:ea typeface="Open Sans" pitchFamily="34" charset="-122"/>
              </a:rPr>
              <a:t>Mask: 255.255.255.248</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Usable hosts: 192.168.1.17 → 192.168.1.22</a:t>
            </a:r>
            <a:endParaRPr lang="en-US" sz="1000" dirty="0">
              <a:ea typeface="Open Sans" pitchFamily="34" charset="-122"/>
            </a:endParaRPr>
          </a:p>
          <a:p>
            <a:pPr marL="171450" indent="-171450">
              <a:buFont typeface="Wingdings" panose="05000000000000000000" pitchFamily="2" charset="2"/>
              <a:buChar char="ü"/>
            </a:pPr>
            <a:endParaRPr lang="en-US" sz="1000" dirty="0">
              <a:ea typeface="Open Sans" pitchFamily="34" charset="-122"/>
            </a:endParaRPr>
          </a:p>
        </p:txBody>
      </p:sp>
    </p:spTree>
    <p:extLst>
      <p:ext uri="{BB962C8B-B14F-4D97-AF65-F5344CB8AC3E}">
        <p14:creationId xmlns:p14="http://schemas.microsoft.com/office/powerpoint/2010/main" val="412075149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29B87-123F-AB2F-A577-EB8D55215AB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34D81B7-1212-E461-B38A-E2FC274CDA85}"/>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B5990611-45CB-578A-28FF-1906D627A5DB}"/>
              </a:ext>
            </a:extLst>
          </p:cNvPr>
          <p:cNvSpPr txBox="1"/>
          <p:nvPr/>
        </p:nvSpPr>
        <p:spPr>
          <a:xfrm>
            <a:off x="101600" y="579006"/>
            <a:ext cx="8559800" cy="307777"/>
          </a:xfrm>
          <a:prstGeom prst="rect">
            <a:avLst/>
          </a:prstGeom>
          <a:noFill/>
        </p:spPr>
        <p:txBody>
          <a:bodyPr wrap="square">
            <a:spAutoFit/>
          </a:bodyPr>
          <a:lstStyle/>
          <a:p>
            <a:pPr algn="just"/>
            <a:r>
              <a:rPr lang="en-US" b="1" dirty="0">
                <a:highlight>
                  <a:srgbClr val="00FFFF"/>
                </a:highlight>
              </a:rPr>
              <a:t>Q3: Practical</a:t>
            </a:r>
          </a:p>
        </p:txBody>
      </p:sp>
      <p:pic>
        <p:nvPicPr>
          <p:cNvPr id="9" name="Picture 8">
            <a:extLst>
              <a:ext uri="{FF2B5EF4-FFF2-40B4-BE49-F238E27FC236}">
                <a16:creationId xmlns:a16="http://schemas.microsoft.com/office/drawing/2014/main" id="{4C59CA25-956F-0610-858A-3F0F8920132D}"/>
              </a:ext>
            </a:extLst>
          </p:cNvPr>
          <p:cNvPicPr>
            <a:picLocks noChangeAspect="1"/>
          </p:cNvPicPr>
          <p:nvPr/>
        </p:nvPicPr>
        <p:blipFill>
          <a:blip r:embed="rId2"/>
          <a:stretch>
            <a:fillRect/>
          </a:stretch>
        </p:blipFill>
        <p:spPr>
          <a:xfrm>
            <a:off x="0" y="1381781"/>
            <a:ext cx="9144000" cy="3761719"/>
          </a:xfrm>
          <a:prstGeom prst="rect">
            <a:avLst/>
          </a:prstGeom>
        </p:spPr>
      </p:pic>
      <p:sp>
        <p:nvSpPr>
          <p:cNvPr id="12" name="TextBox 11">
            <a:extLst>
              <a:ext uri="{FF2B5EF4-FFF2-40B4-BE49-F238E27FC236}">
                <a16:creationId xmlns:a16="http://schemas.microsoft.com/office/drawing/2014/main" id="{39B0B877-6529-2310-9EAB-18681046FC84}"/>
              </a:ext>
            </a:extLst>
          </p:cNvPr>
          <p:cNvSpPr txBox="1"/>
          <p:nvPr/>
        </p:nvSpPr>
        <p:spPr>
          <a:xfrm>
            <a:off x="1037168" y="2079994"/>
            <a:ext cx="1104899" cy="246221"/>
          </a:xfrm>
          <a:prstGeom prst="rect">
            <a:avLst/>
          </a:prstGeom>
          <a:noFill/>
        </p:spPr>
        <p:txBody>
          <a:bodyPr wrap="square">
            <a:spAutoFit/>
          </a:bodyPr>
          <a:lstStyle/>
          <a:p>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192.168.1.1</a:t>
            </a:r>
            <a:endParaRPr lang="en-PK" dirty="0"/>
          </a:p>
        </p:txBody>
      </p:sp>
      <p:sp>
        <p:nvSpPr>
          <p:cNvPr id="15" name="TextBox 14">
            <a:extLst>
              <a:ext uri="{FF2B5EF4-FFF2-40B4-BE49-F238E27FC236}">
                <a16:creationId xmlns:a16="http://schemas.microsoft.com/office/drawing/2014/main" id="{C518F92A-D768-6121-6EA9-E6CB187BA53F}"/>
              </a:ext>
            </a:extLst>
          </p:cNvPr>
          <p:cNvSpPr txBox="1"/>
          <p:nvPr/>
        </p:nvSpPr>
        <p:spPr>
          <a:xfrm>
            <a:off x="5770034" y="2203105"/>
            <a:ext cx="952500" cy="246221"/>
          </a:xfrm>
          <a:prstGeom prst="rect">
            <a:avLst/>
          </a:prstGeom>
          <a:noFill/>
        </p:spPr>
        <p:txBody>
          <a:bodyPr wrap="square">
            <a:spAutoFit/>
          </a:bodyPr>
          <a:lstStyle/>
          <a:p>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192.168.1.9</a:t>
            </a:r>
            <a:endParaRPr lang="en-PK" dirty="0"/>
          </a:p>
        </p:txBody>
      </p:sp>
      <p:sp>
        <p:nvSpPr>
          <p:cNvPr id="18" name="TextBox 17">
            <a:extLst>
              <a:ext uri="{FF2B5EF4-FFF2-40B4-BE49-F238E27FC236}">
                <a16:creationId xmlns:a16="http://schemas.microsoft.com/office/drawing/2014/main" id="{D3CD0B34-16C2-8F23-4411-54CCA42FA877}"/>
              </a:ext>
            </a:extLst>
          </p:cNvPr>
          <p:cNvSpPr txBox="1"/>
          <p:nvPr/>
        </p:nvSpPr>
        <p:spPr>
          <a:xfrm>
            <a:off x="2535767" y="1438931"/>
            <a:ext cx="986366" cy="246221"/>
          </a:xfrm>
          <a:prstGeom prst="rect">
            <a:avLst/>
          </a:prstGeom>
          <a:noFill/>
        </p:spPr>
        <p:txBody>
          <a:bodyPr wrap="square">
            <a:spAutoFit/>
          </a:bodyPr>
          <a:lstStyle/>
          <a:p>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192.168.1.17 </a:t>
            </a:r>
            <a:endParaRPr lang="en-PK" dirty="0"/>
          </a:p>
        </p:txBody>
      </p:sp>
      <p:sp>
        <p:nvSpPr>
          <p:cNvPr id="20" name="TextBox 19">
            <a:extLst>
              <a:ext uri="{FF2B5EF4-FFF2-40B4-BE49-F238E27FC236}">
                <a16:creationId xmlns:a16="http://schemas.microsoft.com/office/drawing/2014/main" id="{0368B1BB-DE53-F7B8-1329-D8FE57E647C9}"/>
              </a:ext>
            </a:extLst>
          </p:cNvPr>
          <p:cNvSpPr txBox="1"/>
          <p:nvPr/>
        </p:nvSpPr>
        <p:spPr>
          <a:xfrm>
            <a:off x="5363634" y="1423112"/>
            <a:ext cx="1104900" cy="246221"/>
          </a:xfrm>
          <a:prstGeom prst="rect">
            <a:avLst/>
          </a:prstGeom>
          <a:noFill/>
        </p:spPr>
        <p:txBody>
          <a:bodyPr wrap="square">
            <a:spAutoFit/>
          </a:bodyPr>
          <a:lstStyle/>
          <a:p>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192.168.1.18 </a:t>
            </a:r>
            <a:endParaRPr lang="en-PK" dirty="0"/>
          </a:p>
        </p:txBody>
      </p:sp>
    </p:spTree>
    <p:extLst>
      <p:ext uri="{BB962C8B-B14F-4D97-AF65-F5344CB8AC3E}">
        <p14:creationId xmlns:p14="http://schemas.microsoft.com/office/powerpoint/2010/main" val="156671612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61686-FB0E-9349-8C27-C1CC72C26B9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31FBCB4-AFC4-704E-1824-DB5CFF80AAD2}"/>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A2FBC128-27DD-5AF7-1BBB-25167AF3835B}"/>
              </a:ext>
            </a:extLst>
          </p:cNvPr>
          <p:cNvSpPr txBox="1"/>
          <p:nvPr/>
        </p:nvSpPr>
        <p:spPr>
          <a:xfrm>
            <a:off x="101600" y="469908"/>
            <a:ext cx="8559800" cy="523220"/>
          </a:xfrm>
          <a:prstGeom prst="rect">
            <a:avLst/>
          </a:prstGeom>
          <a:noFill/>
        </p:spPr>
        <p:txBody>
          <a:bodyPr wrap="square">
            <a:spAutoFit/>
          </a:bodyPr>
          <a:lstStyle/>
          <a:p>
            <a:pPr algn="just"/>
            <a:endParaRPr lang="en-US" dirty="0">
              <a:solidFill>
                <a:srgbClr val="403CCF"/>
              </a:solidFill>
              <a:latin typeface="Libre Baskerville" pitchFamily="34" charset="0"/>
            </a:endParaRPr>
          </a:p>
          <a:p>
            <a:pPr algn="just"/>
            <a:r>
              <a:rPr lang="en-US" b="1" dirty="0">
                <a:highlight>
                  <a:srgbClr val="00FFFF"/>
                </a:highlight>
              </a:rPr>
              <a:t>Practical 3: Using RIPv2</a:t>
            </a:r>
          </a:p>
        </p:txBody>
      </p:sp>
      <p:sp>
        <p:nvSpPr>
          <p:cNvPr id="3" name="TextBox 2">
            <a:extLst>
              <a:ext uri="{FF2B5EF4-FFF2-40B4-BE49-F238E27FC236}">
                <a16:creationId xmlns:a16="http://schemas.microsoft.com/office/drawing/2014/main" id="{3B8DC459-1EB2-D6C1-CA05-14786C6784E4}"/>
              </a:ext>
            </a:extLst>
          </p:cNvPr>
          <p:cNvSpPr txBox="1"/>
          <p:nvPr/>
        </p:nvSpPr>
        <p:spPr>
          <a:xfrm>
            <a:off x="228600" y="1409329"/>
            <a:ext cx="3793067" cy="3077766"/>
          </a:xfrm>
          <a:prstGeom prst="rect">
            <a:avLst/>
          </a:prstGeom>
          <a:noFill/>
        </p:spPr>
        <p:txBody>
          <a:bodyPr wrap="square">
            <a:spAutoFit/>
          </a:bodyPr>
          <a:lstStyle/>
          <a:p>
            <a:r>
              <a:rPr lang="en-US" b="1" dirty="0">
                <a:solidFill>
                  <a:srgbClr val="403CCF"/>
                </a:solidFill>
                <a:latin typeface="Libre Baskerville" pitchFamily="34" charset="0"/>
              </a:rPr>
              <a:t>Router A</a:t>
            </a:r>
          </a:p>
          <a:p>
            <a:pPr marL="171450" indent="-171450">
              <a:buFont typeface="Wingdings" panose="05000000000000000000" pitchFamily="2" charset="2"/>
              <a:buChar char="q"/>
            </a:pPr>
            <a:r>
              <a:rPr lang="en-US" sz="900" dirty="0"/>
              <a:t>Router&gt; enable</a:t>
            </a:r>
          </a:p>
          <a:p>
            <a:pPr marL="171450" indent="-171450">
              <a:buFont typeface="Wingdings" panose="05000000000000000000" pitchFamily="2" charset="2"/>
              <a:buChar char="q"/>
            </a:pPr>
            <a:r>
              <a:rPr lang="en-US" sz="900" dirty="0"/>
              <a:t>Router# configure terminal</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FastEthernet0/0</a:t>
            </a:r>
          </a:p>
          <a:p>
            <a:pPr marL="171450" indent="-171450">
              <a:buFont typeface="Wingdings" panose="05000000000000000000" pitchFamily="2" charset="2"/>
              <a:buChar char="q"/>
            </a:pPr>
            <a:r>
              <a:rPr lang="en-US" sz="900" dirty="0"/>
              <a:t>Router(config-if)# ip   address   192.168.1.1   255.255.255.248</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Serial0/0</a:t>
            </a:r>
          </a:p>
          <a:p>
            <a:pPr marL="171450" indent="-171450">
              <a:buFont typeface="Wingdings" panose="05000000000000000000" pitchFamily="2" charset="2"/>
              <a:buChar char="q"/>
            </a:pPr>
            <a:r>
              <a:rPr lang="en-US" sz="900" dirty="0"/>
              <a:t>Router(config-if)# ip   address </a:t>
            </a:r>
            <a:r>
              <a:rPr kumimoji="0" lang="en-US" sz="900" b="0" i="0" u="none" strike="noStrike" kern="0" cap="none" spc="0" normalizeH="0" baseline="0" noProof="0" dirty="0">
                <a:ln>
                  <a:noFill/>
                </a:ln>
                <a:solidFill>
                  <a:srgbClr val="000000"/>
                </a:solidFill>
                <a:effectLst/>
                <a:uLnTx/>
                <a:uFillTx/>
                <a:latin typeface="Arial"/>
                <a:cs typeface="Arial"/>
                <a:sym typeface="Arial"/>
              </a:rPr>
              <a:t>192.168.1.17</a:t>
            </a:r>
            <a:r>
              <a:rPr lang="en-US" sz="900" dirty="0"/>
              <a:t>   255.255.255.248</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router  rip</a:t>
            </a:r>
          </a:p>
          <a:p>
            <a:pPr marL="171450" indent="-171450">
              <a:buFont typeface="Wingdings" panose="05000000000000000000" pitchFamily="2" charset="2"/>
              <a:buChar char="q"/>
            </a:pPr>
            <a:r>
              <a:rPr lang="en-US" sz="900" dirty="0"/>
              <a:t>Router(config-router)# version   2</a:t>
            </a:r>
          </a:p>
          <a:p>
            <a:pPr marL="171450" indent="-171450">
              <a:buFont typeface="Wingdings" panose="05000000000000000000" pitchFamily="2" charset="2"/>
              <a:buChar char="q"/>
            </a:pPr>
            <a:r>
              <a:rPr lang="en-US" sz="900" dirty="0"/>
              <a:t>Router(config-router)# network   192.168.1.0</a:t>
            </a:r>
          </a:p>
          <a:p>
            <a:pPr marL="171450" indent="-171450">
              <a:buFont typeface="Wingdings" panose="05000000000000000000" pitchFamily="2" charset="2"/>
              <a:buChar char="q"/>
            </a:pPr>
            <a:r>
              <a:rPr lang="en-US" sz="900" dirty="0"/>
              <a:t>Router(config-router)# no  auto-summary</a:t>
            </a:r>
          </a:p>
          <a:p>
            <a:pPr marL="171450" indent="-171450">
              <a:buFont typeface="Wingdings" panose="05000000000000000000" pitchFamily="2" charset="2"/>
              <a:buChar char="q"/>
            </a:pPr>
            <a:r>
              <a:rPr lang="en-US" sz="900" dirty="0"/>
              <a:t>Router(config-router)# exit</a:t>
            </a:r>
          </a:p>
          <a:p>
            <a:pPr marL="171450" indent="-171450">
              <a:buFont typeface="Wingdings" panose="05000000000000000000" pitchFamily="2" charset="2"/>
              <a:buChar char="q"/>
            </a:pPr>
            <a:r>
              <a:rPr lang="en-US" sz="900" dirty="0"/>
              <a:t>Router#</a:t>
            </a:r>
          </a:p>
        </p:txBody>
      </p:sp>
      <p:sp>
        <p:nvSpPr>
          <p:cNvPr id="7" name="TextBox 6">
            <a:extLst>
              <a:ext uri="{FF2B5EF4-FFF2-40B4-BE49-F238E27FC236}">
                <a16:creationId xmlns:a16="http://schemas.microsoft.com/office/drawing/2014/main" id="{6603E221-677E-79F5-DE72-30FD99B83696}"/>
              </a:ext>
            </a:extLst>
          </p:cNvPr>
          <p:cNvSpPr txBox="1"/>
          <p:nvPr/>
        </p:nvSpPr>
        <p:spPr>
          <a:xfrm>
            <a:off x="4381500" y="1409328"/>
            <a:ext cx="4572000" cy="3077766"/>
          </a:xfrm>
          <a:prstGeom prst="rect">
            <a:avLst/>
          </a:prstGeom>
          <a:noFill/>
        </p:spPr>
        <p:txBody>
          <a:bodyPr wrap="square">
            <a:spAutoFit/>
          </a:bodyPr>
          <a:lstStyle/>
          <a:p>
            <a:r>
              <a:rPr lang="en-US" b="1" dirty="0">
                <a:solidFill>
                  <a:srgbClr val="403CCF"/>
                </a:solidFill>
                <a:latin typeface="Libre Baskerville" pitchFamily="34" charset="0"/>
              </a:rPr>
              <a:t>Router B</a:t>
            </a:r>
            <a:endParaRPr lang="en-US" sz="900" dirty="0"/>
          </a:p>
          <a:p>
            <a:pPr marL="171450" indent="-171450">
              <a:buFont typeface="Wingdings" panose="05000000000000000000" pitchFamily="2" charset="2"/>
              <a:buChar char="q"/>
            </a:pPr>
            <a:r>
              <a:rPr lang="en-US" sz="900" dirty="0"/>
              <a:t>Router&gt; enable</a:t>
            </a:r>
          </a:p>
          <a:p>
            <a:pPr marL="171450" indent="-171450">
              <a:buFont typeface="Wingdings" panose="05000000000000000000" pitchFamily="2" charset="2"/>
              <a:buChar char="q"/>
            </a:pPr>
            <a:r>
              <a:rPr lang="en-US" sz="900" dirty="0"/>
              <a:t>Router# configure terminal</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FastEthernet0/0</a:t>
            </a:r>
          </a:p>
          <a:p>
            <a:pPr marL="171450" indent="-171450">
              <a:buFont typeface="Wingdings" panose="05000000000000000000" pitchFamily="2" charset="2"/>
              <a:buChar char="q"/>
            </a:pPr>
            <a:r>
              <a:rPr lang="en-US" sz="900" dirty="0"/>
              <a:t>Router(config-if)# ip   address 192.168.1.9   255.255.255.248</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Serial0/0</a:t>
            </a:r>
          </a:p>
          <a:p>
            <a:pPr marL="171450" indent="-171450">
              <a:buFont typeface="Wingdings" panose="05000000000000000000" pitchFamily="2" charset="2"/>
              <a:buChar char="q"/>
            </a:pPr>
            <a:r>
              <a:rPr lang="en-US" sz="900" dirty="0"/>
              <a:t>Router(config-if)# ip   address </a:t>
            </a:r>
            <a:r>
              <a:rPr kumimoji="0" lang="en-US" sz="900" b="0" i="0" u="none" strike="noStrike" kern="0" cap="none" spc="0" normalizeH="0" baseline="0" noProof="0" dirty="0">
                <a:ln>
                  <a:noFill/>
                </a:ln>
                <a:solidFill>
                  <a:srgbClr val="000000"/>
                </a:solidFill>
                <a:effectLst/>
                <a:uLnTx/>
                <a:uFillTx/>
                <a:latin typeface="Arial"/>
                <a:cs typeface="Arial"/>
                <a:sym typeface="Arial"/>
              </a:rPr>
              <a:t>192.168.1.18</a:t>
            </a:r>
            <a:r>
              <a:rPr lang="en-US" sz="900" dirty="0"/>
              <a:t>   255.255.255.248</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router  rip</a:t>
            </a:r>
          </a:p>
          <a:p>
            <a:pPr marL="171450" indent="-171450">
              <a:buFont typeface="Wingdings" panose="05000000000000000000" pitchFamily="2" charset="2"/>
              <a:buChar char="q"/>
            </a:pPr>
            <a:r>
              <a:rPr lang="en-US" sz="900" dirty="0"/>
              <a:t>Router(config-router)# version   2</a:t>
            </a:r>
          </a:p>
          <a:p>
            <a:pPr marL="171450" indent="-171450">
              <a:buFont typeface="Wingdings" panose="05000000000000000000" pitchFamily="2" charset="2"/>
              <a:buChar char="q"/>
            </a:pPr>
            <a:r>
              <a:rPr lang="en-US" sz="900" dirty="0"/>
              <a:t>Router(config-router)# network   192.168.1.0</a:t>
            </a:r>
          </a:p>
          <a:p>
            <a:pPr marL="171450" indent="-171450">
              <a:buFont typeface="Wingdings" panose="05000000000000000000" pitchFamily="2" charset="2"/>
              <a:buChar char="q"/>
            </a:pPr>
            <a:r>
              <a:rPr lang="en-US" sz="900" dirty="0"/>
              <a:t>Router(config-router)# no  auto-summary</a:t>
            </a:r>
          </a:p>
          <a:p>
            <a:pPr marL="171450" indent="-171450">
              <a:buFont typeface="Wingdings" panose="05000000000000000000" pitchFamily="2" charset="2"/>
              <a:buChar char="q"/>
            </a:pPr>
            <a:r>
              <a:rPr lang="en-US" sz="900" dirty="0"/>
              <a:t>Router(config-router)# exit</a:t>
            </a:r>
          </a:p>
          <a:p>
            <a:pPr marL="171450" indent="-171450">
              <a:buFont typeface="Wingdings" panose="05000000000000000000" pitchFamily="2" charset="2"/>
              <a:buChar char="q"/>
            </a:pPr>
            <a:r>
              <a:rPr lang="en-US" sz="900" dirty="0"/>
              <a:t>Router#</a:t>
            </a:r>
          </a:p>
        </p:txBody>
      </p:sp>
      <p:sp>
        <p:nvSpPr>
          <p:cNvPr id="9" name="TextBox 8">
            <a:extLst>
              <a:ext uri="{FF2B5EF4-FFF2-40B4-BE49-F238E27FC236}">
                <a16:creationId xmlns:a16="http://schemas.microsoft.com/office/drawing/2014/main" id="{22F30845-3A6B-25AF-7CDE-C0ECB83A5EAA}"/>
              </a:ext>
            </a:extLst>
          </p:cNvPr>
          <p:cNvSpPr txBox="1"/>
          <p:nvPr/>
        </p:nvSpPr>
        <p:spPr>
          <a:xfrm>
            <a:off x="169334" y="4762084"/>
            <a:ext cx="793115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highlight>
                  <a:srgbClr val="00FFFF"/>
                </a:highlight>
              </a:rPr>
              <a:t>n</a:t>
            </a:r>
            <a:r>
              <a:rPr kumimoji="0" lang="en-US" sz="1200" b="0" i="0" u="none" strike="noStrike" kern="0" cap="none" spc="0" normalizeH="0" baseline="0" noProof="0" dirty="0">
                <a:ln>
                  <a:noFill/>
                </a:ln>
                <a:solidFill>
                  <a:srgbClr val="000000"/>
                </a:solidFill>
                <a:effectLst/>
                <a:highlight>
                  <a:srgbClr val="00FFFF"/>
                </a:highlight>
                <a:uLnTx/>
                <a:uFillTx/>
                <a:latin typeface="Arial"/>
                <a:cs typeface="Arial"/>
                <a:sym typeface="Arial"/>
              </a:rPr>
              <a:t>o auto-summary in RIP is used to stop RIP from shortening routes and instead send the full subnet information</a:t>
            </a:r>
            <a:endParaRPr kumimoji="0" lang="en-PK" sz="1200" b="0" i="0" u="none" strike="noStrike" kern="0" cap="none" spc="0" normalizeH="0" baseline="0" noProof="0" dirty="0">
              <a:ln>
                <a:noFill/>
              </a:ln>
              <a:solidFill>
                <a:srgbClr val="000000"/>
              </a:solidFill>
              <a:effectLst/>
              <a:highlight>
                <a:srgbClr val="00FFFF"/>
              </a:highlight>
              <a:uLnTx/>
              <a:uFillTx/>
              <a:latin typeface="Arial"/>
              <a:cs typeface="Arial"/>
              <a:sym typeface="Arial"/>
            </a:endParaRPr>
          </a:p>
        </p:txBody>
      </p:sp>
    </p:spTree>
    <p:extLst>
      <p:ext uri="{BB962C8B-B14F-4D97-AF65-F5344CB8AC3E}">
        <p14:creationId xmlns:p14="http://schemas.microsoft.com/office/powerpoint/2010/main" val="49913608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6BC99-228D-8B32-9FE0-4DE886264449}"/>
            </a:ext>
          </a:extLst>
        </p:cNvPr>
        <p:cNvGrpSpPr/>
        <p:nvPr/>
      </p:nvGrpSpPr>
      <p:grpSpPr>
        <a:xfrm>
          <a:off x="0" y="0"/>
          <a:ext cx="0" cy="0"/>
          <a:chOff x="0" y="0"/>
          <a:chExt cx="0" cy="0"/>
        </a:xfrm>
      </p:grpSpPr>
    </p:spTree>
    <p:extLst>
      <p:ext uri="{BB962C8B-B14F-4D97-AF65-F5344CB8AC3E}">
        <p14:creationId xmlns:p14="http://schemas.microsoft.com/office/powerpoint/2010/main" val="299455187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2B13B-109A-0629-ED9E-F21677F42FB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5FFD847-F640-DBA5-FFB8-FABE3B110D0F}"/>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4858BC3B-5164-D213-9550-236728F8D0E8}"/>
              </a:ext>
            </a:extLst>
          </p:cNvPr>
          <p:cNvSpPr txBox="1"/>
          <p:nvPr/>
        </p:nvSpPr>
        <p:spPr>
          <a:xfrm>
            <a:off x="93133" y="351478"/>
            <a:ext cx="8559800" cy="954107"/>
          </a:xfrm>
          <a:prstGeom prst="rect">
            <a:avLst/>
          </a:prstGeom>
          <a:noFill/>
        </p:spPr>
        <p:txBody>
          <a:bodyPr wrap="square">
            <a:spAutoFit/>
          </a:bodyPr>
          <a:lstStyle/>
          <a:p>
            <a:pPr algn="just"/>
            <a:endParaRPr lang="en-US" dirty="0">
              <a:solidFill>
                <a:srgbClr val="403CCF"/>
              </a:solidFill>
              <a:latin typeface="Libre Baskerville" pitchFamily="34" charset="0"/>
            </a:endParaRPr>
          </a:p>
          <a:p>
            <a:pPr algn="just"/>
            <a:r>
              <a:rPr lang="en-US" b="1" dirty="0">
                <a:highlight>
                  <a:srgbClr val="00FFFF"/>
                </a:highlight>
              </a:rPr>
              <a:t>Practical 4 using OSPF:</a:t>
            </a:r>
          </a:p>
          <a:p>
            <a:pPr algn="just"/>
            <a:r>
              <a:rPr lang="en-US" b="1" dirty="0">
                <a:highlight>
                  <a:srgbClr val="00FFFF"/>
                </a:highlight>
              </a:rPr>
              <a:t> Q: Company bought an IP 210.200.100.100/24 , company says connect 2 branches and connect 5 users each branch. Using FLSM.</a:t>
            </a:r>
          </a:p>
        </p:txBody>
      </p:sp>
      <p:pic>
        <p:nvPicPr>
          <p:cNvPr id="6" name="Picture 5">
            <a:extLst>
              <a:ext uri="{FF2B5EF4-FFF2-40B4-BE49-F238E27FC236}">
                <a16:creationId xmlns:a16="http://schemas.microsoft.com/office/drawing/2014/main" id="{CB9B713E-F128-AE40-8CE7-F74DE46D1FB4}"/>
              </a:ext>
            </a:extLst>
          </p:cNvPr>
          <p:cNvPicPr>
            <a:picLocks noChangeAspect="1"/>
          </p:cNvPicPr>
          <p:nvPr/>
        </p:nvPicPr>
        <p:blipFill>
          <a:blip r:embed="rId2"/>
          <a:stretch>
            <a:fillRect/>
          </a:stretch>
        </p:blipFill>
        <p:spPr>
          <a:xfrm>
            <a:off x="0" y="1552646"/>
            <a:ext cx="9144000" cy="3536529"/>
          </a:xfrm>
          <a:prstGeom prst="rect">
            <a:avLst/>
          </a:prstGeom>
        </p:spPr>
      </p:pic>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1145066A-8D28-DE8E-BBA0-0FE51CB1786D}"/>
                  </a:ext>
                </a:extLst>
              </p14:cNvPr>
              <p14:cNvContentPartPr/>
              <p14:nvPr/>
            </p14:nvContentPartPr>
            <p14:xfrm>
              <a:off x="193213" y="2411893"/>
              <a:ext cx="3423600" cy="2703240"/>
            </p14:xfrm>
          </p:contentPart>
        </mc:Choice>
        <mc:Fallback xmlns="">
          <p:pic>
            <p:nvPicPr>
              <p:cNvPr id="9" name="Ink 8">
                <a:extLst>
                  <a:ext uri="{FF2B5EF4-FFF2-40B4-BE49-F238E27FC236}">
                    <a16:creationId xmlns:a16="http://schemas.microsoft.com/office/drawing/2014/main" id="{1145066A-8D28-DE8E-BBA0-0FE51CB1786D}"/>
                  </a:ext>
                </a:extLst>
              </p:cNvPr>
              <p:cNvPicPr/>
              <p:nvPr/>
            </p:nvPicPr>
            <p:blipFill>
              <a:blip r:embed="rId4"/>
              <a:stretch>
                <a:fillRect/>
              </a:stretch>
            </p:blipFill>
            <p:spPr>
              <a:xfrm>
                <a:off x="184213" y="2402893"/>
                <a:ext cx="3441240" cy="2720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9D117E8D-595A-B2BA-562F-4D96CADABC48}"/>
                  </a:ext>
                </a:extLst>
              </p14:cNvPr>
              <p14:cNvContentPartPr/>
              <p14:nvPr/>
            </p14:nvContentPartPr>
            <p14:xfrm>
              <a:off x="4656133" y="2268613"/>
              <a:ext cx="4217760" cy="2728080"/>
            </p14:xfrm>
          </p:contentPart>
        </mc:Choice>
        <mc:Fallback xmlns="">
          <p:pic>
            <p:nvPicPr>
              <p:cNvPr id="11" name="Ink 10">
                <a:extLst>
                  <a:ext uri="{FF2B5EF4-FFF2-40B4-BE49-F238E27FC236}">
                    <a16:creationId xmlns:a16="http://schemas.microsoft.com/office/drawing/2014/main" id="{9D117E8D-595A-B2BA-562F-4D96CADABC48}"/>
                  </a:ext>
                </a:extLst>
              </p:cNvPr>
              <p:cNvPicPr/>
              <p:nvPr/>
            </p:nvPicPr>
            <p:blipFill>
              <a:blip r:embed="rId6"/>
              <a:stretch>
                <a:fillRect/>
              </a:stretch>
            </p:blipFill>
            <p:spPr>
              <a:xfrm>
                <a:off x="4647133" y="2259973"/>
                <a:ext cx="4235400" cy="27457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D81EA050-6ED0-771F-F9D7-1FD22E9C325E}"/>
                  </a:ext>
                </a:extLst>
              </p14:cNvPr>
              <p14:cNvContentPartPr/>
              <p14:nvPr/>
            </p14:nvContentPartPr>
            <p14:xfrm>
              <a:off x="2487133" y="1539253"/>
              <a:ext cx="3549960" cy="942480"/>
            </p14:xfrm>
          </p:contentPart>
        </mc:Choice>
        <mc:Fallback xmlns="">
          <p:pic>
            <p:nvPicPr>
              <p:cNvPr id="12" name="Ink 11">
                <a:extLst>
                  <a:ext uri="{FF2B5EF4-FFF2-40B4-BE49-F238E27FC236}">
                    <a16:creationId xmlns:a16="http://schemas.microsoft.com/office/drawing/2014/main" id="{D81EA050-6ED0-771F-F9D7-1FD22E9C325E}"/>
                  </a:ext>
                </a:extLst>
              </p:cNvPr>
              <p:cNvPicPr/>
              <p:nvPr/>
            </p:nvPicPr>
            <p:blipFill>
              <a:blip r:embed="rId8"/>
              <a:stretch>
                <a:fillRect/>
              </a:stretch>
            </p:blipFill>
            <p:spPr>
              <a:xfrm>
                <a:off x="2478493" y="1530613"/>
                <a:ext cx="3567600" cy="960120"/>
              </a:xfrm>
              <a:prstGeom prst="rect">
                <a:avLst/>
              </a:prstGeom>
            </p:spPr>
          </p:pic>
        </mc:Fallback>
      </mc:AlternateContent>
      <p:sp>
        <p:nvSpPr>
          <p:cNvPr id="14" name="TextBox 13">
            <a:extLst>
              <a:ext uri="{FF2B5EF4-FFF2-40B4-BE49-F238E27FC236}">
                <a16:creationId xmlns:a16="http://schemas.microsoft.com/office/drawing/2014/main" id="{7468F69E-74EF-48CE-D6CE-3C05C041EE1A}"/>
              </a:ext>
            </a:extLst>
          </p:cNvPr>
          <p:cNvSpPr txBox="1"/>
          <p:nvPr/>
        </p:nvSpPr>
        <p:spPr>
          <a:xfrm>
            <a:off x="994847" y="2861390"/>
            <a:ext cx="910166" cy="246221"/>
          </a:xfrm>
          <a:prstGeom prst="rect">
            <a:avLst/>
          </a:prstGeom>
          <a:noFill/>
        </p:spPr>
        <p:txBody>
          <a:bodyPr wrap="square">
            <a:spAutoFit/>
          </a:bodyPr>
          <a:lstStyle/>
          <a:p>
            <a:r>
              <a:rPr lang="en-US" sz="1000" dirty="0">
                <a:highlight>
                  <a:srgbClr val="00FF00"/>
                </a:highlight>
                <a:ea typeface="Open Sans" pitchFamily="34" charset="-122"/>
              </a:rPr>
              <a:t>Network 1</a:t>
            </a:r>
            <a:endParaRPr lang="en-PK" dirty="0">
              <a:highlight>
                <a:srgbClr val="00FF00"/>
              </a:highlight>
            </a:endParaRPr>
          </a:p>
        </p:txBody>
      </p:sp>
      <p:sp>
        <p:nvSpPr>
          <p:cNvPr id="16" name="TextBox 15">
            <a:extLst>
              <a:ext uri="{FF2B5EF4-FFF2-40B4-BE49-F238E27FC236}">
                <a16:creationId xmlns:a16="http://schemas.microsoft.com/office/drawing/2014/main" id="{1F43E450-D2A7-BBFD-BBF2-6388E6908D5C}"/>
              </a:ext>
            </a:extLst>
          </p:cNvPr>
          <p:cNvSpPr txBox="1"/>
          <p:nvPr/>
        </p:nvSpPr>
        <p:spPr>
          <a:xfrm>
            <a:off x="6955367" y="2728705"/>
            <a:ext cx="944033"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 2</a:t>
            </a:r>
            <a:endParaRPr kumimoji="0" lang="en-PK" sz="1400" b="0"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18" name="TextBox 17">
            <a:extLst>
              <a:ext uri="{FF2B5EF4-FFF2-40B4-BE49-F238E27FC236}">
                <a16:creationId xmlns:a16="http://schemas.microsoft.com/office/drawing/2014/main" id="{E7A9839A-E4D5-0889-3577-27899AFE93E4}"/>
              </a:ext>
            </a:extLst>
          </p:cNvPr>
          <p:cNvSpPr txBox="1"/>
          <p:nvPr/>
        </p:nvSpPr>
        <p:spPr>
          <a:xfrm>
            <a:off x="3616813" y="1684047"/>
            <a:ext cx="944033"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 3</a:t>
            </a:r>
            <a:endParaRPr kumimoji="0" lang="en-PK" sz="1400" b="0"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Tree>
    <p:extLst>
      <p:ext uri="{BB962C8B-B14F-4D97-AF65-F5344CB8AC3E}">
        <p14:creationId xmlns:p14="http://schemas.microsoft.com/office/powerpoint/2010/main" val="6818461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E95A3-4793-2C1B-D1FD-5A52CBED551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AB9ABCC-4007-649A-EAB6-27CCADED0F81}"/>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6" name="TextBox 5">
            <a:extLst>
              <a:ext uri="{FF2B5EF4-FFF2-40B4-BE49-F238E27FC236}">
                <a16:creationId xmlns:a16="http://schemas.microsoft.com/office/drawing/2014/main" id="{8AF28F3C-BDB7-4069-2BDE-7D2A86934E22}"/>
              </a:ext>
            </a:extLst>
          </p:cNvPr>
          <p:cNvSpPr txBox="1"/>
          <p:nvPr/>
        </p:nvSpPr>
        <p:spPr>
          <a:xfrm>
            <a:off x="249766" y="523193"/>
            <a:ext cx="8894233" cy="307777"/>
          </a:xfrm>
          <a:prstGeom prst="rect">
            <a:avLst/>
          </a:prstGeom>
          <a:noFill/>
        </p:spPr>
        <p:txBody>
          <a:bodyPr wrap="square">
            <a:spAutoFit/>
          </a:bodyPr>
          <a:lstStyle/>
          <a:p>
            <a:r>
              <a:rPr lang="en-US" dirty="0">
                <a:ea typeface="Open Sans" pitchFamily="34" charset="-122"/>
              </a:rPr>
              <a:t>			 IP:    210.200.100.100/24			 </a:t>
            </a:r>
          </a:p>
        </p:txBody>
      </p:sp>
      <p:sp>
        <p:nvSpPr>
          <p:cNvPr id="4" name="TextBox 3">
            <a:extLst>
              <a:ext uri="{FF2B5EF4-FFF2-40B4-BE49-F238E27FC236}">
                <a16:creationId xmlns:a16="http://schemas.microsoft.com/office/drawing/2014/main" id="{9A4D7156-D1F2-BA4F-E90D-6ACD5061BC50}"/>
              </a:ext>
            </a:extLst>
          </p:cNvPr>
          <p:cNvSpPr txBox="1"/>
          <p:nvPr/>
        </p:nvSpPr>
        <p:spPr>
          <a:xfrm>
            <a:off x="406400" y="1004242"/>
            <a:ext cx="3704166" cy="3847207"/>
          </a:xfrm>
          <a:prstGeom prst="rect">
            <a:avLst/>
          </a:prstGeom>
          <a:noFill/>
        </p:spPr>
        <p:txBody>
          <a:bodyPr wrap="square">
            <a:spAutoFit/>
          </a:bodyPr>
          <a:lstStyle/>
          <a:p>
            <a:r>
              <a:rPr lang="en-US" dirty="0">
                <a:highlight>
                  <a:srgbClr val="00FFFF"/>
                </a:highlight>
                <a:ea typeface="Open Sans" pitchFamily="34" charset="-122"/>
              </a:rPr>
              <a:t>Here we have 3 Network, so let's begin</a:t>
            </a:r>
          </a:p>
          <a:p>
            <a:endParaRPr lang="en-US" sz="1000" dirty="0">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Step 1: IP: 210.200.100.100/24</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Step 2:  210.200.100.0  NID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Step 3:  210.200.100.00000000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2³ − 2 = &gt;5</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8-2=&gt;5</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ea typeface="Open Sans" pitchFamily="34" charset="-122"/>
              </a:rPr>
              <a:t>6</a:t>
            </a: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=&gt;5  (Satisfied)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highlight>
                  <a:srgbClr val="00FF00"/>
                </a:highlight>
                <a:ea typeface="Open Sans" pitchFamily="34" charset="-122"/>
              </a:rPr>
              <a:t>n=3</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Step 3: 210.200.100.00000000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n=3 so , From right to left in first octet, count 3 zeros , And make remaining zeros 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210.200.100.11111000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It can be written as: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210.200.100.248</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Subnet mask = 255.255.255.248</a:t>
            </a:r>
            <a:endParaRPr lang="en-US" sz="1000" dirty="0">
              <a:ea typeface="Open Sans" pitchFamily="34" charset="-122"/>
            </a:endParaRPr>
          </a:p>
          <a:p>
            <a:endParaRPr lang="en-US" sz="1000" dirty="0">
              <a:ea typeface="Open Sans" pitchFamily="34" charset="-122"/>
            </a:endParaRPr>
          </a:p>
        </p:txBody>
      </p:sp>
      <p:sp>
        <p:nvSpPr>
          <p:cNvPr id="9" name="TextBox 8">
            <a:extLst>
              <a:ext uri="{FF2B5EF4-FFF2-40B4-BE49-F238E27FC236}">
                <a16:creationId xmlns:a16="http://schemas.microsoft.com/office/drawing/2014/main" id="{7AB1B540-A494-49B8-CAB4-0EC3871D75EB}"/>
              </a:ext>
            </a:extLst>
          </p:cNvPr>
          <p:cNvSpPr txBox="1"/>
          <p:nvPr/>
        </p:nvSpPr>
        <p:spPr>
          <a:xfrm>
            <a:off x="4906433" y="1004242"/>
            <a:ext cx="3704166" cy="38164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First Subnetwork:</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Network ID: 210.200.100.0/29</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Usable Range: 210.200.100.1 – 210.200.100.6</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Broadcast ID: 210.200.100.7</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Subnet Mask: </a:t>
            </a:r>
            <a:r>
              <a:rPr lang="en-US" sz="1000" dirty="0">
                <a:ea typeface="Open Sans" pitchFamily="34" charset="-122"/>
              </a:rPr>
              <a:t>255.255.255.248</a:t>
            </a:r>
          </a:p>
          <a:p>
            <a:endParaRPr lang="en-US" dirty="0"/>
          </a:p>
          <a:p>
            <a:endParaRPr lang="en-US" sz="1200" b="1" dirty="0">
              <a:ea typeface="Open Sans" pitchFamily="34" charset="-122"/>
            </a:endParaRPr>
          </a:p>
          <a:p>
            <a:r>
              <a:rPr lang="en-US" sz="1200" b="1" dirty="0">
                <a:ea typeface="Open Sans" pitchFamily="34" charset="-122"/>
              </a:rPr>
              <a:t>2</a:t>
            </a:r>
            <a:r>
              <a:rPr lang="en-US" sz="1200" b="1" baseline="30000" dirty="0">
                <a:ea typeface="Open Sans" pitchFamily="34" charset="-122"/>
              </a:rPr>
              <a:t>nd</a:t>
            </a:r>
            <a:r>
              <a:rPr lang="en-US" sz="1200" b="1" dirty="0">
                <a:ea typeface="Open Sans" pitchFamily="34" charset="-122"/>
              </a:rPr>
              <a:t>  Subnetwork:</a:t>
            </a:r>
          </a:p>
          <a:p>
            <a:r>
              <a:rPr lang="en-US" sz="1000" dirty="0">
                <a:ea typeface="Open Sans" pitchFamily="34" charset="-122"/>
              </a:rPr>
              <a:t>For 2nd network, always look for the first zero when turned to 1 , note that , and its decimal value will be the start of 2nd subnetwork.</a:t>
            </a:r>
          </a:p>
          <a:p>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Network ID: 210.200.100.8/29</a:t>
            </a:r>
          </a:p>
          <a:p>
            <a:pPr marL="171450" indent="-171450">
              <a:buFont typeface="Wingdings" panose="05000000000000000000" pitchFamily="2" charset="2"/>
              <a:buChar char="ü"/>
            </a:pPr>
            <a:r>
              <a:rPr lang="en-US" sz="1000" dirty="0">
                <a:ea typeface="Open Sans" pitchFamily="34" charset="-122"/>
              </a:rPr>
              <a:t>Usable Range: 210.200.100.9 – 210.200.100.14</a:t>
            </a:r>
          </a:p>
          <a:p>
            <a:pPr marL="171450" indent="-171450">
              <a:buFont typeface="Wingdings" panose="05000000000000000000" pitchFamily="2" charset="2"/>
              <a:buChar char="ü"/>
            </a:pPr>
            <a:r>
              <a:rPr lang="en-US" sz="1000" dirty="0">
                <a:ea typeface="Open Sans" pitchFamily="34" charset="-122"/>
              </a:rPr>
              <a:t>Broadcast ID: 210.200.100.15</a:t>
            </a:r>
          </a:p>
          <a:p>
            <a:pPr marL="171450" indent="-171450">
              <a:buFont typeface="Wingdings" panose="05000000000000000000" pitchFamily="2" charset="2"/>
              <a:buChar char="ü"/>
            </a:pPr>
            <a:r>
              <a:rPr lang="en-US" sz="1000" dirty="0">
                <a:ea typeface="Open Sans" pitchFamily="34" charset="-122"/>
              </a:rPr>
              <a:t>Subnet Mask: 255.255.255.248</a:t>
            </a:r>
          </a:p>
          <a:p>
            <a:endParaRPr lang="en-US" sz="1000" dirty="0">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ea typeface="Open Sans" pitchFamily="34" charset="-122"/>
              </a:rPr>
              <a:t>3</a:t>
            </a:r>
            <a:r>
              <a:rPr lang="en-US" sz="1200" b="1" baseline="30000" dirty="0">
                <a:ea typeface="Open Sans" pitchFamily="34" charset="-122"/>
              </a:rPr>
              <a:t>rd</a:t>
            </a:r>
            <a:r>
              <a:rPr lang="en-US" sz="1200" b="1" dirty="0">
                <a:ea typeface="Open Sans" pitchFamily="34" charset="-122"/>
              </a:rPr>
              <a:t> </a:t>
            </a:r>
            <a:r>
              <a:rPr kumimoji="0" lang="en-US" sz="12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 Subnetwork:</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Network ID: 210.200.100.16/29</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Usable Range: 210.200.100.17 – 210.200.100.22</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Broadcast ID: 210.200.100.23</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Subnet Mask: </a:t>
            </a:r>
            <a:r>
              <a:rPr lang="en-US" sz="1000" dirty="0">
                <a:ea typeface="Open Sans" pitchFamily="34" charset="-122"/>
              </a:rPr>
              <a:t>255.255.255.248</a:t>
            </a:r>
          </a:p>
          <a:p>
            <a:endParaRPr lang="en-US" sz="1000" dirty="0">
              <a:ea typeface="Open Sans" pitchFamily="34" charset="-122"/>
            </a:endParaRPr>
          </a:p>
        </p:txBody>
      </p:sp>
    </p:spTree>
    <p:extLst>
      <p:ext uri="{BB962C8B-B14F-4D97-AF65-F5344CB8AC3E}">
        <p14:creationId xmlns:p14="http://schemas.microsoft.com/office/powerpoint/2010/main" val="55073169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18E69-2AFB-E128-F6EE-217BEADFF6C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67EB306-FFB8-D1E5-C3CB-170F045C5D10}"/>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A0BF6B23-060E-25E7-AD08-ECF3C97028AC}"/>
              </a:ext>
            </a:extLst>
          </p:cNvPr>
          <p:cNvSpPr txBox="1"/>
          <p:nvPr/>
        </p:nvSpPr>
        <p:spPr>
          <a:xfrm>
            <a:off x="93133" y="351478"/>
            <a:ext cx="8559800" cy="523220"/>
          </a:xfrm>
          <a:prstGeom prst="rect">
            <a:avLst/>
          </a:prstGeom>
          <a:noFill/>
        </p:spPr>
        <p:txBody>
          <a:bodyPr wrap="square">
            <a:spAutoFit/>
          </a:bodyPr>
          <a:lstStyle/>
          <a:p>
            <a:pPr algn="just"/>
            <a:endParaRPr lang="en-US" dirty="0">
              <a:solidFill>
                <a:srgbClr val="403CCF"/>
              </a:solidFill>
              <a:latin typeface="Libre Baskerville" pitchFamily="34" charset="0"/>
            </a:endParaRPr>
          </a:p>
          <a:p>
            <a:pPr algn="just"/>
            <a:r>
              <a:rPr lang="en-US" b="1" dirty="0">
                <a:highlight>
                  <a:srgbClr val="00FFFF"/>
                </a:highlight>
              </a:rPr>
              <a:t>Practical 4 using OSPF:</a:t>
            </a:r>
          </a:p>
        </p:txBody>
      </p:sp>
      <p:pic>
        <p:nvPicPr>
          <p:cNvPr id="6" name="Picture 5">
            <a:extLst>
              <a:ext uri="{FF2B5EF4-FFF2-40B4-BE49-F238E27FC236}">
                <a16:creationId xmlns:a16="http://schemas.microsoft.com/office/drawing/2014/main" id="{3FF55FD9-A7A4-2CE8-0C26-F2D607DBCB0F}"/>
              </a:ext>
            </a:extLst>
          </p:cNvPr>
          <p:cNvPicPr>
            <a:picLocks noChangeAspect="1"/>
          </p:cNvPicPr>
          <p:nvPr/>
        </p:nvPicPr>
        <p:blipFill>
          <a:blip r:embed="rId2"/>
          <a:stretch>
            <a:fillRect/>
          </a:stretch>
        </p:blipFill>
        <p:spPr>
          <a:xfrm>
            <a:off x="0" y="1356324"/>
            <a:ext cx="9144000" cy="3732852"/>
          </a:xfrm>
          <a:prstGeom prst="rect">
            <a:avLst/>
          </a:prstGeom>
        </p:spPr>
      </p:pic>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EBD370E2-9908-B79E-742E-C677820FA95D}"/>
                  </a:ext>
                </a:extLst>
              </p14:cNvPr>
              <p14:cNvContentPartPr/>
              <p14:nvPr/>
            </p14:nvContentPartPr>
            <p14:xfrm>
              <a:off x="193213" y="2411893"/>
              <a:ext cx="3423600" cy="2703240"/>
            </p14:xfrm>
          </p:contentPart>
        </mc:Choice>
        <mc:Fallback xmlns="">
          <p:pic>
            <p:nvPicPr>
              <p:cNvPr id="9" name="Ink 8">
                <a:extLst>
                  <a:ext uri="{FF2B5EF4-FFF2-40B4-BE49-F238E27FC236}">
                    <a16:creationId xmlns:a16="http://schemas.microsoft.com/office/drawing/2014/main" id="{EBD370E2-9908-B79E-742E-C677820FA95D}"/>
                  </a:ext>
                </a:extLst>
              </p:cNvPr>
              <p:cNvPicPr/>
              <p:nvPr/>
            </p:nvPicPr>
            <p:blipFill>
              <a:blip r:embed="rId4"/>
              <a:stretch>
                <a:fillRect/>
              </a:stretch>
            </p:blipFill>
            <p:spPr>
              <a:xfrm>
                <a:off x="184214" y="2402893"/>
                <a:ext cx="3441238" cy="2720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B6AD1FA7-2D38-50F6-1F04-16554F572B77}"/>
                  </a:ext>
                </a:extLst>
              </p14:cNvPr>
              <p14:cNvContentPartPr/>
              <p14:nvPr/>
            </p14:nvContentPartPr>
            <p14:xfrm>
              <a:off x="4656133" y="2268613"/>
              <a:ext cx="4217760" cy="2728080"/>
            </p14:xfrm>
          </p:contentPart>
        </mc:Choice>
        <mc:Fallback xmlns="">
          <p:pic>
            <p:nvPicPr>
              <p:cNvPr id="11" name="Ink 10">
                <a:extLst>
                  <a:ext uri="{FF2B5EF4-FFF2-40B4-BE49-F238E27FC236}">
                    <a16:creationId xmlns:a16="http://schemas.microsoft.com/office/drawing/2014/main" id="{B6AD1FA7-2D38-50F6-1F04-16554F572B77}"/>
                  </a:ext>
                </a:extLst>
              </p:cNvPr>
              <p:cNvPicPr/>
              <p:nvPr/>
            </p:nvPicPr>
            <p:blipFill>
              <a:blip r:embed="rId6"/>
              <a:stretch>
                <a:fillRect/>
              </a:stretch>
            </p:blipFill>
            <p:spPr>
              <a:xfrm>
                <a:off x="4647133" y="2259612"/>
                <a:ext cx="4235400" cy="2745722"/>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A5BC298E-6F1C-ABFE-B13C-9E618479566A}"/>
                  </a:ext>
                </a:extLst>
              </p14:cNvPr>
              <p14:cNvContentPartPr/>
              <p14:nvPr/>
            </p14:nvContentPartPr>
            <p14:xfrm>
              <a:off x="2487133" y="1539253"/>
              <a:ext cx="3549960" cy="942480"/>
            </p14:xfrm>
          </p:contentPart>
        </mc:Choice>
        <mc:Fallback xmlns="">
          <p:pic>
            <p:nvPicPr>
              <p:cNvPr id="12" name="Ink 11">
                <a:extLst>
                  <a:ext uri="{FF2B5EF4-FFF2-40B4-BE49-F238E27FC236}">
                    <a16:creationId xmlns:a16="http://schemas.microsoft.com/office/drawing/2014/main" id="{A5BC298E-6F1C-ABFE-B13C-9E618479566A}"/>
                  </a:ext>
                </a:extLst>
              </p:cNvPr>
              <p:cNvPicPr/>
              <p:nvPr/>
            </p:nvPicPr>
            <p:blipFill>
              <a:blip r:embed="rId8"/>
              <a:stretch>
                <a:fillRect/>
              </a:stretch>
            </p:blipFill>
            <p:spPr>
              <a:xfrm>
                <a:off x="2478133" y="1530253"/>
                <a:ext cx="3567600" cy="960120"/>
              </a:xfrm>
              <a:prstGeom prst="rect">
                <a:avLst/>
              </a:prstGeom>
            </p:spPr>
          </p:pic>
        </mc:Fallback>
      </mc:AlternateContent>
      <p:sp>
        <p:nvSpPr>
          <p:cNvPr id="14" name="TextBox 13">
            <a:extLst>
              <a:ext uri="{FF2B5EF4-FFF2-40B4-BE49-F238E27FC236}">
                <a16:creationId xmlns:a16="http://schemas.microsoft.com/office/drawing/2014/main" id="{B360D85B-D33D-9AA0-703C-F8B9E40A7897}"/>
              </a:ext>
            </a:extLst>
          </p:cNvPr>
          <p:cNvSpPr txBox="1"/>
          <p:nvPr/>
        </p:nvSpPr>
        <p:spPr>
          <a:xfrm>
            <a:off x="994847" y="2861390"/>
            <a:ext cx="910166" cy="246221"/>
          </a:xfrm>
          <a:prstGeom prst="rect">
            <a:avLst/>
          </a:prstGeom>
          <a:noFill/>
        </p:spPr>
        <p:txBody>
          <a:bodyPr wrap="square">
            <a:spAutoFit/>
          </a:bodyPr>
          <a:lstStyle/>
          <a:p>
            <a:r>
              <a:rPr lang="en-US" sz="1000" dirty="0">
                <a:highlight>
                  <a:srgbClr val="00FF00"/>
                </a:highlight>
                <a:ea typeface="Open Sans" pitchFamily="34" charset="-122"/>
              </a:rPr>
              <a:t>Network 1</a:t>
            </a:r>
            <a:endParaRPr lang="en-PK" dirty="0">
              <a:highlight>
                <a:srgbClr val="00FF00"/>
              </a:highlight>
            </a:endParaRPr>
          </a:p>
        </p:txBody>
      </p:sp>
      <p:sp>
        <p:nvSpPr>
          <p:cNvPr id="16" name="TextBox 15">
            <a:extLst>
              <a:ext uri="{FF2B5EF4-FFF2-40B4-BE49-F238E27FC236}">
                <a16:creationId xmlns:a16="http://schemas.microsoft.com/office/drawing/2014/main" id="{F427016D-5219-681D-9FF0-7208776196E4}"/>
              </a:ext>
            </a:extLst>
          </p:cNvPr>
          <p:cNvSpPr txBox="1"/>
          <p:nvPr/>
        </p:nvSpPr>
        <p:spPr>
          <a:xfrm>
            <a:off x="6955367" y="2728705"/>
            <a:ext cx="944033"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 2</a:t>
            </a:r>
            <a:endParaRPr kumimoji="0" lang="en-PK" sz="1400" b="0"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18" name="TextBox 17">
            <a:extLst>
              <a:ext uri="{FF2B5EF4-FFF2-40B4-BE49-F238E27FC236}">
                <a16:creationId xmlns:a16="http://schemas.microsoft.com/office/drawing/2014/main" id="{C0818FA0-0FDA-33D5-4869-E7D6D012B6E7}"/>
              </a:ext>
            </a:extLst>
          </p:cNvPr>
          <p:cNvSpPr txBox="1"/>
          <p:nvPr/>
        </p:nvSpPr>
        <p:spPr>
          <a:xfrm>
            <a:off x="3616813" y="1684047"/>
            <a:ext cx="944033"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 3</a:t>
            </a:r>
            <a:endParaRPr kumimoji="0" lang="en-PK" sz="1400" b="0"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3" name="TextBox 2">
            <a:extLst>
              <a:ext uri="{FF2B5EF4-FFF2-40B4-BE49-F238E27FC236}">
                <a16:creationId xmlns:a16="http://schemas.microsoft.com/office/drawing/2014/main" id="{B94EA5E6-0E04-6A6C-F26F-77E0E48F3F71}"/>
              </a:ext>
            </a:extLst>
          </p:cNvPr>
          <p:cNvSpPr txBox="1"/>
          <p:nvPr/>
        </p:nvSpPr>
        <p:spPr>
          <a:xfrm>
            <a:off x="1308743" y="2181061"/>
            <a:ext cx="994833" cy="230832"/>
          </a:xfrm>
          <a:prstGeom prst="rect">
            <a:avLst/>
          </a:prstGeom>
          <a:noFill/>
        </p:spPr>
        <p:txBody>
          <a:bodyPr wrap="square">
            <a:spAutoFit/>
          </a:bodyPr>
          <a:lstStyle/>
          <a:p>
            <a:r>
              <a:rPr kumimoji="0" lang="en-US" sz="900" b="0" i="0" u="none" strike="noStrike" kern="0" cap="none" spc="0" normalizeH="0" baseline="0" noProof="0" dirty="0">
                <a:ln>
                  <a:noFill/>
                </a:ln>
                <a:solidFill>
                  <a:srgbClr val="000000"/>
                </a:solidFill>
                <a:effectLst/>
                <a:uLnTx/>
                <a:uFillTx/>
                <a:latin typeface="Arial"/>
                <a:cs typeface="Arial"/>
                <a:sym typeface="Arial"/>
              </a:rPr>
              <a:t>210.200.100.1</a:t>
            </a:r>
            <a:endParaRPr lang="en-PK" dirty="0"/>
          </a:p>
        </p:txBody>
      </p:sp>
      <p:sp>
        <p:nvSpPr>
          <p:cNvPr id="8" name="TextBox 7">
            <a:extLst>
              <a:ext uri="{FF2B5EF4-FFF2-40B4-BE49-F238E27FC236}">
                <a16:creationId xmlns:a16="http://schemas.microsoft.com/office/drawing/2014/main" id="{3DBCA01B-7F55-697B-A1FF-24BFF2BFA091}"/>
              </a:ext>
            </a:extLst>
          </p:cNvPr>
          <p:cNvSpPr txBox="1"/>
          <p:nvPr/>
        </p:nvSpPr>
        <p:spPr>
          <a:xfrm>
            <a:off x="6274393" y="2366317"/>
            <a:ext cx="1181100" cy="230832"/>
          </a:xfrm>
          <a:prstGeom prst="rect">
            <a:avLst/>
          </a:prstGeom>
          <a:noFill/>
        </p:spPr>
        <p:txBody>
          <a:bodyPr wrap="square">
            <a:spAutoFit/>
          </a:bodyPr>
          <a:lstStyle/>
          <a:p>
            <a:r>
              <a:rPr kumimoji="0" lang="en-US" sz="900" b="0" i="0" u="none" strike="noStrike" kern="0" cap="none" spc="0" normalizeH="0" baseline="0" noProof="0" dirty="0">
                <a:ln>
                  <a:noFill/>
                </a:ln>
                <a:solidFill>
                  <a:srgbClr val="000000"/>
                </a:solidFill>
                <a:effectLst/>
                <a:uLnTx/>
                <a:uFillTx/>
                <a:latin typeface="Arial"/>
                <a:cs typeface="Arial"/>
                <a:sym typeface="Arial"/>
              </a:rPr>
              <a:t>210.200.100.9</a:t>
            </a:r>
            <a:endParaRPr lang="en-PK" dirty="0"/>
          </a:p>
        </p:txBody>
      </p:sp>
      <p:sp>
        <p:nvSpPr>
          <p:cNvPr id="13" name="TextBox 12">
            <a:extLst>
              <a:ext uri="{FF2B5EF4-FFF2-40B4-BE49-F238E27FC236}">
                <a16:creationId xmlns:a16="http://schemas.microsoft.com/office/drawing/2014/main" id="{ACCCC447-FB34-59EB-A959-7B3F7ACA371D}"/>
              </a:ext>
            </a:extLst>
          </p:cNvPr>
          <p:cNvSpPr txBox="1"/>
          <p:nvPr/>
        </p:nvSpPr>
        <p:spPr>
          <a:xfrm>
            <a:off x="2694425" y="1708298"/>
            <a:ext cx="1104900" cy="230832"/>
          </a:xfrm>
          <a:prstGeom prst="rect">
            <a:avLst/>
          </a:prstGeom>
          <a:noFill/>
        </p:spPr>
        <p:txBody>
          <a:bodyPr wrap="square">
            <a:spAutoFit/>
          </a:bodyPr>
          <a:lstStyle/>
          <a:p>
            <a:r>
              <a:rPr kumimoji="0" lang="en-US" sz="900" b="0" i="0" u="none" strike="noStrike" kern="0" cap="none" spc="0" normalizeH="0" baseline="0" noProof="0" dirty="0">
                <a:ln>
                  <a:noFill/>
                </a:ln>
                <a:solidFill>
                  <a:srgbClr val="000000"/>
                </a:solidFill>
                <a:effectLst/>
                <a:uLnTx/>
                <a:uFillTx/>
                <a:latin typeface="Arial"/>
                <a:cs typeface="Arial"/>
                <a:sym typeface="Arial"/>
              </a:rPr>
              <a:t>210.200.100.17</a:t>
            </a:r>
            <a:endParaRPr lang="en-PK" dirty="0"/>
          </a:p>
        </p:txBody>
      </p:sp>
      <p:sp>
        <p:nvSpPr>
          <p:cNvPr id="17" name="TextBox 16">
            <a:extLst>
              <a:ext uri="{FF2B5EF4-FFF2-40B4-BE49-F238E27FC236}">
                <a16:creationId xmlns:a16="http://schemas.microsoft.com/office/drawing/2014/main" id="{43F01ED3-68A6-D6DA-263E-3A3F992B066B}"/>
              </a:ext>
            </a:extLst>
          </p:cNvPr>
          <p:cNvSpPr txBox="1"/>
          <p:nvPr/>
        </p:nvSpPr>
        <p:spPr>
          <a:xfrm>
            <a:off x="4927960" y="1704838"/>
            <a:ext cx="1109133" cy="230832"/>
          </a:xfrm>
          <a:prstGeom prst="rect">
            <a:avLst/>
          </a:prstGeom>
          <a:noFill/>
        </p:spPr>
        <p:txBody>
          <a:bodyPr wrap="square">
            <a:spAutoFit/>
          </a:bodyPr>
          <a:lstStyle/>
          <a:p>
            <a:r>
              <a:rPr kumimoji="0" lang="en-US" sz="900" b="0" i="0" u="none" strike="noStrike" kern="0" cap="none" spc="0" normalizeH="0" baseline="0" noProof="0" dirty="0">
                <a:ln>
                  <a:noFill/>
                </a:ln>
                <a:solidFill>
                  <a:srgbClr val="000000"/>
                </a:solidFill>
                <a:effectLst/>
                <a:uLnTx/>
                <a:uFillTx/>
                <a:latin typeface="Arial"/>
                <a:cs typeface="Arial"/>
                <a:sym typeface="Arial"/>
              </a:rPr>
              <a:t>210.200.100.18</a:t>
            </a:r>
            <a:endParaRPr lang="en-PK" dirty="0"/>
          </a:p>
        </p:txBody>
      </p:sp>
    </p:spTree>
    <p:extLst>
      <p:ext uri="{BB962C8B-B14F-4D97-AF65-F5344CB8AC3E}">
        <p14:creationId xmlns:p14="http://schemas.microsoft.com/office/powerpoint/2010/main" val="410591839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1FC1-F2A7-75A8-47C9-25AB39C370E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8C1DC62-28A3-9FBF-C4E4-C6FAB6CF862D}"/>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8D0DBDF3-BCCF-7D5A-2E47-3873343398ED}"/>
              </a:ext>
            </a:extLst>
          </p:cNvPr>
          <p:cNvSpPr txBox="1"/>
          <p:nvPr/>
        </p:nvSpPr>
        <p:spPr>
          <a:xfrm>
            <a:off x="101600" y="306259"/>
            <a:ext cx="8559800" cy="523220"/>
          </a:xfrm>
          <a:prstGeom prst="rect">
            <a:avLst/>
          </a:prstGeom>
          <a:noFill/>
        </p:spPr>
        <p:txBody>
          <a:bodyPr wrap="square">
            <a:spAutoFit/>
          </a:bodyPr>
          <a:lstStyle/>
          <a:p>
            <a:pPr algn="just"/>
            <a:endParaRPr lang="en-US" dirty="0">
              <a:solidFill>
                <a:srgbClr val="403CCF"/>
              </a:solidFill>
              <a:latin typeface="Libre Baskerville" pitchFamily="34" charset="0"/>
            </a:endParaRPr>
          </a:p>
          <a:p>
            <a:pPr algn="just"/>
            <a:r>
              <a:rPr lang="en-US" b="1" dirty="0">
                <a:highlight>
                  <a:srgbClr val="00FFFF"/>
                </a:highlight>
              </a:rPr>
              <a:t>Practical 4 using OSPF: </a:t>
            </a:r>
          </a:p>
        </p:txBody>
      </p:sp>
      <p:sp>
        <p:nvSpPr>
          <p:cNvPr id="6" name="TextBox 5">
            <a:extLst>
              <a:ext uri="{FF2B5EF4-FFF2-40B4-BE49-F238E27FC236}">
                <a16:creationId xmlns:a16="http://schemas.microsoft.com/office/drawing/2014/main" id="{B5A46BB2-4A8C-AFB5-8E7C-50321AD9C525}"/>
              </a:ext>
            </a:extLst>
          </p:cNvPr>
          <p:cNvSpPr txBox="1"/>
          <p:nvPr/>
        </p:nvSpPr>
        <p:spPr>
          <a:xfrm>
            <a:off x="160866" y="976783"/>
            <a:ext cx="4030134" cy="2800767"/>
          </a:xfrm>
          <a:prstGeom prst="rect">
            <a:avLst/>
          </a:prstGeom>
          <a:noFill/>
        </p:spPr>
        <p:txBody>
          <a:bodyPr wrap="square">
            <a:spAutoFit/>
          </a:bodyPr>
          <a:lstStyle/>
          <a:p>
            <a:r>
              <a:rPr lang="en-US" b="1" dirty="0">
                <a:solidFill>
                  <a:srgbClr val="403CCF"/>
                </a:solidFill>
                <a:latin typeface="Libre Baskerville" pitchFamily="34" charset="0"/>
              </a:rPr>
              <a:t>Router A</a:t>
            </a:r>
          </a:p>
          <a:p>
            <a:pPr marL="171450" indent="-171450">
              <a:buFont typeface="Wingdings" panose="05000000000000000000" pitchFamily="2" charset="2"/>
              <a:buChar char="q"/>
            </a:pPr>
            <a:r>
              <a:rPr lang="en-US" sz="900" dirty="0"/>
              <a:t>Router&gt; enable</a:t>
            </a:r>
          </a:p>
          <a:p>
            <a:pPr marL="171450" indent="-171450">
              <a:buFont typeface="Wingdings" panose="05000000000000000000" pitchFamily="2" charset="2"/>
              <a:buChar char="q"/>
            </a:pPr>
            <a:r>
              <a:rPr lang="en-US" sz="900" dirty="0"/>
              <a:t>Router# configure  terminal</a:t>
            </a:r>
          </a:p>
          <a:p>
            <a:pPr marL="171450" indent="-171450">
              <a:buFont typeface="Wingdings" panose="05000000000000000000" pitchFamily="2" charset="2"/>
              <a:buChar char="q"/>
            </a:pPr>
            <a:r>
              <a:rPr lang="en-US" sz="900" dirty="0"/>
              <a:t>Router(config)# interface  FastEthernet0/0</a:t>
            </a:r>
          </a:p>
          <a:p>
            <a:pPr marL="171450" indent="-171450">
              <a:buFont typeface="Wingdings" panose="05000000000000000000" pitchFamily="2" charset="2"/>
              <a:buChar char="q"/>
            </a:pPr>
            <a:r>
              <a:rPr lang="en-US" sz="900" dirty="0"/>
              <a:t>Router(config-if)# </a:t>
            </a:r>
            <a:r>
              <a:rPr lang="en-US" sz="900" dirty="0" err="1"/>
              <a:t>ip</a:t>
            </a:r>
            <a:r>
              <a:rPr lang="en-US" sz="900" dirty="0"/>
              <a:t>  address 210.200.100.1 255.255.255.248</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Serial0/0</a:t>
            </a:r>
          </a:p>
          <a:p>
            <a:pPr marL="171450" indent="-171450">
              <a:buFont typeface="Wingdings" panose="05000000000000000000" pitchFamily="2" charset="2"/>
              <a:buChar char="q"/>
            </a:pPr>
            <a:r>
              <a:rPr lang="en-US" sz="900" dirty="0"/>
              <a:t>Router(config-if)# </a:t>
            </a:r>
            <a:r>
              <a:rPr lang="en-US" sz="900" dirty="0" err="1"/>
              <a:t>ip</a:t>
            </a:r>
            <a:r>
              <a:rPr lang="en-US" sz="900" dirty="0"/>
              <a:t>  address 210.200.100.17 255.255.255.248</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router  ospf  1</a:t>
            </a:r>
          </a:p>
          <a:p>
            <a:pPr marL="171450" indent="-171450">
              <a:buFont typeface="Wingdings" panose="05000000000000000000" pitchFamily="2" charset="2"/>
              <a:buChar char="q"/>
            </a:pPr>
            <a:r>
              <a:rPr lang="en-US" sz="900" dirty="0"/>
              <a:t>Router(config-router)# network  210.200.100.0   0.0.0.7   area   0</a:t>
            </a:r>
          </a:p>
          <a:p>
            <a:pPr marL="171450" indent="-171450">
              <a:buFont typeface="Wingdings" panose="05000000000000000000" pitchFamily="2" charset="2"/>
              <a:buChar char="q"/>
            </a:pPr>
            <a:r>
              <a:rPr lang="en-US" sz="900" dirty="0"/>
              <a:t>Router(config-router)# exit</a:t>
            </a:r>
          </a:p>
          <a:p>
            <a:pPr marL="171450" indent="-171450">
              <a:buFont typeface="Wingdings" panose="05000000000000000000" pitchFamily="2" charset="2"/>
              <a:buChar char="q"/>
            </a:pPr>
            <a:r>
              <a:rPr lang="en-US" sz="900" dirty="0"/>
              <a:t>Router#</a:t>
            </a:r>
          </a:p>
        </p:txBody>
      </p:sp>
      <p:sp>
        <p:nvSpPr>
          <p:cNvPr id="8" name="TextBox 7">
            <a:extLst>
              <a:ext uri="{FF2B5EF4-FFF2-40B4-BE49-F238E27FC236}">
                <a16:creationId xmlns:a16="http://schemas.microsoft.com/office/drawing/2014/main" id="{4E31EF1A-0B57-E2B1-3AFD-8DB79429ADFF}"/>
              </a:ext>
            </a:extLst>
          </p:cNvPr>
          <p:cNvSpPr txBox="1"/>
          <p:nvPr/>
        </p:nvSpPr>
        <p:spPr>
          <a:xfrm>
            <a:off x="4461933" y="883582"/>
            <a:ext cx="4572000" cy="2800767"/>
          </a:xfrm>
          <a:prstGeom prst="rect">
            <a:avLst/>
          </a:prstGeom>
          <a:noFill/>
        </p:spPr>
        <p:txBody>
          <a:bodyPr wrap="square">
            <a:spAutoFit/>
          </a:bodyPr>
          <a:lstStyle/>
          <a:p>
            <a:r>
              <a:rPr lang="en-US" b="1" dirty="0">
                <a:solidFill>
                  <a:srgbClr val="403CCF"/>
                </a:solidFill>
                <a:latin typeface="Libre Baskerville" pitchFamily="34" charset="0"/>
              </a:rPr>
              <a:t>Router B</a:t>
            </a:r>
          </a:p>
          <a:p>
            <a:pPr marL="171450" indent="-171450">
              <a:buFont typeface="Wingdings" panose="05000000000000000000" pitchFamily="2" charset="2"/>
              <a:buChar char="q"/>
            </a:pPr>
            <a:r>
              <a:rPr lang="en-US" sz="900" dirty="0"/>
              <a:t>Router&gt; enable</a:t>
            </a:r>
          </a:p>
          <a:p>
            <a:pPr marL="171450" indent="-171450">
              <a:buFont typeface="Wingdings" panose="05000000000000000000" pitchFamily="2" charset="2"/>
              <a:buChar char="q"/>
            </a:pPr>
            <a:r>
              <a:rPr lang="en-US" sz="900" dirty="0"/>
              <a:t>Router# configure  terminal</a:t>
            </a:r>
          </a:p>
          <a:p>
            <a:pPr marL="171450" indent="-171450">
              <a:buFont typeface="Wingdings" panose="05000000000000000000" pitchFamily="2" charset="2"/>
              <a:buChar char="q"/>
            </a:pPr>
            <a:r>
              <a:rPr lang="en-US" sz="900" dirty="0"/>
              <a:t>Router(config)# interface   FastEthernet0/0</a:t>
            </a:r>
          </a:p>
          <a:p>
            <a:pPr marL="171450" indent="-171450">
              <a:buFont typeface="Wingdings" panose="05000000000000000000" pitchFamily="2" charset="2"/>
              <a:buChar char="q"/>
            </a:pPr>
            <a:r>
              <a:rPr lang="en-US" sz="900" dirty="0"/>
              <a:t>Router(config-if)# </a:t>
            </a:r>
            <a:r>
              <a:rPr lang="en-US" sz="900" dirty="0" err="1"/>
              <a:t>ip</a:t>
            </a:r>
            <a:r>
              <a:rPr lang="en-US" sz="900" dirty="0"/>
              <a:t>  address 210.200.100.9 255.255.255.248</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Serial0/0</a:t>
            </a:r>
          </a:p>
          <a:p>
            <a:pPr marL="171450" indent="-171450">
              <a:buFont typeface="Wingdings" panose="05000000000000000000" pitchFamily="2" charset="2"/>
              <a:buChar char="q"/>
            </a:pPr>
            <a:r>
              <a:rPr lang="en-US" sz="900" dirty="0"/>
              <a:t>Router(config-if)# ip address </a:t>
            </a:r>
            <a:r>
              <a:rPr kumimoji="0" lang="en-US" sz="900" b="0" i="0" u="none" strike="noStrike" kern="0" cap="none" spc="0" normalizeH="0" baseline="0" noProof="0" dirty="0">
                <a:ln>
                  <a:noFill/>
                </a:ln>
                <a:solidFill>
                  <a:srgbClr val="000000"/>
                </a:solidFill>
                <a:effectLst/>
                <a:uLnTx/>
                <a:uFillTx/>
                <a:latin typeface="Arial"/>
                <a:cs typeface="Arial"/>
                <a:sym typeface="Arial"/>
              </a:rPr>
              <a:t>210.200.100.18</a:t>
            </a:r>
            <a:r>
              <a:rPr lang="en-US" sz="900" dirty="0"/>
              <a:t> 255.255.255.248</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router  ospf  1</a:t>
            </a:r>
          </a:p>
          <a:p>
            <a:pPr marL="171450" indent="-171450">
              <a:buFont typeface="Wingdings" panose="05000000000000000000" pitchFamily="2" charset="2"/>
              <a:buChar char="q"/>
            </a:pPr>
            <a:r>
              <a:rPr lang="en-US" sz="900" dirty="0"/>
              <a:t>Router(config-router)# network   210.200.100.0   0.0.0.7   area   0</a:t>
            </a:r>
          </a:p>
          <a:p>
            <a:pPr marL="171450" indent="-171450">
              <a:buFont typeface="Wingdings" panose="05000000000000000000" pitchFamily="2" charset="2"/>
              <a:buChar char="q"/>
            </a:pPr>
            <a:r>
              <a:rPr lang="en-US" sz="900" dirty="0"/>
              <a:t>Router(config-router)# exit</a:t>
            </a:r>
          </a:p>
          <a:p>
            <a:pPr marL="171450" indent="-171450">
              <a:buFont typeface="Wingdings" panose="05000000000000000000" pitchFamily="2" charset="2"/>
              <a:buChar char="q"/>
            </a:pPr>
            <a:r>
              <a:rPr lang="en-US" sz="900" dirty="0"/>
              <a:t>Router#</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endParaRPr lang="en-US" sz="900" dirty="0"/>
          </a:p>
        </p:txBody>
      </p:sp>
      <p:sp>
        <p:nvSpPr>
          <p:cNvPr id="3" name="TextBox 2">
            <a:extLst>
              <a:ext uri="{FF2B5EF4-FFF2-40B4-BE49-F238E27FC236}">
                <a16:creationId xmlns:a16="http://schemas.microsoft.com/office/drawing/2014/main" id="{5E829359-1558-A08E-A15D-1906707F501A}"/>
              </a:ext>
            </a:extLst>
          </p:cNvPr>
          <p:cNvSpPr txBox="1"/>
          <p:nvPr/>
        </p:nvSpPr>
        <p:spPr>
          <a:xfrm>
            <a:off x="2175933" y="4307130"/>
            <a:ext cx="4572000" cy="600164"/>
          </a:xfrm>
          <a:prstGeom prst="rect">
            <a:avLst/>
          </a:prstGeom>
          <a:noFill/>
        </p:spPr>
        <p:txBody>
          <a:bodyPr wrap="square">
            <a:spAutoFit/>
          </a:bodyPr>
          <a:lstStyle/>
          <a:p>
            <a:r>
              <a:rPr lang="en-US" sz="1100" dirty="0">
                <a:highlight>
                  <a:srgbClr val="00FF00"/>
                </a:highlight>
              </a:rPr>
              <a:t>Wildcard Mask calculation: </a:t>
            </a:r>
          </a:p>
          <a:p>
            <a:r>
              <a:rPr lang="en-US" sz="1100" dirty="0"/>
              <a:t>Global Subnet Mask - Sub netmask</a:t>
            </a:r>
          </a:p>
          <a:p>
            <a:r>
              <a:rPr lang="en-US" sz="1100" dirty="0"/>
              <a:t>255.255.255.255   - 255.255.255.248  = 0.0.0.7</a:t>
            </a:r>
          </a:p>
        </p:txBody>
      </p:sp>
    </p:spTree>
    <p:extLst>
      <p:ext uri="{BB962C8B-B14F-4D97-AF65-F5344CB8AC3E}">
        <p14:creationId xmlns:p14="http://schemas.microsoft.com/office/powerpoint/2010/main" val="367019658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BCD52-65A5-51A5-EA71-41D609638F8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8EE8A0A-ADCA-8F7E-96BE-45D8D656D642}"/>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A35CE217-7814-C753-4CA3-E9956B2D6D6D}"/>
              </a:ext>
            </a:extLst>
          </p:cNvPr>
          <p:cNvSpPr txBox="1"/>
          <p:nvPr/>
        </p:nvSpPr>
        <p:spPr>
          <a:xfrm>
            <a:off x="101600" y="626548"/>
            <a:ext cx="8559800" cy="3139321"/>
          </a:xfrm>
          <a:prstGeom prst="rect">
            <a:avLst/>
          </a:prstGeom>
          <a:noFill/>
        </p:spPr>
        <p:txBody>
          <a:bodyPr wrap="square">
            <a:spAutoFit/>
          </a:bodyPr>
          <a:lstStyle/>
          <a:p>
            <a:pPr algn="just"/>
            <a:r>
              <a:rPr lang="en-US" b="1" dirty="0">
                <a:highlight>
                  <a:srgbClr val="00FFFF"/>
                </a:highlight>
              </a:rPr>
              <a:t>Other Practical:</a:t>
            </a:r>
          </a:p>
          <a:p>
            <a:pPr algn="just"/>
            <a:endParaRPr lang="en-US" b="1" dirty="0">
              <a:highlight>
                <a:srgbClr val="00FFFF"/>
              </a:highlight>
            </a:endParaRPr>
          </a:p>
          <a:p>
            <a:pPr algn="just"/>
            <a:r>
              <a:rPr lang="en-US" dirty="0">
                <a:solidFill>
                  <a:schemeClr val="bg1"/>
                </a:solidFill>
              </a:rPr>
              <a:t>Assignment:</a:t>
            </a:r>
          </a:p>
          <a:p>
            <a:pPr algn="just"/>
            <a:endParaRPr lang="en-US" dirty="0">
              <a:solidFill>
                <a:schemeClr val="bg1"/>
              </a:solidFill>
            </a:endParaRPr>
          </a:p>
          <a:p>
            <a:pPr algn="just"/>
            <a:r>
              <a:rPr lang="en-US" sz="1600" b="1" dirty="0">
                <a:solidFill>
                  <a:schemeClr val="bg1"/>
                </a:solidFill>
              </a:rPr>
              <a:t>Class C: </a:t>
            </a:r>
          </a:p>
          <a:p>
            <a:pPr marL="342900" indent="-342900" algn="just">
              <a:buFont typeface="+mj-lt"/>
              <a:buAutoNum type="arabicPeriod"/>
            </a:pPr>
            <a:r>
              <a:rPr lang="en-US" dirty="0">
                <a:solidFill>
                  <a:schemeClr val="bg1"/>
                </a:solidFill>
              </a:rPr>
              <a:t>193.193.100.100/24,   Connect 3 branches , 60 users each </a:t>
            </a:r>
          </a:p>
          <a:p>
            <a:pPr marL="342900" indent="-342900" algn="just">
              <a:buFont typeface="+mj-lt"/>
              <a:buAutoNum type="arabicPeriod"/>
            </a:pPr>
            <a:endParaRPr lang="en-US" dirty="0">
              <a:solidFill>
                <a:schemeClr val="bg1"/>
              </a:solidFill>
            </a:endParaRPr>
          </a:p>
          <a:p>
            <a:pPr marL="342900" indent="-342900" algn="just">
              <a:buFont typeface="+mj-lt"/>
              <a:buAutoNum type="arabicPeriod"/>
            </a:pPr>
            <a:r>
              <a:rPr lang="en-US" dirty="0">
                <a:solidFill>
                  <a:schemeClr val="bg1"/>
                </a:solidFill>
              </a:rPr>
              <a:t>200.100.100.100/24,   Connect 4 branches, 50 users each</a:t>
            </a:r>
          </a:p>
          <a:p>
            <a:pPr marL="342900" indent="-342900" algn="just">
              <a:buFont typeface="+mj-lt"/>
              <a:buAutoNum type="arabicPeriod"/>
            </a:pPr>
            <a:endParaRPr lang="en-US" dirty="0">
              <a:solidFill>
                <a:schemeClr val="bg1"/>
              </a:solidFill>
            </a:endParaRPr>
          </a:p>
          <a:p>
            <a:pPr marL="342900" indent="-342900" algn="just">
              <a:buFont typeface="+mj-lt"/>
              <a:buAutoNum type="arabicPeriod"/>
            </a:pPr>
            <a:r>
              <a:rPr lang="en-US" dirty="0">
                <a:solidFill>
                  <a:schemeClr val="bg1"/>
                </a:solidFill>
              </a:rPr>
              <a:t>210.100.50.60/24,       Connect 7 branches , 20 users each </a:t>
            </a:r>
          </a:p>
          <a:p>
            <a:pPr marL="342900" indent="-342900" algn="just">
              <a:buFont typeface="+mj-lt"/>
              <a:buAutoNum type="arabicPeriod"/>
            </a:pPr>
            <a:endParaRPr lang="en-US" dirty="0">
              <a:solidFill>
                <a:schemeClr val="bg1"/>
              </a:solidFill>
            </a:endParaRPr>
          </a:p>
          <a:p>
            <a:pPr marL="342900" indent="-342900" algn="just">
              <a:buFont typeface="+mj-lt"/>
              <a:buAutoNum type="arabicPeriod"/>
            </a:pPr>
            <a:r>
              <a:rPr lang="en-US" dirty="0">
                <a:solidFill>
                  <a:schemeClr val="bg1"/>
                </a:solidFill>
              </a:rPr>
              <a:t>210.200.30.60/24,       Connect 2 branches , 30 users each</a:t>
            </a:r>
          </a:p>
          <a:p>
            <a:pPr marL="342900" indent="-342900" algn="just">
              <a:buFont typeface="+mj-lt"/>
              <a:buAutoNum type="arabicPeriod"/>
            </a:pPr>
            <a:endParaRPr lang="en-US" dirty="0">
              <a:solidFill>
                <a:schemeClr val="bg1"/>
              </a:solidFill>
            </a:endParaRPr>
          </a:p>
          <a:p>
            <a:pPr marL="342900" indent="-342900" algn="just">
              <a:buFont typeface="+mj-lt"/>
              <a:buAutoNum type="arabicPeriod"/>
            </a:pPr>
            <a:endParaRPr lang="en-US" dirty="0">
              <a:solidFill>
                <a:schemeClr val="bg1"/>
              </a:solidFill>
            </a:endParaRPr>
          </a:p>
        </p:txBody>
      </p:sp>
    </p:spTree>
    <p:extLst>
      <p:ext uri="{BB962C8B-B14F-4D97-AF65-F5344CB8AC3E}">
        <p14:creationId xmlns:p14="http://schemas.microsoft.com/office/powerpoint/2010/main" val="216736615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8D62C-0B99-4C96-F41A-585E5A6CDC2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9964C06-6A19-AFA9-ACEF-AB0B82368EA5}"/>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6" name="TextBox 5">
            <a:extLst>
              <a:ext uri="{FF2B5EF4-FFF2-40B4-BE49-F238E27FC236}">
                <a16:creationId xmlns:a16="http://schemas.microsoft.com/office/drawing/2014/main" id="{48DA9BE2-607D-0559-7265-A011FC27762F}"/>
              </a:ext>
            </a:extLst>
          </p:cNvPr>
          <p:cNvSpPr txBox="1"/>
          <p:nvPr/>
        </p:nvSpPr>
        <p:spPr>
          <a:xfrm>
            <a:off x="838201" y="1956197"/>
            <a:ext cx="7789332" cy="1231106"/>
          </a:xfrm>
          <a:prstGeom prst="rect">
            <a:avLst/>
          </a:prstGeom>
          <a:noFill/>
        </p:spPr>
        <p:txBody>
          <a:bodyPr wrap="square">
            <a:spAutoFit/>
          </a:bodyPr>
          <a:lstStyle/>
          <a:p>
            <a:r>
              <a:rPr lang="en-US" sz="6000" dirty="0">
                <a:highlight>
                  <a:srgbClr val="00FFFF"/>
                </a:highlight>
                <a:ea typeface="Open Sans" pitchFamily="34" charset="-122"/>
              </a:rPr>
              <a:t>FLSM using Class B:</a:t>
            </a:r>
          </a:p>
          <a:p>
            <a:endParaRPr lang="en-US" sz="1400" dirty="0">
              <a:ea typeface="Open Sans" pitchFamily="34" charset="-122"/>
            </a:endParaRPr>
          </a:p>
        </p:txBody>
      </p:sp>
    </p:spTree>
    <p:extLst>
      <p:ext uri="{BB962C8B-B14F-4D97-AF65-F5344CB8AC3E}">
        <p14:creationId xmlns:p14="http://schemas.microsoft.com/office/powerpoint/2010/main" val="92164339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847FA-BCF5-CD13-2EEA-77FE9B3C969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A4AAD50-AF93-F924-062D-428ED95DE55C}"/>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9462ADD8-5EF1-68A3-881D-41347A3BF9BA}"/>
              </a:ext>
            </a:extLst>
          </p:cNvPr>
          <p:cNvSpPr txBox="1"/>
          <p:nvPr/>
        </p:nvSpPr>
        <p:spPr>
          <a:xfrm>
            <a:off x="101600" y="554575"/>
            <a:ext cx="9042400" cy="523220"/>
          </a:xfrm>
          <a:prstGeom prst="rect">
            <a:avLst/>
          </a:prstGeom>
          <a:noFill/>
        </p:spPr>
        <p:txBody>
          <a:bodyPr wrap="square">
            <a:spAutoFit/>
          </a:bodyPr>
          <a:lstStyle/>
          <a:p>
            <a:pPr algn="just"/>
            <a:r>
              <a:rPr lang="en-US" b="1" dirty="0">
                <a:highlight>
                  <a:srgbClr val="00FFFF"/>
                </a:highlight>
              </a:rPr>
              <a:t>Q1: </a:t>
            </a:r>
            <a:r>
              <a:rPr lang="en-US" dirty="0">
                <a:highlight>
                  <a:srgbClr val="00FFFF"/>
                </a:highlight>
              </a:rPr>
              <a:t>Company bought an IP 172.168.100.100/16 , company says connect 3 branches and connect 26 users each branch. Using FLSM and using RIPv2.</a:t>
            </a:r>
          </a:p>
        </p:txBody>
      </p:sp>
      <p:pic>
        <p:nvPicPr>
          <p:cNvPr id="3" name="Picture 2">
            <a:extLst>
              <a:ext uri="{FF2B5EF4-FFF2-40B4-BE49-F238E27FC236}">
                <a16:creationId xmlns:a16="http://schemas.microsoft.com/office/drawing/2014/main" id="{5D7BDA57-D90A-CCDA-66B3-9AE772183D99}"/>
              </a:ext>
            </a:extLst>
          </p:cNvPr>
          <p:cNvPicPr>
            <a:picLocks noChangeAspect="1"/>
          </p:cNvPicPr>
          <p:nvPr/>
        </p:nvPicPr>
        <p:blipFill>
          <a:blip r:embed="rId2"/>
          <a:stretch>
            <a:fillRect/>
          </a:stretch>
        </p:blipFill>
        <p:spPr>
          <a:xfrm>
            <a:off x="0" y="1295400"/>
            <a:ext cx="9144000" cy="3848100"/>
          </a:xfrm>
          <a:prstGeom prst="rect">
            <a:avLst/>
          </a:prstGeom>
        </p:spPr>
      </p:pic>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055910ED-BA16-3F87-71C0-92EB0B18964C}"/>
                  </a:ext>
                </a:extLst>
              </p14:cNvPr>
              <p14:cNvContentPartPr/>
              <p14:nvPr/>
            </p14:nvContentPartPr>
            <p14:xfrm>
              <a:off x="244693" y="2124613"/>
              <a:ext cx="1245960" cy="2973960"/>
            </p14:xfrm>
          </p:contentPart>
        </mc:Choice>
        <mc:Fallback xmlns="">
          <p:pic>
            <p:nvPicPr>
              <p:cNvPr id="10" name="Ink 9">
                <a:extLst>
                  <a:ext uri="{FF2B5EF4-FFF2-40B4-BE49-F238E27FC236}">
                    <a16:creationId xmlns:a16="http://schemas.microsoft.com/office/drawing/2014/main" id="{4703FC87-291C-51E5-8754-8B35A6AE2D08}"/>
                  </a:ext>
                </a:extLst>
              </p:cNvPr>
              <p:cNvPicPr/>
              <p:nvPr/>
            </p:nvPicPr>
            <p:blipFill>
              <a:blip r:embed="rId4"/>
              <a:stretch>
                <a:fillRect/>
              </a:stretch>
            </p:blipFill>
            <p:spPr>
              <a:xfrm>
                <a:off x="235693" y="2115973"/>
                <a:ext cx="1263600" cy="2991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7CB44A35-89B5-C6E4-4753-0A9F032DF786}"/>
                  </a:ext>
                </a:extLst>
              </p14:cNvPr>
              <p14:cNvContentPartPr/>
              <p14:nvPr/>
            </p14:nvContentPartPr>
            <p14:xfrm>
              <a:off x="3487213" y="2028853"/>
              <a:ext cx="1975680" cy="3061440"/>
            </p14:xfrm>
          </p:contentPart>
        </mc:Choice>
        <mc:Fallback xmlns="">
          <p:pic>
            <p:nvPicPr>
              <p:cNvPr id="11" name="Ink 10">
                <a:extLst>
                  <a:ext uri="{FF2B5EF4-FFF2-40B4-BE49-F238E27FC236}">
                    <a16:creationId xmlns:a16="http://schemas.microsoft.com/office/drawing/2014/main" id="{25FD8590-24DF-744B-F112-E4D669218C94}"/>
                  </a:ext>
                </a:extLst>
              </p:cNvPr>
              <p:cNvPicPr/>
              <p:nvPr/>
            </p:nvPicPr>
            <p:blipFill>
              <a:blip r:embed="rId6"/>
              <a:stretch>
                <a:fillRect/>
              </a:stretch>
            </p:blipFill>
            <p:spPr>
              <a:xfrm>
                <a:off x="3478573" y="2019853"/>
                <a:ext cx="1993320" cy="307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871F74E5-9275-E415-B975-63762726C571}"/>
                  </a:ext>
                </a:extLst>
              </p14:cNvPr>
              <p14:cNvContentPartPr/>
              <p14:nvPr/>
            </p14:nvContentPartPr>
            <p14:xfrm>
              <a:off x="7499773" y="2017333"/>
              <a:ext cx="1535040" cy="3021480"/>
            </p14:xfrm>
          </p:contentPart>
        </mc:Choice>
        <mc:Fallback xmlns="">
          <p:pic>
            <p:nvPicPr>
              <p:cNvPr id="12" name="Ink 11">
                <a:extLst>
                  <a:ext uri="{FF2B5EF4-FFF2-40B4-BE49-F238E27FC236}">
                    <a16:creationId xmlns:a16="http://schemas.microsoft.com/office/drawing/2014/main" id="{0DEF4065-CF45-58AD-89EC-C9F43A38CBE8}"/>
                  </a:ext>
                </a:extLst>
              </p:cNvPr>
              <p:cNvPicPr/>
              <p:nvPr/>
            </p:nvPicPr>
            <p:blipFill>
              <a:blip r:embed="rId8"/>
              <a:stretch>
                <a:fillRect/>
              </a:stretch>
            </p:blipFill>
            <p:spPr>
              <a:xfrm>
                <a:off x="7491133" y="2008333"/>
                <a:ext cx="1552680" cy="30391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363F15C1-45F2-3AEC-CAD5-F82529D0F2D9}"/>
                  </a:ext>
                </a:extLst>
              </p14:cNvPr>
              <p14:cNvContentPartPr/>
              <p14:nvPr/>
            </p14:nvContentPartPr>
            <p14:xfrm>
              <a:off x="1081693" y="1446013"/>
              <a:ext cx="2999880" cy="917280"/>
            </p14:xfrm>
          </p:contentPart>
        </mc:Choice>
        <mc:Fallback xmlns="">
          <p:pic>
            <p:nvPicPr>
              <p:cNvPr id="13" name="Ink 12">
                <a:extLst>
                  <a:ext uri="{FF2B5EF4-FFF2-40B4-BE49-F238E27FC236}">
                    <a16:creationId xmlns:a16="http://schemas.microsoft.com/office/drawing/2014/main" id="{9E6E1EEE-9B69-9EDC-B6E0-412AD4E54DA4}"/>
                  </a:ext>
                </a:extLst>
              </p:cNvPr>
              <p:cNvPicPr/>
              <p:nvPr/>
            </p:nvPicPr>
            <p:blipFill>
              <a:blip r:embed="rId10"/>
              <a:stretch>
                <a:fillRect/>
              </a:stretch>
            </p:blipFill>
            <p:spPr>
              <a:xfrm>
                <a:off x="1073053" y="1437013"/>
                <a:ext cx="3017520" cy="9349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300D803C-C2DD-325C-091E-BAE7A9D36DEF}"/>
                  </a:ext>
                </a:extLst>
              </p14:cNvPr>
              <p14:cNvContentPartPr/>
              <p14:nvPr/>
            </p14:nvContentPartPr>
            <p14:xfrm>
              <a:off x="4647133" y="1368613"/>
              <a:ext cx="3326760" cy="797760"/>
            </p14:xfrm>
          </p:contentPart>
        </mc:Choice>
        <mc:Fallback xmlns="">
          <p:pic>
            <p:nvPicPr>
              <p:cNvPr id="14" name="Ink 13">
                <a:extLst>
                  <a:ext uri="{FF2B5EF4-FFF2-40B4-BE49-F238E27FC236}">
                    <a16:creationId xmlns:a16="http://schemas.microsoft.com/office/drawing/2014/main" id="{DCE1E0BB-FA74-38F1-7D78-CF26670C9DCF}"/>
                  </a:ext>
                </a:extLst>
              </p:cNvPr>
              <p:cNvPicPr/>
              <p:nvPr/>
            </p:nvPicPr>
            <p:blipFill>
              <a:blip r:embed="rId12"/>
              <a:stretch>
                <a:fillRect/>
              </a:stretch>
            </p:blipFill>
            <p:spPr>
              <a:xfrm>
                <a:off x="4638493" y="1359613"/>
                <a:ext cx="3344400" cy="815400"/>
              </a:xfrm>
              <a:prstGeom prst="rect">
                <a:avLst/>
              </a:prstGeom>
            </p:spPr>
          </p:pic>
        </mc:Fallback>
      </mc:AlternateContent>
      <p:sp>
        <p:nvSpPr>
          <p:cNvPr id="17" name="TextBox 16">
            <a:extLst>
              <a:ext uri="{FF2B5EF4-FFF2-40B4-BE49-F238E27FC236}">
                <a16:creationId xmlns:a16="http://schemas.microsoft.com/office/drawing/2014/main" id="{72E44492-5606-7EF8-1861-57F7C19DAF8D}"/>
              </a:ext>
            </a:extLst>
          </p:cNvPr>
          <p:cNvSpPr txBox="1"/>
          <p:nvPr/>
        </p:nvSpPr>
        <p:spPr>
          <a:xfrm>
            <a:off x="172566" y="2448639"/>
            <a:ext cx="834967" cy="246221"/>
          </a:xfrm>
          <a:prstGeom prst="rect">
            <a:avLst/>
          </a:prstGeom>
          <a:noFill/>
        </p:spPr>
        <p:txBody>
          <a:bodyPr wrap="square">
            <a:spAutoFit/>
          </a:bodyPr>
          <a:lstStyle/>
          <a:p>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1 </a:t>
            </a:r>
            <a:endParaRPr lang="en-PK" b="1" dirty="0">
              <a:highlight>
                <a:srgbClr val="00FF00"/>
              </a:highlight>
            </a:endParaRPr>
          </a:p>
        </p:txBody>
      </p:sp>
      <p:sp>
        <p:nvSpPr>
          <p:cNvPr id="19" name="TextBox 18">
            <a:extLst>
              <a:ext uri="{FF2B5EF4-FFF2-40B4-BE49-F238E27FC236}">
                <a16:creationId xmlns:a16="http://schemas.microsoft.com/office/drawing/2014/main" id="{FA54C848-302B-A06D-EE57-FA95BE15C08A}"/>
              </a:ext>
            </a:extLst>
          </p:cNvPr>
          <p:cNvSpPr txBox="1"/>
          <p:nvPr/>
        </p:nvSpPr>
        <p:spPr>
          <a:xfrm>
            <a:off x="6017683" y="1446013"/>
            <a:ext cx="89958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5 </a:t>
            </a:r>
            <a:endParaRPr kumimoji="0" lang="en-PK" sz="1400" b="1"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21" name="TextBox 20">
            <a:extLst>
              <a:ext uri="{FF2B5EF4-FFF2-40B4-BE49-F238E27FC236}">
                <a16:creationId xmlns:a16="http://schemas.microsoft.com/office/drawing/2014/main" id="{1A89E0F0-7F0F-B821-BBFE-ED70E7497014}"/>
              </a:ext>
            </a:extLst>
          </p:cNvPr>
          <p:cNvSpPr txBox="1"/>
          <p:nvPr/>
        </p:nvSpPr>
        <p:spPr>
          <a:xfrm>
            <a:off x="1772289" y="1525098"/>
            <a:ext cx="101324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4 </a:t>
            </a:r>
            <a:endParaRPr kumimoji="0" lang="en-PK" sz="1400" b="1"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23" name="TextBox 22">
            <a:extLst>
              <a:ext uri="{FF2B5EF4-FFF2-40B4-BE49-F238E27FC236}">
                <a16:creationId xmlns:a16="http://schemas.microsoft.com/office/drawing/2014/main" id="{3214A94B-90D7-04E4-CD91-6AC94EDEC382}"/>
              </a:ext>
            </a:extLst>
          </p:cNvPr>
          <p:cNvSpPr txBox="1"/>
          <p:nvPr/>
        </p:nvSpPr>
        <p:spPr>
          <a:xfrm>
            <a:off x="7459453" y="2694860"/>
            <a:ext cx="85608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lang="en-US" sz="1000" b="1" dirty="0">
                <a:highlight>
                  <a:srgbClr val="00FF00"/>
                </a:highlight>
                <a:ea typeface="Open Sans" pitchFamily="34" charset="-122"/>
              </a:rPr>
              <a:t> 3</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a:t>
            </a:r>
            <a:endParaRPr kumimoji="0" lang="en-PK" sz="1400" b="1"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25" name="TextBox 24">
            <a:extLst>
              <a:ext uri="{FF2B5EF4-FFF2-40B4-BE49-F238E27FC236}">
                <a16:creationId xmlns:a16="http://schemas.microsoft.com/office/drawing/2014/main" id="{20E37998-1CFB-3319-6B6C-4E02787C8417}"/>
              </a:ext>
            </a:extLst>
          </p:cNvPr>
          <p:cNvSpPr txBox="1"/>
          <p:nvPr/>
        </p:nvSpPr>
        <p:spPr>
          <a:xfrm>
            <a:off x="3527533" y="3120299"/>
            <a:ext cx="81576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2 </a:t>
            </a:r>
            <a:endParaRPr kumimoji="0" lang="en-PK" sz="1400" b="1"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Tree>
    <p:extLst>
      <p:ext uri="{BB962C8B-B14F-4D97-AF65-F5344CB8AC3E}">
        <p14:creationId xmlns:p14="http://schemas.microsoft.com/office/powerpoint/2010/main" val="221653718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90EAA-59DD-860F-AE5E-6C2B8787404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00D93C6-4E4F-704F-EF5B-2953CABBADB9}"/>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C0819838-CBA5-054E-CAB5-62C1BFE3EBD4}"/>
              </a:ext>
            </a:extLst>
          </p:cNvPr>
          <p:cNvSpPr txBox="1"/>
          <p:nvPr/>
        </p:nvSpPr>
        <p:spPr>
          <a:xfrm>
            <a:off x="101600" y="626548"/>
            <a:ext cx="3623733" cy="307777"/>
          </a:xfrm>
          <a:prstGeom prst="rect">
            <a:avLst/>
          </a:prstGeom>
          <a:noFill/>
        </p:spPr>
        <p:txBody>
          <a:bodyPr wrap="square">
            <a:spAutoFit/>
          </a:bodyPr>
          <a:lstStyle/>
          <a:p>
            <a:pPr algn="just"/>
            <a:r>
              <a:rPr lang="en-US" b="1" dirty="0">
                <a:highlight>
                  <a:srgbClr val="00FFFF"/>
                </a:highlight>
              </a:rPr>
              <a:t>Here we have 5 Network, so let's begin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8C5CF2B-3F63-63C5-D838-F1A0366C1A77}"/>
                  </a:ext>
                </a:extLst>
              </p:cNvPr>
              <p:cNvSpPr txBox="1"/>
              <p:nvPr/>
            </p:nvSpPr>
            <p:spPr>
              <a:xfrm>
                <a:off x="254000" y="1148679"/>
                <a:ext cx="2294467" cy="3633431"/>
              </a:xfrm>
              <a:prstGeom prst="rect">
                <a:avLst/>
              </a:prstGeom>
              <a:noFill/>
            </p:spPr>
            <p:txBody>
              <a:bodyPr wrap="square">
                <a:spAutoFit/>
              </a:bodyPr>
              <a:lstStyle/>
              <a:p>
                <a:r>
                  <a:rPr lang="en-US" sz="1000" dirty="0">
                    <a:ea typeface="Open Sans" pitchFamily="34" charset="-122"/>
                  </a:rPr>
                  <a:t>Step 1: IP: 172.168.100.100/16</a:t>
                </a:r>
              </a:p>
              <a:p>
                <a:endParaRPr lang="en-US" sz="1000" dirty="0">
                  <a:ea typeface="Open Sans" pitchFamily="34" charset="-122"/>
                </a:endParaRPr>
              </a:p>
              <a:p>
                <a:r>
                  <a:rPr lang="en-US" sz="1000" dirty="0">
                    <a:ea typeface="Open Sans" pitchFamily="34" charset="-122"/>
                  </a:rPr>
                  <a:t>Step 2:  172.168.0.0  NID</a:t>
                </a:r>
              </a:p>
              <a:p>
                <a:endParaRPr lang="en-US" sz="1000" dirty="0">
                  <a:ea typeface="Open Sans" pitchFamily="34" charset="-122"/>
                </a:endParaRPr>
              </a:p>
              <a:p>
                <a:r>
                  <a:rPr lang="en-US" sz="1000" dirty="0">
                    <a:ea typeface="Open Sans" pitchFamily="34" charset="-122"/>
                  </a:rPr>
                  <a:t>Step 3:  172.168.00000000.00000000</a:t>
                </a:r>
              </a:p>
              <a:p>
                <a:endParaRPr lang="en-US" sz="1000" dirty="0">
                  <a:ea typeface="Open Sans" pitchFamily="34" charset="-122"/>
                </a:endParaRPr>
              </a:p>
              <a:p>
                <a14:m>
                  <m:oMath xmlns:m="http://schemas.openxmlformats.org/officeDocument/2006/math">
                    <m:sSup>
                      <m:sSupPr>
                        <m:ctrlPr>
                          <a:rPr lang="en-US" sz="1000" b="0" i="1" smtClean="0">
                            <a:latin typeface="Cambria Math" panose="02040503050406030204" pitchFamily="18" charset="0"/>
                            <a:ea typeface="Open Sans" pitchFamily="34" charset="-122"/>
                          </a:rPr>
                        </m:ctrlPr>
                      </m:sSupPr>
                      <m:e>
                        <m:r>
                          <a:rPr lang="en-US" sz="1000" b="0" i="1" smtClean="0">
                            <a:latin typeface="Cambria Math" panose="02040503050406030204" pitchFamily="18" charset="0"/>
                            <a:ea typeface="Open Sans" pitchFamily="34" charset="-122"/>
                          </a:rPr>
                          <m:t>2</m:t>
                        </m:r>
                      </m:e>
                      <m:sup>
                        <m:r>
                          <a:rPr lang="en-US" sz="1000" b="0" i="1" smtClean="0">
                            <a:latin typeface="Cambria Math" panose="02040503050406030204" pitchFamily="18" charset="0"/>
                            <a:ea typeface="Open Sans" pitchFamily="34" charset="-122"/>
                          </a:rPr>
                          <m:t>5</m:t>
                        </m:r>
                      </m:sup>
                    </m:sSup>
                  </m:oMath>
                </a14:m>
                <a:r>
                  <a:rPr lang="en-US" sz="1000" dirty="0">
                    <a:ea typeface="Open Sans" pitchFamily="34" charset="-122"/>
                  </a:rPr>
                  <a:t>− 2 = &gt;26</a:t>
                </a:r>
              </a:p>
              <a:p>
                <a:r>
                  <a:rPr lang="en-US" sz="1000" dirty="0">
                    <a:ea typeface="Open Sans" pitchFamily="34" charset="-122"/>
                  </a:rPr>
                  <a:t>32-2=&gt;26</a:t>
                </a:r>
              </a:p>
              <a:p>
                <a:r>
                  <a:rPr lang="en-US" sz="1000" dirty="0">
                    <a:ea typeface="Open Sans" pitchFamily="34" charset="-122"/>
                  </a:rPr>
                  <a:t>30=&gt;26  (Satisfied)</a:t>
                </a:r>
              </a:p>
              <a:p>
                <a:endParaRPr lang="en-US" sz="1000" dirty="0">
                  <a:ea typeface="Open Sans" pitchFamily="34" charset="-122"/>
                </a:endParaRPr>
              </a:p>
              <a:p>
                <a:r>
                  <a:rPr lang="en-US" sz="1000" dirty="0">
                    <a:highlight>
                      <a:srgbClr val="00FF00"/>
                    </a:highlight>
                    <a:ea typeface="Open Sans" pitchFamily="34" charset="-122"/>
                  </a:rPr>
                  <a:t>n = 5 host bits required.</a:t>
                </a:r>
              </a:p>
              <a:p>
                <a:endParaRPr lang="en-US" sz="1000" dirty="0">
                  <a:highlight>
                    <a:srgbClr val="00FF00"/>
                  </a:highlight>
                  <a:ea typeface="Open Sans" pitchFamily="34" charset="-122"/>
                </a:endParaRPr>
              </a:p>
              <a:p>
                <a:r>
                  <a:rPr lang="en-US" sz="1000" dirty="0">
                    <a:ea typeface="Open Sans" pitchFamily="34" charset="-122"/>
                  </a:rPr>
                  <a:t>Step 3: 172.168.00000000.00000000 </a:t>
                </a:r>
              </a:p>
              <a:p>
                <a:endParaRPr lang="en-US" sz="1000" dirty="0">
                  <a:ea typeface="Open Sans" pitchFamily="34" charset="-122"/>
                </a:endParaRPr>
              </a:p>
              <a:p>
                <a:r>
                  <a:rPr lang="en-US" sz="1000" dirty="0">
                    <a:ea typeface="Open Sans" pitchFamily="34" charset="-122"/>
                  </a:rPr>
                  <a:t>n=5 so , From right to left in first octet, count 5 zeros , And make remaining zeros 1</a:t>
                </a:r>
              </a:p>
              <a:p>
                <a:endParaRPr lang="en-US" sz="1000" dirty="0">
                  <a:ea typeface="Open Sans" pitchFamily="34" charset="-122"/>
                </a:endParaRPr>
              </a:p>
              <a:p>
                <a:r>
                  <a:rPr lang="en-US" sz="1000" dirty="0">
                    <a:ea typeface="Open Sans" pitchFamily="34" charset="-122"/>
                  </a:rPr>
                  <a:t>172.168.11111111.11100000</a:t>
                </a:r>
              </a:p>
              <a:p>
                <a:r>
                  <a:rPr lang="en-US" sz="1000" dirty="0">
                    <a:ea typeface="Open Sans" pitchFamily="34" charset="-122"/>
                  </a:rPr>
                  <a:t>It can be written as: </a:t>
                </a:r>
              </a:p>
              <a:p>
                <a:r>
                  <a:rPr lang="en-US" sz="1000" dirty="0">
                    <a:ea typeface="Open Sans" pitchFamily="34" charset="-122"/>
                  </a:rPr>
                  <a:t>172.168.255.224</a:t>
                </a:r>
              </a:p>
              <a:p>
                <a:endParaRPr lang="en-US" sz="1000" dirty="0">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highlight>
                      <a:srgbClr val="00FF00"/>
                    </a:highlight>
                    <a:ea typeface="Open Sans" pitchFamily="34" charset="-122"/>
                  </a:rPr>
                  <a:t>Subnet mask = 255.255.255.224</a:t>
                </a:r>
              </a:p>
            </p:txBody>
          </p:sp>
        </mc:Choice>
        <mc:Fallback xmlns="">
          <p:sp>
            <p:nvSpPr>
              <p:cNvPr id="3" name="TextBox 2">
                <a:extLst>
                  <a:ext uri="{FF2B5EF4-FFF2-40B4-BE49-F238E27FC236}">
                    <a16:creationId xmlns:a16="http://schemas.microsoft.com/office/drawing/2014/main" id="{78C5CF2B-3F63-63C5-D838-F1A0366C1A77}"/>
                  </a:ext>
                </a:extLst>
              </p:cNvPr>
              <p:cNvSpPr txBox="1">
                <a:spLocks noRot="1" noChangeAspect="1" noMove="1" noResize="1" noEditPoints="1" noAdjustHandles="1" noChangeArrowheads="1" noChangeShapeType="1" noTextEdit="1"/>
              </p:cNvSpPr>
              <p:nvPr/>
            </p:nvSpPr>
            <p:spPr>
              <a:xfrm>
                <a:off x="254000" y="1148679"/>
                <a:ext cx="2294467" cy="3633431"/>
              </a:xfrm>
              <a:prstGeom prst="rect">
                <a:avLst/>
              </a:prstGeom>
              <a:blipFill>
                <a:blip r:embed="rId2"/>
                <a:stretch>
                  <a:fillRect/>
                </a:stretch>
              </a:blipFill>
            </p:spPr>
            <p:txBody>
              <a:bodyPr/>
              <a:lstStyle/>
              <a:p>
                <a:r>
                  <a:rPr lang="en-PK">
                    <a:noFill/>
                  </a:rPr>
                  <a:t> </a:t>
                </a:r>
              </a:p>
            </p:txBody>
          </p:sp>
        </mc:Fallback>
      </mc:AlternateContent>
      <p:sp>
        <p:nvSpPr>
          <p:cNvPr id="6" name="Arrow: Down 5">
            <a:extLst>
              <a:ext uri="{FF2B5EF4-FFF2-40B4-BE49-F238E27FC236}">
                <a16:creationId xmlns:a16="http://schemas.microsoft.com/office/drawing/2014/main" id="{7AB6706B-23C1-B34F-5DB7-594273D48043}"/>
              </a:ext>
            </a:extLst>
          </p:cNvPr>
          <p:cNvSpPr/>
          <p:nvPr/>
        </p:nvSpPr>
        <p:spPr>
          <a:xfrm rot="5400000">
            <a:off x="2232146" y="3087281"/>
            <a:ext cx="73840" cy="25400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8" name="TextBox 7">
            <a:extLst>
              <a:ext uri="{FF2B5EF4-FFF2-40B4-BE49-F238E27FC236}">
                <a16:creationId xmlns:a16="http://schemas.microsoft.com/office/drawing/2014/main" id="{C30A3D5F-E70E-FECB-9439-6F7866F41F8D}"/>
              </a:ext>
            </a:extLst>
          </p:cNvPr>
          <p:cNvSpPr txBox="1"/>
          <p:nvPr/>
        </p:nvSpPr>
        <p:spPr>
          <a:xfrm>
            <a:off x="2680182" y="994791"/>
            <a:ext cx="3196773" cy="4016484"/>
          </a:xfrm>
          <a:prstGeom prst="rect">
            <a:avLst/>
          </a:prstGeom>
          <a:noFill/>
        </p:spPr>
        <p:txBody>
          <a:bodyPr wrap="square">
            <a:spAutoFit/>
          </a:bodyPr>
          <a:lstStyle/>
          <a:p>
            <a:r>
              <a:rPr lang="en-US" b="1" dirty="0">
                <a:ea typeface="Open Sans" pitchFamily="34" charset="-122"/>
              </a:rPr>
              <a:t>First Subnetwork:</a:t>
            </a:r>
          </a:p>
          <a:p>
            <a:pPr marL="171450" indent="-171450">
              <a:buFont typeface="Wingdings" panose="05000000000000000000" pitchFamily="2" charset="2"/>
              <a:buChar char="ü"/>
            </a:pPr>
            <a:r>
              <a:rPr lang="en-US" sz="1000" dirty="0">
                <a:ea typeface="Open Sans" pitchFamily="34" charset="-122"/>
              </a:rPr>
              <a:t>Network ID: 172.168.0.0/27</a:t>
            </a:r>
          </a:p>
          <a:p>
            <a:pPr marL="171450" indent="-171450">
              <a:buFont typeface="Wingdings" panose="05000000000000000000" pitchFamily="2" charset="2"/>
              <a:buChar char="ü"/>
            </a:pPr>
            <a:r>
              <a:rPr lang="en-US" sz="1000" dirty="0">
                <a:ea typeface="Open Sans" pitchFamily="34" charset="-122"/>
              </a:rPr>
              <a:t>Broadcast: 172.168.0.31/27</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lang="en-US" sz="1000" dirty="0">
                <a:ea typeface="Open Sans" pitchFamily="34" charset="-122"/>
              </a:rPr>
              <a:t>Mask: 255.255</a:t>
            </a: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.255.224</a:t>
            </a:r>
            <a:endParaRPr lang="en-US" sz="1000" dirty="0">
              <a:ea typeface="Open Sans" pitchFamily="34" charset="-122"/>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Usable hosts: 172.168.0.1 → 172.168.0.30</a:t>
            </a:r>
            <a:endParaRPr lang="en-US" sz="1000" dirty="0">
              <a:ea typeface="Open Sans" pitchFamily="34" charset="-122"/>
            </a:endParaRPr>
          </a:p>
          <a:p>
            <a:pPr marL="171450" indent="-171450">
              <a:buFont typeface="Wingdings" panose="05000000000000000000" pitchFamily="2" charset="2"/>
              <a:buChar char="ü"/>
            </a:pPr>
            <a:endParaRPr lang="en-US" sz="1000" dirty="0">
              <a:ea typeface="Open Sans" pitchFamily="34" charset="-122"/>
            </a:endParaRPr>
          </a:p>
          <a:p>
            <a:r>
              <a:rPr lang="en-US" b="1" dirty="0">
                <a:ea typeface="Open Sans" pitchFamily="34" charset="-122"/>
              </a:rPr>
              <a:t>2nd Subnetwork:</a:t>
            </a:r>
          </a:p>
          <a:p>
            <a:pPr marL="171450" indent="-171450">
              <a:buFont typeface="Wingdings" panose="05000000000000000000" pitchFamily="2" charset="2"/>
              <a:buChar char="ü"/>
            </a:pPr>
            <a:r>
              <a:rPr lang="en-US" sz="1000" dirty="0">
                <a:ea typeface="Open Sans" pitchFamily="34" charset="-122"/>
              </a:rPr>
              <a:t>Network ID: </a:t>
            </a:r>
            <a:r>
              <a:rPr lang="en-PK" sz="1100" dirty="0"/>
              <a:t>172.168.0.32/2</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Broadcast: </a:t>
            </a:r>
            <a:r>
              <a:rPr lang="en-PK" sz="1100" dirty="0"/>
              <a:t>172.168.0.63</a:t>
            </a:r>
            <a:endParaRPr lang="en-US" sz="1000" dirty="0">
              <a:ea typeface="Open Sans" pitchFamily="34" charset="-122"/>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lang="en-US" sz="1000" dirty="0">
                <a:ea typeface="Open Sans" pitchFamily="34" charset="-122"/>
              </a:rPr>
              <a:t>Mask: </a:t>
            </a: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255.255.255.224</a:t>
            </a:r>
            <a:endParaRPr lang="en-US" sz="1000" dirty="0">
              <a:ea typeface="Open Sans" pitchFamily="34" charset="-122"/>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Usable hosts: </a:t>
            </a:r>
            <a:r>
              <a:rPr lang="en-PK" sz="1100" dirty="0"/>
              <a:t>172.168.0.33 – 172.168.0.62</a:t>
            </a:r>
            <a:endParaRPr lang="en-US" sz="1100" dirty="0"/>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endParaRPr lang="en-US" sz="1000" dirty="0">
              <a:ea typeface="Open Sans" pitchFamily="34" charset="-122"/>
            </a:endParaRPr>
          </a:p>
          <a:p>
            <a:r>
              <a:rPr lang="en-US" b="1" dirty="0">
                <a:ea typeface="Open Sans" pitchFamily="34" charset="-122"/>
              </a:rPr>
              <a:t>3rd Subnetwork:</a:t>
            </a:r>
          </a:p>
          <a:p>
            <a:pPr marL="171450" indent="-171450">
              <a:buFont typeface="Wingdings" panose="05000000000000000000" pitchFamily="2" charset="2"/>
              <a:buChar char="ü"/>
            </a:pPr>
            <a:r>
              <a:rPr lang="en-US" sz="1000" dirty="0">
                <a:ea typeface="Open Sans" pitchFamily="34" charset="-122"/>
              </a:rPr>
              <a:t>Network ID: </a:t>
            </a:r>
            <a:r>
              <a:rPr lang="en-PK" sz="1100" dirty="0"/>
              <a:t>172.168.0.64/27</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Broadcast: </a:t>
            </a:r>
            <a:r>
              <a:rPr lang="en-PK" sz="1100" dirty="0"/>
              <a:t>172.168.0.95</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Mask: </a:t>
            </a: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255.255.255.224</a:t>
            </a:r>
            <a:endParaRPr lang="en-US" sz="1000" dirty="0">
              <a:ea typeface="Open Sans" pitchFamily="34" charset="-122"/>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Usable hosts: </a:t>
            </a:r>
            <a:r>
              <a:rPr lang="en-PK" sz="1100" dirty="0"/>
              <a:t>172.168.0.65 – 172.168.0.94</a:t>
            </a:r>
            <a:endParaRPr lang="en-US" sz="1000" dirty="0">
              <a:ea typeface="Open Sans" pitchFamily="34" charset="-122"/>
            </a:endParaRPr>
          </a:p>
          <a:p>
            <a:pPr marL="171450" indent="-171450">
              <a:buFont typeface="Wingdings" panose="05000000000000000000" pitchFamily="2" charset="2"/>
              <a:buChar char="ü"/>
            </a:pPr>
            <a:endParaRPr lang="en-US" sz="1000" dirty="0">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ea typeface="Open Sans" pitchFamily="34" charset="-122"/>
              </a:rPr>
              <a:t>4</a:t>
            </a:r>
            <a:r>
              <a:rPr lang="en-US" b="1" baseline="30000" dirty="0">
                <a:ea typeface="Open Sans" pitchFamily="34" charset="-122"/>
              </a:rPr>
              <a:t>th</a:t>
            </a: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 Subnetwork:</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Network ID: </a:t>
            </a:r>
            <a:r>
              <a:rPr lang="en-PK" sz="1100" dirty="0"/>
              <a:t>172.168.0.96/27</a:t>
            </a: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Broadcast: </a:t>
            </a:r>
            <a:r>
              <a:rPr lang="en-PK" sz="1100" dirty="0"/>
              <a:t>172.168.0.127</a:t>
            </a: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Mask: 255.255.255.224</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Usable hosts: </a:t>
            </a:r>
            <a:r>
              <a:rPr lang="en-PK" sz="1100" dirty="0"/>
              <a:t>172.168.0.97 – 172.168.0.126</a:t>
            </a: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p:txBody>
      </p:sp>
      <p:sp>
        <p:nvSpPr>
          <p:cNvPr id="11" name="TextBox 10">
            <a:extLst>
              <a:ext uri="{FF2B5EF4-FFF2-40B4-BE49-F238E27FC236}">
                <a16:creationId xmlns:a16="http://schemas.microsoft.com/office/drawing/2014/main" id="{947FF684-8BFF-1BA9-BD07-7D607006F56D}"/>
              </a:ext>
            </a:extLst>
          </p:cNvPr>
          <p:cNvSpPr txBox="1"/>
          <p:nvPr/>
        </p:nvSpPr>
        <p:spPr>
          <a:xfrm>
            <a:off x="5876955" y="994791"/>
            <a:ext cx="3109446" cy="96949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5</a:t>
            </a:r>
            <a:r>
              <a:rPr kumimoji="0" lang="en-US" sz="1400" b="1" i="0" u="none" strike="noStrike" kern="0" cap="none" spc="0" normalizeH="0" baseline="30000" noProof="0" dirty="0">
                <a:ln>
                  <a:noFill/>
                </a:ln>
                <a:solidFill>
                  <a:srgbClr val="000000"/>
                </a:solidFill>
                <a:effectLst/>
                <a:uLnTx/>
                <a:uFillTx/>
                <a:latin typeface="Arial"/>
                <a:ea typeface="Open Sans" pitchFamily="34" charset="-122"/>
                <a:cs typeface="Arial"/>
                <a:sym typeface="Arial"/>
              </a:rPr>
              <a:t>th</a:t>
            </a: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 Subnetwork:</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Network ID: </a:t>
            </a:r>
            <a:r>
              <a:rPr lang="en-PK" sz="1100" dirty="0"/>
              <a:t>172.168.0.128/27</a:t>
            </a: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Broadcast: </a:t>
            </a:r>
            <a:r>
              <a:rPr lang="en-PK" sz="1100" dirty="0"/>
              <a:t>172.168.0.159</a:t>
            </a: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Mask: 255.255.255.248</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Usable hosts: </a:t>
            </a:r>
            <a:r>
              <a:rPr lang="en-PK" sz="1100" dirty="0"/>
              <a:t>172.168.0.129 – 172.168.0.158</a:t>
            </a: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p:txBody>
      </p:sp>
    </p:spTree>
    <p:extLst>
      <p:ext uri="{BB962C8B-B14F-4D97-AF65-F5344CB8AC3E}">
        <p14:creationId xmlns:p14="http://schemas.microsoft.com/office/powerpoint/2010/main" val="357043153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73939-E3FD-40DE-38F5-3AE68E23FD8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CA65004-8AA0-47B7-9F4A-E7B747771AB5}"/>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5D26922E-3E0D-418A-32AA-99959B613002}"/>
              </a:ext>
            </a:extLst>
          </p:cNvPr>
          <p:cNvSpPr txBox="1"/>
          <p:nvPr/>
        </p:nvSpPr>
        <p:spPr>
          <a:xfrm>
            <a:off x="101600" y="475311"/>
            <a:ext cx="9042400" cy="523220"/>
          </a:xfrm>
          <a:prstGeom prst="rect">
            <a:avLst/>
          </a:prstGeom>
          <a:noFill/>
        </p:spPr>
        <p:txBody>
          <a:bodyPr wrap="square">
            <a:spAutoFit/>
          </a:bodyPr>
          <a:lstStyle/>
          <a:p>
            <a:pPr algn="just"/>
            <a:endParaRPr lang="en-US" dirty="0">
              <a:solidFill>
                <a:srgbClr val="403CCF"/>
              </a:solidFill>
              <a:latin typeface="Libre Baskerville" pitchFamily="34" charset="0"/>
            </a:endParaRPr>
          </a:p>
          <a:p>
            <a:pPr algn="just"/>
            <a:r>
              <a:rPr lang="en-US" b="1" dirty="0">
                <a:highlight>
                  <a:srgbClr val="00FFFF"/>
                </a:highlight>
              </a:rPr>
              <a:t>Q1: Practical,  Using RIPv2</a:t>
            </a:r>
          </a:p>
        </p:txBody>
      </p:sp>
      <p:pic>
        <p:nvPicPr>
          <p:cNvPr id="3" name="Picture 2">
            <a:extLst>
              <a:ext uri="{FF2B5EF4-FFF2-40B4-BE49-F238E27FC236}">
                <a16:creationId xmlns:a16="http://schemas.microsoft.com/office/drawing/2014/main" id="{A0B744C8-3BAC-DBBF-A23F-B4D402BC2189}"/>
              </a:ext>
            </a:extLst>
          </p:cNvPr>
          <p:cNvPicPr>
            <a:picLocks noChangeAspect="1"/>
          </p:cNvPicPr>
          <p:nvPr/>
        </p:nvPicPr>
        <p:blipFill>
          <a:blip r:embed="rId2"/>
          <a:stretch>
            <a:fillRect/>
          </a:stretch>
        </p:blipFill>
        <p:spPr>
          <a:xfrm>
            <a:off x="0" y="1369425"/>
            <a:ext cx="9144000" cy="3774075"/>
          </a:xfrm>
          <a:prstGeom prst="rect">
            <a:avLst/>
          </a:prstGeom>
        </p:spPr>
      </p:pic>
      <p:sp>
        <p:nvSpPr>
          <p:cNvPr id="8" name="TextBox 7">
            <a:extLst>
              <a:ext uri="{FF2B5EF4-FFF2-40B4-BE49-F238E27FC236}">
                <a16:creationId xmlns:a16="http://schemas.microsoft.com/office/drawing/2014/main" id="{E525A8BA-6B39-77E3-16DD-4B2A6CC6AD02}"/>
              </a:ext>
            </a:extLst>
          </p:cNvPr>
          <p:cNvSpPr txBox="1"/>
          <p:nvPr/>
        </p:nvSpPr>
        <p:spPr>
          <a:xfrm>
            <a:off x="0" y="2464028"/>
            <a:ext cx="901699" cy="215444"/>
          </a:xfrm>
          <a:prstGeom prst="rect">
            <a:avLst/>
          </a:prstGeom>
          <a:noFill/>
        </p:spPr>
        <p:txBody>
          <a:bodyPr wrap="square">
            <a:spAutoFit/>
          </a:bodyPr>
          <a:lstStyle/>
          <a:p>
            <a:pPr>
              <a:defRPr/>
            </a:pPr>
            <a:r>
              <a:rPr lang="en-US" sz="800"/>
              <a:t>172.168.0.1</a:t>
            </a:r>
            <a:endParaRPr lang="en-PK" sz="800" dirty="0">
              <a:ea typeface="Open Sans" pitchFamily="34" charset="-122"/>
            </a:endParaRPr>
          </a:p>
        </p:txBody>
      </p:sp>
      <p:sp>
        <p:nvSpPr>
          <p:cNvPr id="12" name="TextBox 11">
            <a:extLst>
              <a:ext uri="{FF2B5EF4-FFF2-40B4-BE49-F238E27FC236}">
                <a16:creationId xmlns:a16="http://schemas.microsoft.com/office/drawing/2014/main" id="{1FFDCC57-4A00-026A-5457-10480203F2D7}"/>
              </a:ext>
            </a:extLst>
          </p:cNvPr>
          <p:cNvSpPr txBox="1"/>
          <p:nvPr/>
        </p:nvSpPr>
        <p:spPr>
          <a:xfrm>
            <a:off x="960967" y="4404836"/>
            <a:ext cx="105410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172.168.0.2</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ea typeface="Open Sans" pitchFamily="34" charset="-122"/>
              </a:rPr>
              <a:t>255.255.255.224</a:t>
            </a:r>
            <a:endParaRPr kumimoji="0" lang="en-PK" sz="800" b="0" i="0" u="none" strike="noStrike" kern="0" cap="none" spc="0" normalizeH="0" baseline="0" noProof="0" dirty="0">
              <a:ln>
                <a:noFill/>
              </a:ln>
              <a:solidFill>
                <a:srgbClr val="000000"/>
              </a:solidFill>
              <a:effectLst/>
              <a:uLnTx/>
              <a:uFillTx/>
              <a:latin typeface="Arial"/>
              <a:cs typeface="Arial"/>
              <a:sym typeface="Arial"/>
            </a:endParaRPr>
          </a:p>
        </p:txBody>
      </p:sp>
      <p:sp>
        <p:nvSpPr>
          <p:cNvPr id="15" name="TextBox 14">
            <a:extLst>
              <a:ext uri="{FF2B5EF4-FFF2-40B4-BE49-F238E27FC236}">
                <a16:creationId xmlns:a16="http://schemas.microsoft.com/office/drawing/2014/main" id="{877BAA76-1338-85C7-B91E-E60B3E5B7B08}"/>
              </a:ext>
            </a:extLst>
          </p:cNvPr>
          <p:cNvSpPr txBox="1"/>
          <p:nvPr/>
        </p:nvSpPr>
        <p:spPr>
          <a:xfrm>
            <a:off x="3225800" y="4374058"/>
            <a:ext cx="1176867" cy="338554"/>
          </a:xfrm>
          <a:prstGeom prst="rect">
            <a:avLst/>
          </a:prstGeom>
          <a:noFill/>
        </p:spPr>
        <p:txBody>
          <a:bodyPr wrap="square">
            <a:spAutoFit/>
          </a:bodyPr>
          <a:lstStyle/>
          <a:p>
            <a:r>
              <a:rPr lang="en-US" sz="800" dirty="0">
                <a:ea typeface="Open Sans" pitchFamily="34" charset="-122"/>
              </a:rPr>
              <a:t>172.168.0.34</a:t>
            </a:r>
          </a:p>
          <a:p>
            <a:r>
              <a:rPr lang="en-US" sz="800" dirty="0">
                <a:ea typeface="Open Sans" pitchFamily="34" charset="-122"/>
              </a:rPr>
              <a:t>255.255.255.224</a:t>
            </a:r>
            <a:endParaRPr lang="en-PK" sz="800" dirty="0">
              <a:ea typeface="Open Sans" pitchFamily="34" charset="-122"/>
            </a:endParaRPr>
          </a:p>
        </p:txBody>
      </p:sp>
      <p:sp>
        <p:nvSpPr>
          <p:cNvPr id="17" name="TextBox 16">
            <a:extLst>
              <a:ext uri="{FF2B5EF4-FFF2-40B4-BE49-F238E27FC236}">
                <a16:creationId xmlns:a16="http://schemas.microsoft.com/office/drawing/2014/main" id="{4C6005FB-6A18-3F52-3539-924C255A821F}"/>
              </a:ext>
            </a:extLst>
          </p:cNvPr>
          <p:cNvSpPr txBox="1"/>
          <p:nvPr/>
        </p:nvSpPr>
        <p:spPr>
          <a:xfrm>
            <a:off x="3543300" y="2325529"/>
            <a:ext cx="1189566" cy="215444"/>
          </a:xfrm>
          <a:prstGeom prst="rect">
            <a:avLst/>
          </a:prstGeom>
          <a:noFill/>
        </p:spPr>
        <p:txBody>
          <a:bodyPr wrap="square">
            <a:spAutoFit/>
          </a:bodyPr>
          <a:lstStyle/>
          <a:p>
            <a:pPr>
              <a:defRPr/>
            </a:pPr>
            <a:r>
              <a:rPr lang="en-PK" sz="800" dirty="0"/>
              <a:t>172.168.0.33</a:t>
            </a:r>
            <a:endParaRPr lang="en-PK" sz="800" dirty="0">
              <a:ea typeface="Open Sans" pitchFamily="34" charset="-122"/>
            </a:endParaRPr>
          </a:p>
        </p:txBody>
      </p:sp>
      <p:sp>
        <p:nvSpPr>
          <p:cNvPr id="19" name="TextBox 18">
            <a:extLst>
              <a:ext uri="{FF2B5EF4-FFF2-40B4-BE49-F238E27FC236}">
                <a16:creationId xmlns:a16="http://schemas.microsoft.com/office/drawing/2014/main" id="{C3C9DDA2-E4AC-3FCA-5AA5-2711F47EEB97}"/>
              </a:ext>
            </a:extLst>
          </p:cNvPr>
          <p:cNvSpPr txBox="1"/>
          <p:nvPr/>
        </p:nvSpPr>
        <p:spPr>
          <a:xfrm>
            <a:off x="7154335" y="2325529"/>
            <a:ext cx="1176867" cy="215444"/>
          </a:xfrm>
          <a:prstGeom prst="rect">
            <a:avLst/>
          </a:prstGeom>
          <a:noFill/>
        </p:spPr>
        <p:txBody>
          <a:bodyPr wrap="square">
            <a:spAutoFit/>
          </a:bodyPr>
          <a:lstStyle/>
          <a:p>
            <a:pPr>
              <a:defRPr/>
            </a:pPr>
            <a:r>
              <a:rPr lang="en-PK" sz="800" dirty="0"/>
              <a:t>172.168.0.65</a:t>
            </a:r>
            <a:endParaRPr lang="en-PK" sz="800" dirty="0">
              <a:ea typeface="Open Sans" pitchFamily="34" charset="-122"/>
            </a:endParaRPr>
          </a:p>
        </p:txBody>
      </p:sp>
      <p:sp>
        <p:nvSpPr>
          <p:cNvPr id="21" name="TextBox 20">
            <a:extLst>
              <a:ext uri="{FF2B5EF4-FFF2-40B4-BE49-F238E27FC236}">
                <a16:creationId xmlns:a16="http://schemas.microsoft.com/office/drawing/2014/main" id="{8028CA84-40D2-8686-EDF8-797924BDBA42}"/>
              </a:ext>
            </a:extLst>
          </p:cNvPr>
          <p:cNvSpPr txBox="1"/>
          <p:nvPr/>
        </p:nvSpPr>
        <p:spPr>
          <a:xfrm>
            <a:off x="7031569" y="4374058"/>
            <a:ext cx="96096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ea typeface="Open Sans" pitchFamily="34" charset="-122"/>
              </a:rPr>
              <a:t>172.168.0.66</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ea typeface="Open Sans" pitchFamily="34" charset="-122"/>
              </a:rPr>
              <a:t>255.255.255.224</a:t>
            </a:r>
            <a:endParaRPr lang="en-PK" sz="800" dirty="0">
              <a:ea typeface="Open Sans" pitchFamily="34" charset="-122"/>
            </a:endParaRPr>
          </a:p>
        </p:txBody>
      </p:sp>
      <p:sp>
        <p:nvSpPr>
          <p:cNvPr id="23" name="TextBox 22">
            <a:extLst>
              <a:ext uri="{FF2B5EF4-FFF2-40B4-BE49-F238E27FC236}">
                <a16:creationId xmlns:a16="http://schemas.microsoft.com/office/drawing/2014/main" id="{158AD366-EC97-504B-81C7-7C6E7D793042}"/>
              </a:ext>
            </a:extLst>
          </p:cNvPr>
          <p:cNvSpPr txBox="1"/>
          <p:nvPr/>
        </p:nvSpPr>
        <p:spPr>
          <a:xfrm>
            <a:off x="1202792" y="1643654"/>
            <a:ext cx="1066801" cy="215444"/>
          </a:xfrm>
          <a:prstGeom prst="rect">
            <a:avLst/>
          </a:prstGeom>
          <a:noFill/>
        </p:spPr>
        <p:txBody>
          <a:bodyPr wrap="square">
            <a:spAutoFit/>
          </a:bodyPr>
          <a:lstStyle/>
          <a:p>
            <a:r>
              <a:rPr lang="en-PK" sz="800" dirty="0"/>
              <a:t>172.168.0.97</a:t>
            </a:r>
            <a:endParaRPr lang="en-PK" sz="800" dirty="0">
              <a:ea typeface="Open Sans" pitchFamily="34" charset="-122"/>
            </a:endParaRPr>
          </a:p>
        </p:txBody>
      </p:sp>
      <p:sp>
        <p:nvSpPr>
          <p:cNvPr id="25" name="TextBox 24">
            <a:extLst>
              <a:ext uri="{FF2B5EF4-FFF2-40B4-BE49-F238E27FC236}">
                <a16:creationId xmlns:a16="http://schemas.microsoft.com/office/drawing/2014/main" id="{1EC4B6E3-5C4B-C3B1-4955-422A3639B272}"/>
              </a:ext>
            </a:extLst>
          </p:cNvPr>
          <p:cNvSpPr txBox="1"/>
          <p:nvPr/>
        </p:nvSpPr>
        <p:spPr>
          <a:xfrm>
            <a:off x="3186640" y="1685987"/>
            <a:ext cx="1066801" cy="215444"/>
          </a:xfrm>
          <a:prstGeom prst="rect">
            <a:avLst/>
          </a:prstGeom>
          <a:noFill/>
        </p:spPr>
        <p:txBody>
          <a:bodyPr wrap="square">
            <a:spAutoFit/>
          </a:bodyPr>
          <a:lstStyle/>
          <a:p>
            <a:r>
              <a:rPr lang="en-PK" sz="800" dirty="0"/>
              <a:t>172.168.0.9</a:t>
            </a:r>
            <a:r>
              <a:rPr lang="en-US" sz="800" dirty="0"/>
              <a:t>8</a:t>
            </a:r>
            <a:endParaRPr lang="en-PK" sz="800" dirty="0">
              <a:ea typeface="Open Sans" pitchFamily="34" charset="-122"/>
            </a:endParaRPr>
          </a:p>
        </p:txBody>
      </p:sp>
      <p:sp>
        <p:nvSpPr>
          <p:cNvPr id="27" name="TextBox 26">
            <a:extLst>
              <a:ext uri="{FF2B5EF4-FFF2-40B4-BE49-F238E27FC236}">
                <a16:creationId xmlns:a16="http://schemas.microsoft.com/office/drawing/2014/main" id="{55DD35DD-530E-F3E4-5F77-DA02392953AF}"/>
              </a:ext>
            </a:extLst>
          </p:cNvPr>
          <p:cNvSpPr txBox="1"/>
          <p:nvPr/>
        </p:nvSpPr>
        <p:spPr>
          <a:xfrm>
            <a:off x="7154336" y="1591907"/>
            <a:ext cx="914928" cy="215444"/>
          </a:xfrm>
          <a:prstGeom prst="rect">
            <a:avLst/>
          </a:prstGeom>
          <a:noFill/>
        </p:spPr>
        <p:txBody>
          <a:bodyPr wrap="square">
            <a:spAutoFit/>
          </a:bodyPr>
          <a:lstStyle/>
          <a:p>
            <a:r>
              <a:rPr lang="en-PK" sz="800" dirty="0"/>
              <a:t>172.168.0.1</a:t>
            </a:r>
            <a:r>
              <a:rPr lang="en-US" sz="800" dirty="0"/>
              <a:t>30</a:t>
            </a:r>
            <a:endParaRPr lang="en-PK" sz="800" dirty="0">
              <a:ea typeface="Open Sans" pitchFamily="34" charset="-122"/>
            </a:endParaRPr>
          </a:p>
        </p:txBody>
      </p:sp>
      <p:sp>
        <p:nvSpPr>
          <p:cNvPr id="29" name="TextBox 28">
            <a:extLst>
              <a:ext uri="{FF2B5EF4-FFF2-40B4-BE49-F238E27FC236}">
                <a16:creationId xmlns:a16="http://schemas.microsoft.com/office/drawing/2014/main" id="{478639DB-D691-57AC-8E7E-59BD211825A1}"/>
              </a:ext>
            </a:extLst>
          </p:cNvPr>
          <p:cNvSpPr txBox="1"/>
          <p:nvPr/>
        </p:nvSpPr>
        <p:spPr>
          <a:xfrm>
            <a:off x="4647671" y="1544225"/>
            <a:ext cx="1367366" cy="215444"/>
          </a:xfrm>
          <a:prstGeom prst="rect">
            <a:avLst/>
          </a:prstGeom>
          <a:noFill/>
        </p:spPr>
        <p:txBody>
          <a:bodyPr wrap="square">
            <a:spAutoFit/>
          </a:bodyPr>
          <a:lstStyle/>
          <a:p>
            <a:r>
              <a:rPr lang="en-PK" sz="800" dirty="0"/>
              <a:t>172.168.0.129</a:t>
            </a:r>
            <a:endParaRPr lang="en-PK" sz="800" dirty="0">
              <a:ea typeface="Open Sans" pitchFamily="34" charset="-122"/>
            </a:endParaRPr>
          </a:p>
        </p:txBody>
      </p:sp>
    </p:spTree>
    <p:extLst>
      <p:ext uri="{BB962C8B-B14F-4D97-AF65-F5344CB8AC3E}">
        <p14:creationId xmlns:p14="http://schemas.microsoft.com/office/powerpoint/2010/main" val="24707848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3D2F6-B668-7AE4-87AB-B28C717D977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EEF5ADA-9D64-78ED-7B53-CCBE79DBA4A9}"/>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0FF17561-CED3-1599-411F-A62D7846DDC5}"/>
              </a:ext>
            </a:extLst>
          </p:cNvPr>
          <p:cNvSpPr txBox="1"/>
          <p:nvPr/>
        </p:nvSpPr>
        <p:spPr>
          <a:xfrm>
            <a:off x="101600" y="472659"/>
            <a:ext cx="9042400" cy="307777"/>
          </a:xfrm>
          <a:prstGeom prst="rect">
            <a:avLst/>
          </a:prstGeom>
          <a:noFill/>
        </p:spPr>
        <p:txBody>
          <a:bodyPr wrap="square">
            <a:spAutoFit/>
          </a:bodyPr>
          <a:lstStyle/>
          <a:p>
            <a:pPr algn="just"/>
            <a:r>
              <a:rPr kumimoji="0" lang="en-US" sz="1400" b="1" i="0" u="none" strike="noStrike" kern="0" cap="none" spc="0" normalizeH="0" baseline="0" noProof="0" dirty="0">
                <a:ln>
                  <a:noFill/>
                </a:ln>
                <a:solidFill>
                  <a:srgbClr val="000000"/>
                </a:solidFill>
                <a:effectLst/>
                <a:highlight>
                  <a:srgbClr val="00FFFF"/>
                </a:highlight>
                <a:uLnTx/>
                <a:uFillTx/>
                <a:latin typeface="Arial"/>
                <a:cs typeface="Arial"/>
                <a:sym typeface="Arial"/>
              </a:rPr>
              <a:t>Q1: Practical,</a:t>
            </a:r>
            <a:r>
              <a:rPr lang="en-US" b="1" dirty="0">
                <a:highlight>
                  <a:srgbClr val="00FFFF"/>
                </a:highlight>
              </a:rPr>
              <a:t>Using RIPv2</a:t>
            </a:r>
          </a:p>
        </p:txBody>
      </p:sp>
      <p:sp>
        <p:nvSpPr>
          <p:cNvPr id="3" name="TextBox 2">
            <a:extLst>
              <a:ext uri="{FF2B5EF4-FFF2-40B4-BE49-F238E27FC236}">
                <a16:creationId xmlns:a16="http://schemas.microsoft.com/office/drawing/2014/main" id="{C3285C68-537B-DA29-1D42-B2D884229DC4}"/>
              </a:ext>
            </a:extLst>
          </p:cNvPr>
          <p:cNvSpPr txBox="1"/>
          <p:nvPr/>
        </p:nvSpPr>
        <p:spPr>
          <a:xfrm>
            <a:off x="241299" y="877359"/>
            <a:ext cx="3788833" cy="3431709"/>
          </a:xfrm>
          <a:prstGeom prst="rect">
            <a:avLst/>
          </a:prstGeom>
          <a:noFill/>
        </p:spPr>
        <p:txBody>
          <a:bodyPr wrap="square">
            <a:spAutoFit/>
          </a:bodyPr>
          <a:lstStyle/>
          <a:p>
            <a:r>
              <a:rPr lang="en-US" sz="1800" b="1" dirty="0">
                <a:highlight>
                  <a:srgbClr val="00FFFF"/>
                </a:highlight>
              </a:rPr>
              <a:t>R1</a:t>
            </a:r>
          </a:p>
          <a:p>
            <a:pPr marL="171450" indent="-171450">
              <a:buFont typeface="Wingdings" panose="05000000000000000000" pitchFamily="2" charset="2"/>
              <a:buChar char="q"/>
            </a:pPr>
            <a:r>
              <a:rPr lang="en-US" sz="900" dirty="0"/>
              <a:t>Router&gt; enable</a:t>
            </a:r>
          </a:p>
          <a:p>
            <a:pPr marL="171450" indent="-171450">
              <a:buFont typeface="Wingdings" panose="05000000000000000000" pitchFamily="2" charset="2"/>
              <a:buChar char="q"/>
            </a:pPr>
            <a:r>
              <a:rPr lang="en-US" sz="900" dirty="0"/>
              <a:t>Router# configure terminal</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FastEthernet0/0</a:t>
            </a:r>
          </a:p>
          <a:p>
            <a:pPr marL="171450" indent="-171450">
              <a:buFont typeface="Wingdings" panose="05000000000000000000" pitchFamily="2" charset="2"/>
              <a:buChar char="q"/>
            </a:pPr>
            <a:r>
              <a:rPr lang="en-US" sz="900" dirty="0"/>
              <a:t>Router(config-if)# </a:t>
            </a:r>
            <a:r>
              <a:rPr lang="en-US" sz="900" dirty="0" err="1"/>
              <a:t>ip</a:t>
            </a:r>
            <a:r>
              <a:rPr lang="en-US" sz="900" dirty="0"/>
              <a:t> address 172.168.0.1 255.255.255.224</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Serial0/0</a:t>
            </a:r>
          </a:p>
          <a:p>
            <a:pPr marL="171450" indent="-171450">
              <a:buFont typeface="Wingdings" panose="05000000000000000000" pitchFamily="2" charset="2"/>
              <a:buChar char="q"/>
            </a:pPr>
            <a:r>
              <a:rPr lang="en-US" sz="900" dirty="0"/>
              <a:t>Router(config-if)# </a:t>
            </a:r>
            <a:r>
              <a:rPr lang="en-US" sz="900" dirty="0" err="1"/>
              <a:t>ip</a:t>
            </a:r>
            <a:r>
              <a:rPr lang="en-US" sz="900" dirty="0"/>
              <a:t> address </a:t>
            </a:r>
            <a:r>
              <a:rPr lang="en-PK" sz="900" dirty="0"/>
              <a:t>172.168.0.97</a:t>
            </a:r>
            <a:r>
              <a:rPr lang="en-US" sz="900" dirty="0"/>
              <a:t> 255.255.255.224 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router rip</a:t>
            </a:r>
          </a:p>
          <a:p>
            <a:pPr marL="171450" indent="-171450">
              <a:buFont typeface="Wingdings" panose="05000000000000000000" pitchFamily="2" charset="2"/>
              <a:buChar char="q"/>
            </a:pPr>
            <a:r>
              <a:rPr lang="en-US" sz="900" dirty="0"/>
              <a:t>Router(config-router)# version 2</a:t>
            </a:r>
          </a:p>
          <a:p>
            <a:pPr marL="171450" indent="-171450">
              <a:buFont typeface="Wingdings" panose="05000000000000000000" pitchFamily="2" charset="2"/>
              <a:buChar char="q"/>
            </a:pPr>
            <a:r>
              <a:rPr lang="en-US" sz="900" dirty="0"/>
              <a:t>Router(config-router)# network 172.168.0.0</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900" b="0" i="0" u="none" strike="noStrike" kern="0" cap="none" spc="0" normalizeH="0" baseline="0" noProof="0" dirty="0">
                <a:ln>
                  <a:noFill/>
                </a:ln>
                <a:solidFill>
                  <a:srgbClr val="000000"/>
                </a:solidFill>
                <a:effectLst/>
                <a:uLnTx/>
                <a:uFillTx/>
                <a:latin typeface="Arial"/>
                <a:cs typeface="Arial"/>
                <a:sym typeface="Arial"/>
              </a:rPr>
              <a:t>Router(config-router)# no  auto-summary</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Router(config-router)# exit</a:t>
            </a:r>
          </a:p>
          <a:p>
            <a:pPr marL="171450" indent="-171450">
              <a:buFont typeface="Wingdings" panose="05000000000000000000" pitchFamily="2" charset="2"/>
              <a:buChar char="q"/>
            </a:pPr>
            <a:r>
              <a:rPr lang="en-US" sz="900" dirty="0"/>
              <a:t>Router(config)# exit</a:t>
            </a:r>
          </a:p>
          <a:p>
            <a:pPr marL="171450" indent="-171450">
              <a:buFont typeface="Wingdings" panose="05000000000000000000" pitchFamily="2" charset="2"/>
              <a:buChar char="q"/>
            </a:pPr>
            <a:r>
              <a:rPr lang="en-US" sz="900" dirty="0"/>
              <a:t>Router#</a:t>
            </a:r>
          </a:p>
        </p:txBody>
      </p:sp>
      <p:sp>
        <p:nvSpPr>
          <p:cNvPr id="8" name="TextBox 7">
            <a:extLst>
              <a:ext uri="{FF2B5EF4-FFF2-40B4-BE49-F238E27FC236}">
                <a16:creationId xmlns:a16="http://schemas.microsoft.com/office/drawing/2014/main" id="{89C8F7BA-E803-FB14-A53C-FBE4A3628F02}"/>
              </a:ext>
            </a:extLst>
          </p:cNvPr>
          <p:cNvSpPr txBox="1"/>
          <p:nvPr/>
        </p:nvSpPr>
        <p:spPr>
          <a:xfrm>
            <a:off x="4253441" y="877359"/>
            <a:ext cx="4580466" cy="4108817"/>
          </a:xfrm>
          <a:prstGeom prst="rect">
            <a:avLst/>
          </a:prstGeom>
          <a:noFill/>
        </p:spPr>
        <p:txBody>
          <a:bodyPr wrap="square">
            <a:spAutoFit/>
          </a:bodyPr>
          <a:lstStyle/>
          <a:p>
            <a:r>
              <a:rPr lang="en-US" sz="1800" b="1" dirty="0">
                <a:highlight>
                  <a:srgbClr val="00FFFF"/>
                </a:highlight>
              </a:rPr>
              <a:t>R2</a:t>
            </a:r>
          </a:p>
          <a:p>
            <a:pPr marL="171450" indent="-171450">
              <a:buFont typeface="Wingdings" panose="05000000000000000000" pitchFamily="2" charset="2"/>
              <a:buChar char="q"/>
            </a:pPr>
            <a:r>
              <a:rPr lang="en-US" sz="900" dirty="0"/>
              <a:t>Router&gt; enable</a:t>
            </a:r>
          </a:p>
          <a:p>
            <a:pPr marL="171450" indent="-171450">
              <a:buFont typeface="Wingdings" panose="05000000000000000000" pitchFamily="2" charset="2"/>
              <a:buChar char="q"/>
            </a:pPr>
            <a:r>
              <a:rPr lang="en-US" sz="900" dirty="0"/>
              <a:t>Router# configure terminal</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FastEthernet0/0</a:t>
            </a:r>
          </a:p>
          <a:p>
            <a:pPr marL="171450" indent="-171450">
              <a:buFont typeface="Wingdings" panose="05000000000000000000" pitchFamily="2" charset="2"/>
              <a:buChar char="q"/>
            </a:pPr>
            <a:r>
              <a:rPr lang="en-US" sz="900" dirty="0"/>
              <a:t>Router(config-if)# </a:t>
            </a:r>
            <a:r>
              <a:rPr lang="en-US" sz="900" dirty="0" err="1"/>
              <a:t>ip</a:t>
            </a:r>
            <a:r>
              <a:rPr lang="en-US" sz="900" dirty="0"/>
              <a:t> address </a:t>
            </a:r>
            <a:r>
              <a:rPr lang="en-PK" sz="900" dirty="0"/>
              <a:t>172.168.0.33 </a:t>
            </a:r>
            <a:r>
              <a:rPr lang="en-US" sz="900" dirty="0"/>
              <a:t>  255.255.255.224</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Serial0/0</a:t>
            </a:r>
          </a:p>
          <a:p>
            <a:pPr marL="171450" indent="-171450">
              <a:buFont typeface="Wingdings" panose="05000000000000000000" pitchFamily="2" charset="2"/>
              <a:buChar char="q"/>
            </a:pPr>
            <a:r>
              <a:rPr lang="en-US" sz="900" dirty="0"/>
              <a:t>Router(config-if)# </a:t>
            </a:r>
            <a:r>
              <a:rPr lang="en-US" sz="900" dirty="0" err="1"/>
              <a:t>ip</a:t>
            </a:r>
            <a:r>
              <a:rPr lang="en-US" sz="900" dirty="0"/>
              <a:t> address </a:t>
            </a:r>
            <a:r>
              <a:rPr lang="en-PK" sz="900" dirty="0"/>
              <a:t>172.168.0.9</a:t>
            </a:r>
            <a:r>
              <a:rPr lang="en-US" sz="900" dirty="0"/>
              <a:t>8   255.255.255.248</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Serial0/1</a:t>
            </a:r>
          </a:p>
          <a:p>
            <a:pPr marL="171450" indent="-171450">
              <a:buFont typeface="Wingdings" panose="05000000000000000000" pitchFamily="2" charset="2"/>
              <a:buChar char="q"/>
            </a:pPr>
            <a:r>
              <a:rPr lang="en-US" sz="900" dirty="0"/>
              <a:t>Router(config-if)# </a:t>
            </a:r>
            <a:r>
              <a:rPr lang="en-US" sz="900" dirty="0" err="1"/>
              <a:t>ip</a:t>
            </a:r>
            <a:r>
              <a:rPr lang="en-US" sz="900" dirty="0"/>
              <a:t>  address </a:t>
            </a:r>
            <a:r>
              <a:rPr lang="en-PK" sz="900" dirty="0"/>
              <a:t>172.168.0.129</a:t>
            </a:r>
            <a:r>
              <a:rPr lang="en-US" sz="900" dirty="0"/>
              <a:t> 255.255.255.248</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router rip</a:t>
            </a:r>
          </a:p>
          <a:p>
            <a:pPr marL="171450" indent="-171450">
              <a:buFont typeface="Wingdings" panose="05000000000000000000" pitchFamily="2" charset="2"/>
              <a:buChar char="q"/>
            </a:pPr>
            <a:r>
              <a:rPr lang="en-US" sz="900" dirty="0"/>
              <a:t>Router(config-router)# version 2</a:t>
            </a:r>
          </a:p>
          <a:p>
            <a:pPr marL="171450" indent="-171450">
              <a:buFont typeface="Wingdings" panose="05000000000000000000" pitchFamily="2" charset="2"/>
              <a:buChar char="q"/>
            </a:pPr>
            <a:r>
              <a:rPr lang="en-US" sz="900" dirty="0"/>
              <a:t>Router(config-router)# network 172.168.0.0</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900" b="0" i="0" u="none" strike="noStrike" kern="0" cap="none" spc="0" normalizeH="0" baseline="0" noProof="0" dirty="0">
                <a:ln>
                  <a:noFill/>
                </a:ln>
                <a:solidFill>
                  <a:srgbClr val="000000"/>
                </a:solidFill>
                <a:effectLst/>
                <a:uLnTx/>
                <a:uFillTx/>
                <a:latin typeface="Arial"/>
                <a:cs typeface="Arial"/>
                <a:sym typeface="Arial"/>
              </a:rPr>
              <a:t>Router(config-router)# no  auto-summary</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Router(config-router)# exit</a:t>
            </a:r>
          </a:p>
          <a:p>
            <a:pPr marL="171450" indent="-171450">
              <a:buFont typeface="Wingdings" panose="05000000000000000000" pitchFamily="2" charset="2"/>
              <a:buChar char="q"/>
            </a:pPr>
            <a:r>
              <a:rPr lang="en-US" sz="900" dirty="0"/>
              <a:t>Router(config)# exit</a:t>
            </a:r>
          </a:p>
          <a:p>
            <a:pPr marL="171450" indent="-171450">
              <a:buFont typeface="Wingdings" panose="05000000000000000000" pitchFamily="2" charset="2"/>
              <a:buChar char="q"/>
            </a:pPr>
            <a:r>
              <a:rPr lang="en-US" sz="900" dirty="0"/>
              <a:t>Router#</a:t>
            </a:r>
          </a:p>
        </p:txBody>
      </p:sp>
    </p:spTree>
    <p:extLst>
      <p:ext uri="{BB962C8B-B14F-4D97-AF65-F5344CB8AC3E}">
        <p14:creationId xmlns:p14="http://schemas.microsoft.com/office/powerpoint/2010/main" val="26400827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35E53-D223-9EFA-AD5E-A50899706AE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7DDE2DF-4857-16A4-18D1-C4AB2BDB97BC}"/>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0E8F325E-9479-65D4-152B-FC53EFE97EBF}"/>
              </a:ext>
            </a:extLst>
          </p:cNvPr>
          <p:cNvSpPr txBox="1"/>
          <p:nvPr/>
        </p:nvSpPr>
        <p:spPr>
          <a:xfrm>
            <a:off x="101600" y="652389"/>
            <a:ext cx="9042400" cy="30777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000000"/>
                </a:solidFill>
                <a:effectLst/>
                <a:highlight>
                  <a:srgbClr val="00FFFF"/>
                </a:highlight>
                <a:uLnTx/>
                <a:uFillTx/>
                <a:latin typeface="Arial"/>
                <a:cs typeface="Arial"/>
                <a:sym typeface="Arial"/>
              </a:rPr>
              <a:t>Q1: Practical, Using RIPv2</a:t>
            </a:r>
          </a:p>
        </p:txBody>
      </p:sp>
      <p:sp>
        <p:nvSpPr>
          <p:cNvPr id="3" name="TextBox 2">
            <a:extLst>
              <a:ext uri="{FF2B5EF4-FFF2-40B4-BE49-F238E27FC236}">
                <a16:creationId xmlns:a16="http://schemas.microsoft.com/office/drawing/2014/main" id="{24983C93-2455-31BD-750A-454BD0605D5D}"/>
              </a:ext>
            </a:extLst>
          </p:cNvPr>
          <p:cNvSpPr txBox="1"/>
          <p:nvPr/>
        </p:nvSpPr>
        <p:spPr>
          <a:xfrm>
            <a:off x="219074" y="1082119"/>
            <a:ext cx="4034367" cy="3277820"/>
          </a:xfrm>
          <a:prstGeom prst="rect">
            <a:avLst/>
          </a:prstGeom>
          <a:noFill/>
        </p:spPr>
        <p:txBody>
          <a:bodyPr wrap="square">
            <a:spAutoFit/>
          </a:bodyPr>
          <a:lstStyle/>
          <a:p>
            <a:r>
              <a:rPr lang="en-US" sz="1800" b="1" dirty="0">
                <a:highlight>
                  <a:srgbClr val="00FFFF"/>
                </a:highlight>
              </a:rPr>
              <a:t>R3</a:t>
            </a:r>
          </a:p>
          <a:p>
            <a:pPr marL="171450" indent="-171450">
              <a:buFont typeface="Wingdings" panose="05000000000000000000" pitchFamily="2" charset="2"/>
              <a:buChar char="q"/>
            </a:pPr>
            <a:r>
              <a:rPr lang="en-US" sz="900" dirty="0"/>
              <a:t>Router&gt; enable</a:t>
            </a:r>
          </a:p>
          <a:p>
            <a:pPr marL="171450" indent="-171450">
              <a:buFont typeface="Wingdings" panose="05000000000000000000" pitchFamily="2" charset="2"/>
              <a:buChar char="q"/>
            </a:pPr>
            <a:r>
              <a:rPr lang="en-US" sz="900" dirty="0"/>
              <a:t>Router# configure terminal</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FastEthernet0/0</a:t>
            </a:r>
          </a:p>
          <a:p>
            <a:pPr marL="171450" indent="-171450">
              <a:buFont typeface="Wingdings" panose="05000000000000000000" pitchFamily="2" charset="2"/>
              <a:buChar char="q"/>
            </a:pPr>
            <a:r>
              <a:rPr lang="en-US" sz="900" dirty="0"/>
              <a:t>Router(config-if)# </a:t>
            </a:r>
            <a:r>
              <a:rPr lang="en-US" sz="900" dirty="0" err="1"/>
              <a:t>ip</a:t>
            </a:r>
            <a:r>
              <a:rPr lang="en-US" sz="900" dirty="0"/>
              <a:t>  address </a:t>
            </a:r>
            <a:r>
              <a:rPr lang="en-PK" sz="900" dirty="0"/>
              <a:t>172.168.0.65</a:t>
            </a:r>
            <a:r>
              <a:rPr lang="en-US" sz="900" dirty="0"/>
              <a:t>   255.255.255.224 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Serial0/0</a:t>
            </a:r>
          </a:p>
          <a:p>
            <a:pPr marL="171450" indent="-171450">
              <a:buFont typeface="Wingdings" panose="05000000000000000000" pitchFamily="2" charset="2"/>
              <a:buChar char="q"/>
            </a:pPr>
            <a:r>
              <a:rPr lang="en-US" sz="900" dirty="0"/>
              <a:t>Router(config-if)# </a:t>
            </a:r>
            <a:r>
              <a:rPr lang="en-US" sz="900" dirty="0" err="1"/>
              <a:t>ip</a:t>
            </a:r>
            <a:r>
              <a:rPr lang="en-US" sz="900" dirty="0"/>
              <a:t>  address </a:t>
            </a:r>
            <a:r>
              <a:rPr lang="en-PK" sz="900" dirty="0"/>
              <a:t>172.168.0.1</a:t>
            </a:r>
            <a:r>
              <a:rPr lang="en-US" sz="900" dirty="0"/>
              <a:t>30  255.255.255.248</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router  rip</a:t>
            </a:r>
          </a:p>
          <a:p>
            <a:pPr marL="171450" indent="-171450">
              <a:buFont typeface="Wingdings" panose="05000000000000000000" pitchFamily="2" charset="2"/>
              <a:buChar char="q"/>
            </a:pPr>
            <a:r>
              <a:rPr lang="en-US" sz="900" dirty="0"/>
              <a:t>Router(config-router)# version  2</a:t>
            </a:r>
          </a:p>
          <a:p>
            <a:pPr marL="171450" indent="-171450">
              <a:buFont typeface="Wingdings" panose="05000000000000000000" pitchFamily="2" charset="2"/>
              <a:buChar char="q"/>
            </a:pPr>
            <a:r>
              <a:rPr lang="en-US" sz="900" dirty="0"/>
              <a:t>Router(config-router)# network  172.168.0.0</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900" b="0" i="0" u="none" strike="noStrike" kern="0" cap="none" spc="0" normalizeH="0" baseline="0" noProof="0" dirty="0">
                <a:ln>
                  <a:noFill/>
                </a:ln>
                <a:solidFill>
                  <a:srgbClr val="000000"/>
                </a:solidFill>
                <a:effectLst/>
                <a:uLnTx/>
                <a:uFillTx/>
                <a:latin typeface="Arial"/>
                <a:cs typeface="Arial"/>
                <a:sym typeface="Arial"/>
              </a:rPr>
              <a:t>Router(config-router)# no  auto-summary</a:t>
            </a:r>
            <a:endParaRPr lang="en-US" sz="900" dirty="0"/>
          </a:p>
          <a:p>
            <a:pPr marL="171450" indent="-171450">
              <a:buFont typeface="Wingdings" panose="05000000000000000000" pitchFamily="2" charset="2"/>
              <a:buChar char="q"/>
            </a:pPr>
            <a:r>
              <a:rPr lang="en-US" sz="900" dirty="0"/>
              <a:t>Router(config-router)#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exit</a:t>
            </a:r>
          </a:p>
          <a:p>
            <a:pPr marL="171450" indent="-171450">
              <a:buFont typeface="Wingdings" panose="05000000000000000000" pitchFamily="2" charset="2"/>
              <a:buChar char="q"/>
            </a:pPr>
            <a:r>
              <a:rPr lang="en-US" sz="900" dirty="0"/>
              <a:t>Router#</a:t>
            </a:r>
          </a:p>
        </p:txBody>
      </p:sp>
      <p:sp>
        <p:nvSpPr>
          <p:cNvPr id="6" name="TextBox 5">
            <a:extLst>
              <a:ext uri="{FF2B5EF4-FFF2-40B4-BE49-F238E27FC236}">
                <a16:creationId xmlns:a16="http://schemas.microsoft.com/office/drawing/2014/main" id="{92ED9979-E57B-9430-8A1D-9B3067AF3AF5}"/>
              </a:ext>
            </a:extLst>
          </p:cNvPr>
          <p:cNvSpPr txBox="1"/>
          <p:nvPr/>
        </p:nvSpPr>
        <p:spPr>
          <a:xfrm>
            <a:off x="296333" y="4852425"/>
            <a:ext cx="7840133"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highlight>
                  <a:srgbClr val="00FFFF"/>
                </a:highlight>
              </a:rPr>
              <a:t>n</a:t>
            </a:r>
            <a:r>
              <a:rPr kumimoji="0" lang="en-US" sz="1200" b="0" i="0" u="none" strike="noStrike" kern="0" cap="none" spc="0" normalizeH="0" baseline="0" noProof="0" dirty="0">
                <a:ln>
                  <a:noFill/>
                </a:ln>
                <a:solidFill>
                  <a:srgbClr val="000000"/>
                </a:solidFill>
                <a:effectLst/>
                <a:highlight>
                  <a:srgbClr val="00FFFF"/>
                </a:highlight>
                <a:uLnTx/>
                <a:uFillTx/>
                <a:latin typeface="Arial"/>
                <a:cs typeface="Arial"/>
                <a:sym typeface="Arial"/>
              </a:rPr>
              <a:t>o auto-summary in RIP is used to stop RIP from shortening routes and instead send the full subnet information</a:t>
            </a:r>
            <a:endParaRPr kumimoji="0" lang="en-PK" sz="1200" b="0" i="0" u="none" strike="noStrike" kern="0" cap="none" spc="0" normalizeH="0" baseline="0" noProof="0" dirty="0">
              <a:ln>
                <a:noFill/>
              </a:ln>
              <a:solidFill>
                <a:srgbClr val="000000"/>
              </a:solidFill>
              <a:effectLst/>
              <a:highlight>
                <a:srgbClr val="00FFFF"/>
              </a:highlight>
              <a:uLnTx/>
              <a:uFillTx/>
              <a:latin typeface="Arial"/>
              <a:cs typeface="Arial"/>
              <a:sym typeface="Arial"/>
            </a:endParaRPr>
          </a:p>
        </p:txBody>
      </p:sp>
    </p:spTree>
    <p:extLst>
      <p:ext uri="{BB962C8B-B14F-4D97-AF65-F5344CB8AC3E}">
        <p14:creationId xmlns:p14="http://schemas.microsoft.com/office/powerpoint/2010/main" val="331155415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BCBC1-F91D-8133-0CB7-9FCF75132EE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13E85FE-085B-FE2A-2D04-68BC3A6AF833}"/>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92F7BD5F-405E-025A-3DE7-A957E63F9FDD}"/>
              </a:ext>
            </a:extLst>
          </p:cNvPr>
          <p:cNvSpPr txBox="1"/>
          <p:nvPr/>
        </p:nvSpPr>
        <p:spPr>
          <a:xfrm>
            <a:off x="101600" y="626548"/>
            <a:ext cx="8559800" cy="3354765"/>
          </a:xfrm>
          <a:prstGeom prst="rect">
            <a:avLst/>
          </a:prstGeom>
          <a:noFill/>
        </p:spPr>
        <p:txBody>
          <a:bodyPr wrap="square">
            <a:spAutoFit/>
          </a:bodyPr>
          <a:lstStyle/>
          <a:p>
            <a:pPr algn="just"/>
            <a:r>
              <a:rPr lang="en-US" b="1" dirty="0">
                <a:highlight>
                  <a:srgbClr val="00FFFF"/>
                </a:highlight>
              </a:rPr>
              <a:t>Other Practical:</a:t>
            </a:r>
          </a:p>
          <a:p>
            <a:pPr algn="just"/>
            <a:endParaRPr lang="en-US" b="1" dirty="0">
              <a:highlight>
                <a:srgbClr val="00FFFF"/>
              </a:highlight>
            </a:endParaRPr>
          </a:p>
          <a:p>
            <a:pPr algn="just"/>
            <a:r>
              <a:rPr lang="en-US" dirty="0">
                <a:solidFill>
                  <a:schemeClr val="bg1"/>
                </a:solidFill>
              </a:rPr>
              <a:t>Assignment:</a:t>
            </a:r>
          </a:p>
          <a:p>
            <a:pPr algn="just"/>
            <a:endParaRPr lang="en-US" dirty="0">
              <a:solidFill>
                <a:schemeClr val="bg1"/>
              </a:solidFill>
            </a:endParaRPr>
          </a:p>
          <a:p>
            <a:pPr algn="just"/>
            <a:r>
              <a:rPr lang="en-US" sz="1600" b="1" dirty="0">
                <a:solidFill>
                  <a:schemeClr val="bg1"/>
                </a:solidFill>
              </a:rPr>
              <a:t>Class B:</a:t>
            </a:r>
          </a:p>
          <a:p>
            <a:pPr marL="342900" indent="-342900" algn="just">
              <a:buFont typeface="+mj-lt"/>
              <a:buAutoNum type="arabicPeriod"/>
            </a:pPr>
            <a:r>
              <a:rPr lang="en-US" dirty="0">
                <a:solidFill>
                  <a:schemeClr val="bg1"/>
                </a:solidFill>
              </a:rPr>
              <a:t>172.168.100.100/16,  Connect 5 Branches , 26 Users each</a:t>
            </a:r>
          </a:p>
          <a:p>
            <a:pPr marL="342900" indent="-342900" algn="just">
              <a:buFont typeface="+mj-lt"/>
              <a:buAutoNum type="arabicPeriod"/>
            </a:pPr>
            <a:endParaRPr lang="en-US" dirty="0">
              <a:solidFill>
                <a:schemeClr val="bg1"/>
              </a:solidFill>
            </a:endParaRPr>
          </a:p>
          <a:p>
            <a:pPr marL="342900" indent="-342900" algn="just">
              <a:buFont typeface="+mj-lt"/>
              <a:buAutoNum type="arabicPeriod"/>
            </a:pPr>
            <a:r>
              <a:rPr lang="en-US" dirty="0">
                <a:solidFill>
                  <a:schemeClr val="bg1"/>
                </a:solidFill>
              </a:rPr>
              <a:t>172.168.100.90/16,    Connect 3 Branches , 60 Users each</a:t>
            </a:r>
          </a:p>
          <a:p>
            <a:pPr marL="342900" indent="-342900" algn="just">
              <a:buFont typeface="+mj-lt"/>
              <a:buAutoNum type="arabicPeriod"/>
            </a:pPr>
            <a:endParaRPr lang="en-US" dirty="0">
              <a:solidFill>
                <a:schemeClr val="bg1"/>
              </a:solidFill>
            </a:endParaRPr>
          </a:p>
          <a:p>
            <a:pPr marL="342900" indent="-342900" algn="just">
              <a:buFont typeface="+mj-lt"/>
              <a:buAutoNum type="arabicPeriod"/>
            </a:pPr>
            <a:r>
              <a:rPr lang="en-US" dirty="0">
                <a:solidFill>
                  <a:schemeClr val="bg1"/>
                </a:solidFill>
              </a:rPr>
              <a:t>172.168.10.20/16,      Connect 4 Branches , 50 Users each </a:t>
            </a:r>
          </a:p>
          <a:p>
            <a:pPr marL="342900" indent="-342900" algn="just">
              <a:buFont typeface="+mj-lt"/>
              <a:buAutoNum type="arabicPeriod"/>
            </a:pPr>
            <a:endParaRPr lang="en-US" dirty="0">
              <a:solidFill>
                <a:schemeClr val="bg1"/>
              </a:solidFill>
            </a:endParaRPr>
          </a:p>
          <a:p>
            <a:pPr marL="342900" indent="-342900" algn="just">
              <a:buFont typeface="+mj-lt"/>
              <a:buAutoNum type="arabicPeriod"/>
            </a:pPr>
            <a:r>
              <a:rPr lang="en-US" dirty="0">
                <a:solidFill>
                  <a:schemeClr val="bg1"/>
                </a:solidFill>
              </a:rPr>
              <a:t>128.150.100.100/16,  Connect 7 Branches , 20 Users each</a:t>
            </a:r>
          </a:p>
          <a:p>
            <a:pPr marL="342900" indent="-342900" algn="just">
              <a:buFont typeface="+mj-lt"/>
              <a:buAutoNum type="arabicPeriod"/>
            </a:pPr>
            <a:endParaRPr lang="en-US" dirty="0">
              <a:solidFill>
                <a:schemeClr val="bg1"/>
              </a:solidFill>
            </a:endParaRPr>
          </a:p>
          <a:p>
            <a:pPr marL="342900" indent="-342900" algn="just">
              <a:buFont typeface="+mj-lt"/>
              <a:buAutoNum type="arabicPeriod"/>
            </a:pPr>
            <a:r>
              <a:rPr lang="en-US" dirty="0">
                <a:solidFill>
                  <a:schemeClr val="bg1"/>
                </a:solidFill>
              </a:rPr>
              <a:t>130.160.50.60/16,      Connect 2 Branches , 118 users each</a:t>
            </a:r>
          </a:p>
          <a:p>
            <a:pPr marL="342900" indent="-342900" algn="just">
              <a:buFont typeface="+mj-lt"/>
              <a:buAutoNum type="arabicPeriod"/>
            </a:pPr>
            <a:endParaRPr lang="en-US" dirty="0">
              <a:solidFill>
                <a:schemeClr val="bg1"/>
              </a:solidFill>
            </a:endParaRPr>
          </a:p>
        </p:txBody>
      </p:sp>
    </p:spTree>
    <p:extLst>
      <p:ext uri="{BB962C8B-B14F-4D97-AF65-F5344CB8AC3E}">
        <p14:creationId xmlns:p14="http://schemas.microsoft.com/office/powerpoint/2010/main" val="223676531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350F4-D66A-E6BE-E615-26E11AE12B69}"/>
            </a:ext>
          </a:extLst>
        </p:cNvPr>
        <p:cNvGrpSpPr/>
        <p:nvPr/>
      </p:nvGrpSpPr>
      <p:grpSpPr>
        <a:xfrm>
          <a:off x="0" y="0"/>
          <a:ext cx="0" cy="0"/>
          <a:chOff x="0" y="0"/>
          <a:chExt cx="0" cy="0"/>
        </a:xfrm>
      </p:grpSpPr>
    </p:spTree>
    <p:extLst>
      <p:ext uri="{BB962C8B-B14F-4D97-AF65-F5344CB8AC3E}">
        <p14:creationId xmlns:p14="http://schemas.microsoft.com/office/powerpoint/2010/main" val="288624911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52519-37C4-5972-50B1-98E0D410472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2F17510-266A-BA49-3B8C-DB6F5CB41D09}"/>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6" name="TextBox 5">
            <a:extLst>
              <a:ext uri="{FF2B5EF4-FFF2-40B4-BE49-F238E27FC236}">
                <a16:creationId xmlns:a16="http://schemas.microsoft.com/office/drawing/2014/main" id="{DC094A61-4A94-F5AF-AE30-5B26170F65C0}"/>
              </a:ext>
            </a:extLst>
          </p:cNvPr>
          <p:cNvSpPr txBox="1"/>
          <p:nvPr/>
        </p:nvSpPr>
        <p:spPr>
          <a:xfrm>
            <a:off x="838201" y="1956197"/>
            <a:ext cx="7789332" cy="1231106"/>
          </a:xfrm>
          <a:prstGeom prst="rect">
            <a:avLst/>
          </a:prstGeom>
          <a:noFill/>
        </p:spPr>
        <p:txBody>
          <a:bodyPr wrap="square">
            <a:spAutoFit/>
          </a:bodyPr>
          <a:lstStyle/>
          <a:p>
            <a:r>
              <a:rPr lang="en-US" sz="6000" dirty="0">
                <a:highlight>
                  <a:srgbClr val="00FFFF"/>
                </a:highlight>
                <a:ea typeface="Open Sans" pitchFamily="34" charset="-122"/>
              </a:rPr>
              <a:t>FLSM using Class A:</a:t>
            </a:r>
          </a:p>
          <a:p>
            <a:endParaRPr lang="en-US" sz="1400" dirty="0">
              <a:ea typeface="Open Sans" pitchFamily="34" charset="-122"/>
            </a:endParaRPr>
          </a:p>
        </p:txBody>
      </p:sp>
    </p:spTree>
    <p:extLst>
      <p:ext uri="{BB962C8B-B14F-4D97-AF65-F5344CB8AC3E}">
        <p14:creationId xmlns:p14="http://schemas.microsoft.com/office/powerpoint/2010/main" val="199991549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D51E6-D405-5D74-329D-AD957EC050D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ECCC694-94B8-EC97-5653-C0E3EF704586}"/>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D4339C1A-4AE1-6D8A-B8F8-2B05BA181181}"/>
              </a:ext>
            </a:extLst>
          </p:cNvPr>
          <p:cNvSpPr txBox="1"/>
          <p:nvPr/>
        </p:nvSpPr>
        <p:spPr>
          <a:xfrm>
            <a:off x="101600" y="554575"/>
            <a:ext cx="9042400" cy="523220"/>
          </a:xfrm>
          <a:prstGeom prst="rect">
            <a:avLst/>
          </a:prstGeom>
          <a:noFill/>
        </p:spPr>
        <p:txBody>
          <a:bodyPr wrap="square">
            <a:spAutoFit/>
          </a:bodyPr>
          <a:lstStyle/>
          <a:p>
            <a:pPr algn="just"/>
            <a:r>
              <a:rPr lang="en-US" b="1" dirty="0">
                <a:highlight>
                  <a:srgbClr val="00FFFF"/>
                </a:highlight>
              </a:rPr>
              <a:t>Q1: </a:t>
            </a:r>
            <a:r>
              <a:rPr lang="en-US" dirty="0">
                <a:highlight>
                  <a:srgbClr val="00FFFF"/>
                </a:highlight>
              </a:rPr>
              <a:t>Company bought an IP 10.10.10.10 , company says connect 3 branches and connect 56 branches users each branch. Using FLSM and using RIPv2.</a:t>
            </a:r>
          </a:p>
        </p:txBody>
      </p:sp>
      <p:pic>
        <p:nvPicPr>
          <p:cNvPr id="3" name="Picture 2">
            <a:extLst>
              <a:ext uri="{FF2B5EF4-FFF2-40B4-BE49-F238E27FC236}">
                <a16:creationId xmlns:a16="http://schemas.microsoft.com/office/drawing/2014/main" id="{A549C301-0A48-5478-5449-43E89235D8B0}"/>
              </a:ext>
            </a:extLst>
          </p:cNvPr>
          <p:cNvPicPr>
            <a:picLocks noChangeAspect="1"/>
          </p:cNvPicPr>
          <p:nvPr/>
        </p:nvPicPr>
        <p:blipFill>
          <a:blip r:embed="rId2"/>
          <a:stretch>
            <a:fillRect/>
          </a:stretch>
        </p:blipFill>
        <p:spPr>
          <a:xfrm>
            <a:off x="0" y="1295400"/>
            <a:ext cx="9144000" cy="3848100"/>
          </a:xfrm>
          <a:prstGeom prst="rect">
            <a:avLst/>
          </a:prstGeom>
        </p:spPr>
      </p:pic>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C5ADCF01-E04B-F3CE-1000-D3B0BD8AAAC9}"/>
                  </a:ext>
                </a:extLst>
              </p14:cNvPr>
              <p14:cNvContentPartPr/>
              <p14:nvPr/>
            </p14:nvContentPartPr>
            <p14:xfrm>
              <a:off x="244693" y="2124613"/>
              <a:ext cx="1245960" cy="2973960"/>
            </p14:xfrm>
          </p:contentPart>
        </mc:Choice>
        <mc:Fallback xmlns="">
          <p:pic>
            <p:nvPicPr>
              <p:cNvPr id="10" name="Ink 9">
                <a:extLst>
                  <a:ext uri="{FF2B5EF4-FFF2-40B4-BE49-F238E27FC236}">
                    <a16:creationId xmlns:a16="http://schemas.microsoft.com/office/drawing/2014/main" id="{C5ADCF01-E04B-F3CE-1000-D3B0BD8AAAC9}"/>
                  </a:ext>
                </a:extLst>
              </p:cNvPr>
              <p:cNvPicPr/>
              <p:nvPr/>
            </p:nvPicPr>
            <p:blipFill>
              <a:blip r:embed="rId4"/>
              <a:stretch>
                <a:fillRect/>
              </a:stretch>
            </p:blipFill>
            <p:spPr>
              <a:xfrm>
                <a:off x="235696" y="2115612"/>
                <a:ext cx="1263595" cy="2991602"/>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84B01665-E2EA-5BD5-68EA-C5EB044D26D6}"/>
                  </a:ext>
                </a:extLst>
              </p14:cNvPr>
              <p14:cNvContentPartPr/>
              <p14:nvPr/>
            </p14:nvContentPartPr>
            <p14:xfrm>
              <a:off x="3487213" y="2028853"/>
              <a:ext cx="1975680" cy="3061440"/>
            </p14:xfrm>
          </p:contentPart>
        </mc:Choice>
        <mc:Fallback xmlns="">
          <p:pic>
            <p:nvPicPr>
              <p:cNvPr id="11" name="Ink 10">
                <a:extLst>
                  <a:ext uri="{FF2B5EF4-FFF2-40B4-BE49-F238E27FC236}">
                    <a16:creationId xmlns:a16="http://schemas.microsoft.com/office/drawing/2014/main" id="{84B01665-E2EA-5BD5-68EA-C5EB044D26D6}"/>
                  </a:ext>
                </a:extLst>
              </p:cNvPr>
              <p:cNvPicPr/>
              <p:nvPr/>
            </p:nvPicPr>
            <p:blipFill>
              <a:blip r:embed="rId6"/>
              <a:stretch>
                <a:fillRect/>
              </a:stretch>
            </p:blipFill>
            <p:spPr>
              <a:xfrm>
                <a:off x="3478213" y="2019853"/>
                <a:ext cx="1993320" cy="307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3F93D8F0-8CBC-BDE2-7F34-11BD289E50EC}"/>
                  </a:ext>
                </a:extLst>
              </p14:cNvPr>
              <p14:cNvContentPartPr/>
              <p14:nvPr/>
            </p14:nvContentPartPr>
            <p14:xfrm>
              <a:off x="7499773" y="2017333"/>
              <a:ext cx="1535040" cy="3021480"/>
            </p14:xfrm>
          </p:contentPart>
        </mc:Choice>
        <mc:Fallback xmlns="">
          <p:pic>
            <p:nvPicPr>
              <p:cNvPr id="12" name="Ink 11">
                <a:extLst>
                  <a:ext uri="{FF2B5EF4-FFF2-40B4-BE49-F238E27FC236}">
                    <a16:creationId xmlns:a16="http://schemas.microsoft.com/office/drawing/2014/main" id="{3F93D8F0-8CBC-BDE2-7F34-11BD289E50EC}"/>
                  </a:ext>
                </a:extLst>
              </p:cNvPr>
              <p:cNvPicPr/>
              <p:nvPr/>
            </p:nvPicPr>
            <p:blipFill>
              <a:blip r:embed="rId8"/>
              <a:stretch>
                <a:fillRect/>
              </a:stretch>
            </p:blipFill>
            <p:spPr>
              <a:xfrm>
                <a:off x="7490773" y="2008333"/>
                <a:ext cx="1552680" cy="30391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FA89D46D-D611-9BD5-EE92-DB364C1BE93F}"/>
                  </a:ext>
                </a:extLst>
              </p14:cNvPr>
              <p14:cNvContentPartPr/>
              <p14:nvPr/>
            </p14:nvContentPartPr>
            <p14:xfrm>
              <a:off x="1081693" y="1446013"/>
              <a:ext cx="2999880" cy="917280"/>
            </p14:xfrm>
          </p:contentPart>
        </mc:Choice>
        <mc:Fallback xmlns="">
          <p:pic>
            <p:nvPicPr>
              <p:cNvPr id="13" name="Ink 12">
                <a:extLst>
                  <a:ext uri="{FF2B5EF4-FFF2-40B4-BE49-F238E27FC236}">
                    <a16:creationId xmlns:a16="http://schemas.microsoft.com/office/drawing/2014/main" id="{FA89D46D-D611-9BD5-EE92-DB364C1BE93F}"/>
                  </a:ext>
                </a:extLst>
              </p:cNvPr>
              <p:cNvPicPr/>
              <p:nvPr/>
            </p:nvPicPr>
            <p:blipFill>
              <a:blip r:embed="rId10"/>
              <a:stretch>
                <a:fillRect/>
              </a:stretch>
            </p:blipFill>
            <p:spPr>
              <a:xfrm>
                <a:off x="1072693" y="1437013"/>
                <a:ext cx="3017520" cy="9349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26F9A7BA-31C6-9142-B735-FA8BB71282B4}"/>
                  </a:ext>
                </a:extLst>
              </p14:cNvPr>
              <p14:cNvContentPartPr/>
              <p14:nvPr/>
            </p14:nvContentPartPr>
            <p14:xfrm>
              <a:off x="4647133" y="1368613"/>
              <a:ext cx="3326760" cy="797760"/>
            </p14:xfrm>
          </p:contentPart>
        </mc:Choice>
        <mc:Fallback xmlns="">
          <p:pic>
            <p:nvPicPr>
              <p:cNvPr id="14" name="Ink 13">
                <a:extLst>
                  <a:ext uri="{FF2B5EF4-FFF2-40B4-BE49-F238E27FC236}">
                    <a16:creationId xmlns:a16="http://schemas.microsoft.com/office/drawing/2014/main" id="{26F9A7BA-31C6-9142-B735-FA8BB71282B4}"/>
                  </a:ext>
                </a:extLst>
              </p:cNvPr>
              <p:cNvPicPr/>
              <p:nvPr/>
            </p:nvPicPr>
            <p:blipFill>
              <a:blip r:embed="rId12"/>
              <a:stretch>
                <a:fillRect/>
              </a:stretch>
            </p:blipFill>
            <p:spPr>
              <a:xfrm>
                <a:off x="4638133" y="1359617"/>
                <a:ext cx="3344400" cy="815392"/>
              </a:xfrm>
              <a:prstGeom prst="rect">
                <a:avLst/>
              </a:prstGeom>
            </p:spPr>
          </p:pic>
        </mc:Fallback>
      </mc:AlternateContent>
      <p:sp>
        <p:nvSpPr>
          <p:cNvPr id="17" name="TextBox 16">
            <a:extLst>
              <a:ext uri="{FF2B5EF4-FFF2-40B4-BE49-F238E27FC236}">
                <a16:creationId xmlns:a16="http://schemas.microsoft.com/office/drawing/2014/main" id="{34E638CF-04AD-94E7-00A0-FFEA90AC63B9}"/>
              </a:ext>
            </a:extLst>
          </p:cNvPr>
          <p:cNvSpPr txBox="1"/>
          <p:nvPr/>
        </p:nvSpPr>
        <p:spPr>
          <a:xfrm>
            <a:off x="172566" y="2448639"/>
            <a:ext cx="834967" cy="246221"/>
          </a:xfrm>
          <a:prstGeom prst="rect">
            <a:avLst/>
          </a:prstGeom>
          <a:noFill/>
        </p:spPr>
        <p:txBody>
          <a:bodyPr wrap="square">
            <a:spAutoFit/>
          </a:bodyPr>
          <a:lstStyle/>
          <a:p>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1 </a:t>
            </a:r>
            <a:endParaRPr lang="en-PK" b="1" dirty="0">
              <a:highlight>
                <a:srgbClr val="00FF00"/>
              </a:highlight>
            </a:endParaRPr>
          </a:p>
        </p:txBody>
      </p:sp>
      <p:sp>
        <p:nvSpPr>
          <p:cNvPr id="19" name="TextBox 18">
            <a:extLst>
              <a:ext uri="{FF2B5EF4-FFF2-40B4-BE49-F238E27FC236}">
                <a16:creationId xmlns:a16="http://schemas.microsoft.com/office/drawing/2014/main" id="{91C21916-A4A3-0707-5BAA-F7116A21DB60}"/>
              </a:ext>
            </a:extLst>
          </p:cNvPr>
          <p:cNvSpPr txBox="1"/>
          <p:nvPr/>
        </p:nvSpPr>
        <p:spPr>
          <a:xfrm>
            <a:off x="6017683" y="1446013"/>
            <a:ext cx="89958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5 </a:t>
            </a:r>
            <a:endParaRPr kumimoji="0" lang="en-PK" sz="1400" b="1"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21" name="TextBox 20">
            <a:extLst>
              <a:ext uri="{FF2B5EF4-FFF2-40B4-BE49-F238E27FC236}">
                <a16:creationId xmlns:a16="http://schemas.microsoft.com/office/drawing/2014/main" id="{75F92B3B-AEC8-A175-AAD4-387A51A3D323}"/>
              </a:ext>
            </a:extLst>
          </p:cNvPr>
          <p:cNvSpPr txBox="1"/>
          <p:nvPr/>
        </p:nvSpPr>
        <p:spPr>
          <a:xfrm>
            <a:off x="1772289" y="1525098"/>
            <a:ext cx="101324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4 </a:t>
            </a:r>
            <a:endParaRPr kumimoji="0" lang="en-PK" sz="1400" b="1"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23" name="TextBox 22">
            <a:extLst>
              <a:ext uri="{FF2B5EF4-FFF2-40B4-BE49-F238E27FC236}">
                <a16:creationId xmlns:a16="http://schemas.microsoft.com/office/drawing/2014/main" id="{C57C734D-B920-B1DC-F4FE-12725CA956C1}"/>
              </a:ext>
            </a:extLst>
          </p:cNvPr>
          <p:cNvSpPr txBox="1"/>
          <p:nvPr/>
        </p:nvSpPr>
        <p:spPr>
          <a:xfrm>
            <a:off x="7459453" y="2694860"/>
            <a:ext cx="85608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lang="en-US" sz="1000" b="1" dirty="0">
                <a:highlight>
                  <a:srgbClr val="00FF00"/>
                </a:highlight>
                <a:ea typeface="Open Sans" pitchFamily="34" charset="-122"/>
              </a:rPr>
              <a:t> 3</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a:t>
            </a:r>
            <a:endParaRPr kumimoji="0" lang="en-PK" sz="1400" b="1"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25" name="TextBox 24">
            <a:extLst>
              <a:ext uri="{FF2B5EF4-FFF2-40B4-BE49-F238E27FC236}">
                <a16:creationId xmlns:a16="http://schemas.microsoft.com/office/drawing/2014/main" id="{073827C5-3915-87DD-FA5A-6B4B8A113FF7}"/>
              </a:ext>
            </a:extLst>
          </p:cNvPr>
          <p:cNvSpPr txBox="1"/>
          <p:nvPr/>
        </p:nvSpPr>
        <p:spPr>
          <a:xfrm>
            <a:off x="3527533" y="3120299"/>
            <a:ext cx="81576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2 </a:t>
            </a:r>
            <a:endParaRPr kumimoji="0" lang="en-PK" sz="1400" b="1"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Tree>
    <p:extLst>
      <p:ext uri="{BB962C8B-B14F-4D97-AF65-F5344CB8AC3E}">
        <p14:creationId xmlns:p14="http://schemas.microsoft.com/office/powerpoint/2010/main" val="28459063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6A1EB-4409-8728-F169-56291CA3732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5683222-61C5-4DE5-2431-7783875A1CCB}"/>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71CFAEEE-AC96-0FF5-1CFC-09DB8216A3B4}"/>
              </a:ext>
            </a:extLst>
          </p:cNvPr>
          <p:cNvSpPr txBox="1"/>
          <p:nvPr/>
        </p:nvSpPr>
        <p:spPr>
          <a:xfrm>
            <a:off x="101600" y="626548"/>
            <a:ext cx="3623733" cy="307777"/>
          </a:xfrm>
          <a:prstGeom prst="rect">
            <a:avLst/>
          </a:prstGeom>
          <a:noFill/>
        </p:spPr>
        <p:txBody>
          <a:bodyPr wrap="square">
            <a:spAutoFit/>
          </a:bodyPr>
          <a:lstStyle/>
          <a:p>
            <a:pPr algn="just"/>
            <a:r>
              <a:rPr lang="en-US" b="1" dirty="0">
                <a:highlight>
                  <a:srgbClr val="00FFFF"/>
                </a:highlight>
              </a:rPr>
              <a:t>Here we have 5 Network, so let's begin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990C6D4-6480-7924-CE17-9DFA5DF6294F}"/>
                  </a:ext>
                </a:extLst>
              </p:cNvPr>
              <p:cNvSpPr txBox="1"/>
              <p:nvPr/>
            </p:nvSpPr>
            <p:spPr>
              <a:xfrm>
                <a:off x="254000" y="1148679"/>
                <a:ext cx="2578582" cy="3633431"/>
              </a:xfrm>
              <a:prstGeom prst="rect">
                <a:avLst/>
              </a:prstGeom>
              <a:noFill/>
            </p:spPr>
            <p:txBody>
              <a:bodyPr wrap="square">
                <a:spAutoFit/>
              </a:bodyPr>
              <a:lstStyle/>
              <a:p>
                <a:r>
                  <a:rPr lang="en-US" sz="1000" dirty="0">
                    <a:ea typeface="Open Sans" pitchFamily="34" charset="-122"/>
                  </a:rPr>
                  <a:t>Step 1: IP: 10.10.10.10/8</a:t>
                </a:r>
              </a:p>
              <a:p>
                <a:endParaRPr lang="en-US" sz="1000" dirty="0">
                  <a:ea typeface="Open Sans" pitchFamily="34" charset="-122"/>
                </a:endParaRPr>
              </a:p>
              <a:p>
                <a:r>
                  <a:rPr lang="en-US" sz="1000" dirty="0">
                    <a:ea typeface="Open Sans" pitchFamily="34" charset="-122"/>
                  </a:rPr>
                  <a:t>Step 2:  10.0.0.0  NID</a:t>
                </a:r>
              </a:p>
              <a:p>
                <a:endParaRPr lang="en-US" sz="1000" dirty="0">
                  <a:ea typeface="Open Sans" pitchFamily="34" charset="-122"/>
                </a:endParaRPr>
              </a:p>
              <a:p>
                <a:r>
                  <a:rPr lang="en-US" sz="1000" dirty="0">
                    <a:ea typeface="Open Sans" pitchFamily="34" charset="-122"/>
                  </a:rPr>
                  <a:t>Step 3:  10.00000000.00000000.00000000</a:t>
                </a:r>
              </a:p>
              <a:p>
                <a:endParaRPr lang="en-US" sz="1000" dirty="0">
                  <a:ea typeface="Open Sans" pitchFamily="34" charset="-122"/>
                </a:endParaRPr>
              </a:p>
              <a:p>
                <a14:m>
                  <m:oMath xmlns:m="http://schemas.openxmlformats.org/officeDocument/2006/math">
                    <m:sSup>
                      <m:sSupPr>
                        <m:ctrlPr>
                          <a:rPr lang="en-US" sz="1000" b="0" i="1" smtClean="0">
                            <a:latin typeface="Cambria Math" panose="02040503050406030204" pitchFamily="18" charset="0"/>
                            <a:ea typeface="Open Sans" pitchFamily="34" charset="-122"/>
                          </a:rPr>
                        </m:ctrlPr>
                      </m:sSupPr>
                      <m:e>
                        <m:r>
                          <a:rPr lang="en-US" sz="1000" b="0" i="1" smtClean="0">
                            <a:latin typeface="Cambria Math" panose="02040503050406030204" pitchFamily="18" charset="0"/>
                            <a:ea typeface="Open Sans" pitchFamily="34" charset="-122"/>
                          </a:rPr>
                          <m:t>2</m:t>
                        </m:r>
                      </m:e>
                      <m:sup>
                        <m:r>
                          <a:rPr lang="en-US" sz="1000" b="0" i="1" smtClean="0">
                            <a:latin typeface="Cambria Math" panose="02040503050406030204" pitchFamily="18" charset="0"/>
                            <a:ea typeface="Open Sans" pitchFamily="34" charset="-122"/>
                          </a:rPr>
                          <m:t>6</m:t>
                        </m:r>
                      </m:sup>
                    </m:sSup>
                  </m:oMath>
                </a14:m>
                <a:r>
                  <a:rPr lang="en-US" sz="1000" dirty="0">
                    <a:ea typeface="Open Sans" pitchFamily="34" charset="-122"/>
                  </a:rPr>
                  <a:t>− 2 = &gt;56</a:t>
                </a:r>
              </a:p>
              <a:p>
                <a:r>
                  <a:rPr lang="en-US" sz="1000" dirty="0">
                    <a:ea typeface="Open Sans" pitchFamily="34" charset="-122"/>
                  </a:rPr>
                  <a:t>64-2=&gt;56</a:t>
                </a:r>
              </a:p>
              <a:p>
                <a:r>
                  <a:rPr lang="en-US" sz="1000" dirty="0">
                    <a:ea typeface="Open Sans" pitchFamily="34" charset="-122"/>
                  </a:rPr>
                  <a:t>62=&gt;56  (Satisfied)</a:t>
                </a:r>
              </a:p>
              <a:p>
                <a:endParaRPr lang="en-US" sz="1000" dirty="0">
                  <a:ea typeface="Open Sans" pitchFamily="34" charset="-122"/>
                </a:endParaRPr>
              </a:p>
              <a:p>
                <a:r>
                  <a:rPr lang="en-US" sz="1000" dirty="0">
                    <a:highlight>
                      <a:srgbClr val="00FF00"/>
                    </a:highlight>
                    <a:ea typeface="Open Sans" pitchFamily="34" charset="-122"/>
                  </a:rPr>
                  <a:t>n = 6 host bits required.</a:t>
                </a:r>
              </a:p>
              <a:p>
                <a:endParaRPr lang="en-US" sz="1000" dirty="0">
                  <a:highlight>
                    <a:srgbClr val="00FF00"/>
                  </a:highlight>
                  <a:ea typeface="Open Sans" pitchFamily="34" charset="-122"/>
                </a:endParaRPr>
              </a:p>
              <a:p>
                <a:r>
                  <a:rPr lang="en-US" sz="1000" dirty="0">
                    <a:ea typeface="Open Sans" pitchFamily="34" charset="-122"/>
                  </a:rPr>
                  <a:t>Step 3: 10.00000000.00000000.00000000 </a:t>
                </a:r>
              </a:p>
              <a:p>
                <a:endParaRPr lang="en-US" sz="1000" dirty="0">
                  <a:ea typeface="Open Sans" pitchFamily="34" charset="-122"/>
                </a:endParaRPr>
              </a:p>
              <a:p>
                <a:r>
                  <a:rPr lang="en-US" sz="1000" dirty="0">
                    <a:ea typeface="Open Sans" pitchFamily="34" charset="-122"/>
                  </a:rPr>
                  <a:t>n=6 so , From right to left in first octet, count 6 zeros , And make remaining zeros 1</a:t>
                </a:r>
              </a:p>
              <a:p>
                <a:endParaRPr lang="en-US" sz="1000" dirty="0">
                  <a:ea typeface="Open Sans" pitchFamily="34" charset="-122"/>
                </a:endParaRPr>
              </a:p>
              <a:p>
                <a:r>
                  <a:rPr lang="en-US" sz="1000" dirty="0">
                    <a:ea typeface="Open Sans" pitchFamily="34" charset="-122"/>
                  </a:rPr>
                  <a:t>10.11111111.11111111.11000000</a:t>
                </a:r>
              </a:p>
              <a:p>
                <a:r>
                  <a:rPr lang="en-US" sz="1000" dirty="0">
                    <a:ea typeface="Open Sans" pitchFamily="34" charset="-122"/>
                  </a:rPr>
                  <a:t>It can be written as: </a:t>
                </a:r>
              </a:p>
              <a:p>
                <a:r>
                  <a:rPr lang="en-US" sz="1000" dirty="0">
                    <a:ea typeface="Open Sans" pitchFamily="34" charset="-122"/>
                  </a:rPr>
                  <a:t>10.255.255.192</a:t>
                </a:r>
              </a:p>
              <a:p>
                <a:endParaRPr lang="en-US" sz="1000" dirty="0">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highlight>
                      <a:srgbClr val="00FF00"/>
                    </a:highlight>
                    <a:ea typeface="Open Sans" pitchFamily="34" charset="-122"/>
                  </a:rPr>
                  <a:t>Subnet mask = 255.255.255.192</a:t>
                </a:r>
              </a:p>
            </p:txBody>
          </p:sp>
        </mc:Choice>
        <mc:Fallback xmlns="">
          <p:sp>
            <p:nvSpPr>
              <p:cNvPr id="3" name="TextBox 2">
                <a:extLst>
                  <a:ext uri="{FF2B5EF4-FFF2-40B4-BE49-F238E27FC236}">
                    <a16:creationId xmlns:a16="http://schemas.microsoft.com/office/drawing/2014/main" id="{2990C6D4-6480-7924-CE17-9DFA5DF6294F}"/>
                  </a:ext>
                </a:extLst>
              </p:cNvPr>
              <p:cNvSpPr txBox="1">
                <a:spLocks noRot="1" noChangeAspect="1" noMove="1" noResize="1" noEditPoints="1" noAdjustHandles="1" noChangeArrowheads="1" noChangeShapeType="1" noTextEdit="1"/>
              </p:cNvSpPr>
              <p:nvPr/>
            </p:nvSpPr>
            <p:spPr>
              <a:xfrm>
                <a:off x="254000" y="1148679"/>
                <a:ext cx="2578582" cy="3633431"/>
              </a:xfrm>
              <a:prstGeom prst="rect">
                <a:avLst/>
              </a:prstGeom>
              <a:blipFill>
                <a:blip r:embed="rId2"/>
                <a:stretch>
                  <a:fillRect/>
                </a:stretch>
              </a:blipFill>
            </p:spPr>
            <p:txBody>
              <a:bodyPr/>
              <a:lstStyle/>
              <a:p>
                <a:r>
                  <a:rPr lang="en-PK">
                    <a:noFill/>
                  </a:rPr>
                  <a:t> </a:t>
                </a:r>
              </a:p>
            </p:txBody>
          </p:sp>
        </mc:Fallback>
      </mc:AlternateContent>
      <p:sp>
        <p:nvSpPr>
          <p:cNvPr id="6" name="Arrow: Down 5">
            <a:extLst>
              <a:ext uri="{FF2B5EF4-FFF2-40B4-BE49-F238E27FC236}">
                <a16:creationId xmlns:a16="http://schemas.microsoft.com/office/drawing/2014/main" id="{103BF6F0-561C-32C6-EF32-CBB29528A103}"/>
              </a:ext>
            </a:extLst>
          </p:cNvPr>
          <p:cNvSpPr/>
          <p:nvPr/>
        </p:nvSpPr>
        <p:spPr>
          <a:xfrm rot="5400000">
            <a:off x="2418413" y="3028015"/>
            <a:ext cx="90773" cy="38946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8" name="TextBox 7">
            <a:extLst>
              <a:ext uri="{FF2B5EF4-FFF2-40B4-BE49-F238E27FC236}">
                <a16:creationId xmlns:a16="http://schemas.microsoft.com/office/drawing/2014/main" id="{4B77E1FB-F436-1972-CADB-35E34C64D70F}"/>
              </a:ext>
            </a:extLst>
          </p:cNvPr>
          <p:cNvSpPr txBox="1"/>
          <p:nvPr/>
        </p:nvSpPr>
        <p:spPr>
          <a:xfrm>
            <a:off x="2832582" y="994791"/>
            <a:ext cx="3044373" cy="4031873"/>
          </a:xfrm>
          <a:prstGeom prst="rect">
            <a:avLst/>
          </a:prstGeom>
          <a:noFill/>
        </p:spPr>
        <p:txBody>
          <a:bodyPr wrap="square">
            <a:spAutoFit/>
          </a:bodyPr>
          <a:lstStyle/>
          <a:p>
            <a:r>
              <a:rPr lang="en-US" b="1" dirty="0">
                <a:ea typeface="Open Sans" pitchFamily="34" charset="-122"/>
              </a:rPr>
              <a:t>First Subnetwork:</a:t>
            </a:r>
          </a:p>
          <a:p>
            <a:pPr marL="171450" indent="-171450">
              <a:buFont typeface="Wingdings" panose="05000000000000000000" pitchFamily="2" charset="2"/>
              <a:buChar char="ü"/>
            </a:pPr>
            <a:r>
              <a:rPr lang="en-US" sz="1000" dirty="0">
                <a:ea typeface="Open Sans" pitchFamily="34" charset="-122"/>
              </a:rPr>
              <a:t>Network ID: </a:t>
            </a:r>
            <a:r>
              <a:rPr lang="en-PK" sz="1000" dirty="0">
                <a:ea typeface="Open Sans" pitchFamily="34" charset="-122"/>
              </a:rPr>
              <a:t>10.0.0.</a:t>
            </a:r>
            <a:r>
              <a:rPr lang="en-US" sz="1000" dirty="0">
                <a:ea typeface="Open Sans" pitchFamily="34" charset="-122"/>
              </a:rPr>
              <a:t>0/26</a:t>
            </a:r>
          </a:p>
          <a:p>
            <a:pPr marL="171450" indent="-171450">
              <a:buFont typeface="Wingdings" panose="05000000000000000000" pitchFamily="2" charset="2"/>
              <a:buChar char="ü"/>
            </a:pPr>
            <a:r>
              <a:rPr lang="en-US" sz="1000" dirty="0">
                <a:ea typeface="Open Sans" pitchFamily="34" charset="-122"/>
              </a:rPr>
              <a:t>Broadcast: </a:t>
            </a:r>
            <a:r>
              <a:rPr lang="en-PK" sz="1000" dirty="0">
                <a:ea typeface="Open Sans" pitchFamily="34" charset="-122"/>
              </a:rPr>
              <a:t>10.0.0.63</a:t>
            </a:r>
            <a:endParaRPr lang="en-US" sz="1000" dirty="0">
              <a:ea typeface="Open Sans" pitchFamily="34" charset="-122"/>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lang="en-US" sz="1000" dirty="0">
                <a:ea typeface="Open Sans" pitchFamily="34" charset="-122"/>
              </a:rPr>
              <a:t>Mask: 255.255.255.192</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lang="en-US" sz="1000" dirty="0">
                <a:ea typeface="Open Sans" pitchFamily="34" charset="-122"/>
              </a:rPr>
              <a:t>Usable hosts: </a:t>
            </a:r>
            <a:r>
              <a:rPr lang="en-PK" sz="1000" dirty="0">
                <a:ea typeface="Open Sans" pitchFamily="34" charset="-122"/>
              </a:rPr>
              <a:t>10.0.0.1 – 10.0.0.62</a:t>
            </a:r>
            <a:endParaRPr lang="en-US" sz="1000" dirty="0">
              <a:ea typeface="Open Sans" pitchFamily="34" charset="-122"/>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endParaRPr lang="en-US" sz="1000" dirty="0">
              <a:ea typeface="Open Sans" pitchFamily="34" charset="-122"/>
            </a:endParaRPr>
          </a:p>
          <a:p>
            <a:r>
              <a:rPr lang="en-US" b="1" dirty="0">
                <a:ea typeface="Open Sans" pitchFamily="34" charset="-122"/>
              </a:rPr>
              <a:t>2nd Subnetwork:</a:t>
            </a:r>
          </a:p>
          <a:p>
            <a:pPr marL="171450" indent="-171450">
              <a:buFont typeface="Wingdings" panose="05000000000000000000" pitchFamily="2" charset="2"/>
              <a:buChar char="ü"/>
            </a:pPr>
            <a:r>
              <a:rPr lang="en-US" sz="1000" dirty="0">
                <a:ea typeface="Open Sans" pitchFamily="34" charset="-122"/>
              </a:rPr>
              <a:t>Network ID: </a:t>
            </a:r>
            <a:r>
              <a:rPr lang="en-PK" sz="1000" dirty="0">
                <a:ea typeface="Open Sans" pitchFamily="34" charset="-122"/>
              </a:rPr>
              <a:t>10.0.0.64/26</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Broadcast: </a:t>
            </a:r>
            <a:r>
              <a:rPr lang="en-PK" sz="1000" dirty="0">
                <a:ea typeface="Open Sans" pitchFamily="34" charset="-122"/>
              </a:rPr>
              <a:t>10.0.0.127</a:t>
            </a:r>
            <a:endParaRPr lang="en-US" sz="1000" dirty="0">
              <a:ea typeface="Open Sans" pitchFamily="34" charset="-122"/>
            </a:endParaRPr>
          </a:p>
          <a:p>
            <a:pPr marL="171450" lvl="0" indent="-171450" defTabSz="914400" eaLnBrk="1" fontAlgn="auto" latinLnBrk="0" hangingPunct="1">
              <a:buSzTx/>
              <a:buFont typeface="Wingdings" panose="05000000000000000000" pitchFamily="2" charset="2"/>
              <a:buChar char="ü"/>
              <a:tabLst/>
              <a:defRPr/>
            </a:pPr>
            <a:r>
              <a:rPr lang="en-US" sz="1000" dirty="0">
                <a:ea typeface="Open Sans" pitchFamily="34" charset="-122"/>
              </a:rPr>
              <a:t>Mask: 255.255.255.192</a:t>
            </a:r>
          </a:p>
          <a:p>
            <a:pPr marL="171450" lvl="0" indent="-171450" defTabSz="914400" eaLnBrk="1" fontAlgn="auto" latinLnBrk="0" hangingPunct="1">
              <a:buSzTx/>
              <a:buFont typeface="Wingdings" panose="05000000000000000000" pitchFamily="2" charset="2"/>
              <a:buChar char="ü"/>
              <a:tabLst/>
              <a:defRPr/>
            </a:pPr>
            <a:r>
              <a:rPr lang="en-US" sz="1000" dirty="0">
                <a:ea typeface="Open Sans" pitchFamily="34" charset="-122"/>
              </a:rPr>
              <a:t>Usable hosts: </a:t>
            </a:r>
            <a:r>
              <a:rPr lang="en-PK" sz="1000" dirty="0">
                <a:ea typeface="Open Sans" pitchFamily="34" charset="-122"/>
              </a:rPr>
              <a:t>10.0.0.65 – 10.0.0.126</a:t>
            </a:r>
            <a:endParaRPr lang="en-US" sz="1000" dirty="0">
              <a:ea typeface="Open Sans" pitchFamily="34" charset="-122"/>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endParaRPr lang="en-US" sz="1000" dirty="0">
              <a:ea typeface="Open Sans" pitchFamily="34" charset="-122"/>
            </a:endParaRPr>
          </a:p>
          <a:p>
            <a:r>
              <a:rPr lang="en-US" b="1" dirty="0">
                <a:ea typeface="Open Sans" pitchFamily="34" charset="-122"/>
              </a:rPr>
              <a:t>3rd Subnetwork:</a:t>
            </a:r>
          </a:p>
          <a:p>
            <a:pPr marL="171450" indent="-171450">
              <a:buFont typeface="Wingdings" panose="05000000000000000000" pitchFamily="2" charset="2"/>
              <a:buChar char="ü"/>
            </a:pPr>
            <a:r>
              <a:rPr lang="en-US" sz="1000" dirty="0">
                <a:ea typeface="Open Sans" pitchFamily="34" charset="-122"/>
              </a:rPr>
              <a:t>Network ID: </a:t>
            </a:r>
            <a:r>
              <a:rPr lang="en-PK" sz="1000" dirty="0">
                <a:ea typeface="Open Sans" pitchFamily="34" charset="-122"/>
              </a:rPr>
              <a:t>10.0.0.128/26</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Broadcast: </a:t>
            </a:r>
            <a:r>
              <a:rPr lang="en-PK" sz="1000" dirty="0">
                <a:ea typeface="Open Sans" pitchFamily="34" charset="-122"/>
              </a:rPr>
              <a:t>10.0.0.191</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Mask: 255.255.255.192</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lang="en-US" sz="1000" dirty="0">
                <a:ea typeface="Open Sans" pitchFamily="34" charset="-122"/>
              </a:rPr>
              <a:t>Usable hosts: </a:t>
            </a:r>
            <a:r>
              <a:rPr lang="en-PK" sz="1000" dirty="0">
                <a:ea typeface="Open Sans" pitchFamily="34" charset="-122"/>
              </a:rPr>
              <a:t>10.0.0.129 – 10.0.0.190</a:t>
            </a:r>
            <a:endParaRPr lang="en-US" sz="1000" dirty="0">
              <a:ea typeface="Open Sans" pitchFamily="34" charset="-122"/>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endParaRPr lang="en-US" sz="1000" dirty="0">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ea typeface="Open Sans" pitchFamily="34" charset="-122"/>
              </a:rPr>
              <a:t>4</a:t>
            </a:r>
            <a:r>
              <a:rPr lang="en-US" b="1" baseline="30000" dirty="0">
                <a:ea typeface="Open Sans" pitchFamily="34" charset="-122"/>
              </a:rPr>
              <a:t>th</a:t>
            </a: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 Subnetwork:</a:t>
            </a:r>
          </a:p>
          <a:p>
            <a:pPr marL="171450" lvl="0" indent="-171450" defTabSz="914400" eaLnBrk="1" fontAlgn="auto" latinLnBrk="0" hangingPunct="1">
              <a:buSzTx/>
              <a:buFont typeface="Wingdings" panose="05000000000000000000" pitchFamily="2" charset="2"/>
              <a:buChar char="ü"/>
              <a:tabLst/>
              <a:defRPr/>
            </a:pPr>
            <a:r>
              <a:rPr lang="en-US" sz="1000" dirty="0">
                <a:ea typeface="Open Sans" pitchFamily="34" charset="-122"/>
              </a:rPr>
              <a:t>Network ID: </a:t>
            </a:r>
            <a:r>
              <a:rPr lang="en-PK" sz="1000" dirty="0">
                <a:ea typeface="Open Sans" pitchFamily="34" charset="-122"/>
              </a:rPr>
              <a:t>10.0.0.192/26</a:t>
            </a:r>
            <a:endParaRPr lang="en-US" sz="1000" dirty="0">
              <a:ea typeface="Open Sans" pitchFamily="34" charset="-122"/>
            </a:endParaRPr>
          </a:p>
          <a:p>
            <a:pPr marL="171450" lvl="0" indent="-171450" defTabSz="914400" eaLnBrk="1" fontAlgn="auto" latinLnBrk="0" hangingPunct="1">
              <a:buSzTx/>
              <a:buFont typeface="Wingdings" panose="05000000000000000000" pitchFamily="2" charset="2"/>
              <a:buChar char="ü"/>
              <a:tabLst/>
              <a:defRPr/>
            </a:pPr>
            <a:r>
              <a:rPr lang="en-US" sz="1000" dirty="0">
                <a:ea typeface="Open Sans" pitchFamily="34" charset="-122"/>
              </a:rPr>
              <a:t>Broadcast: </a:t>
            </a:r>
            <a:r>
              <a:rPr lang="en-PK" sz="1000" dirty="0">
                <a:ea typeface="Open Sans" pitchFamily="34" charset="-122"/>
              </a:rPr>
              <a:t>10.0.0.255</a:t>
            </a:r>
            <a:endParaRPr lang="en-US" sz="1000" dirty="0">
              <a:ea typeface="Open Sans" pitchFamily="34" charset="-122"/>
            </a:endParaRPr>
          </a:p>
          <a:p>
            <a:pPr marL="171450" lvl="0" indent="-171450" defTabSz="914400" eaLnBrk="1" fontAlgn="auto" latinLnBrk="0" hangingPunct="1">
              <a:buSzTx/>
              <a:buFont typeface="Wingdings" panose="05000000000000000000" pitchFamily="2" charset="2"/>
              <a:buChar char="ü"/>
              <a:tabLst/>
              <a:defRPr/>
            </a:pPr>
            <a:r>
              <a:rPr lang="en-US" sz="1000" dirty="0">
                <a:ea typeface="Open Sans" pitchFamily="34" charset="-122"/>
              </a:rPr>
              <a:t>Mask: 255.255.255.192</a:t>
            </a:r>
          </a:p>
          <a:p>
            <a:pPr marL="171450" lvl="0" indent="-171450" defTabSz="914400" eaLnBrk="1" fontAlgn="auto" latinLnBrk="0" hangingPunct="1">
              <a:buSzTx/>
              <a:buFont typeface="Wingdings" panose="05000000000000000000" pitchFamily="2" charset="2"/>
              <a:buChar char="ü"/>
              <a:tabLst/>
              <a:defRPr/>
            </a:pPr>
            <a:r>
              <a:rPr lang="en-US" sz="1000" dirty="0">
                <a:ea typeface="Open Sans" pitchFamily="34" charset="-122"/>
              </a:rPr>
              <a:t>Usable hosts: </a:t>
            </a:r>
            <a:r>
              <a:rPr lang="en-PK" sz="1000" dirty="0">
                <a:ea typeface="Open Sans" pitchFamily="34" charset="-122"/>
              </a:rPr>
              <a:t>10.0.0.193 – 10.0.0.254</a:t>
            </a:r>
            <a:endParaRPr lang="en-US" sz="1000" dirty="0">
              <a:ea typeface="Open Sans" pitchFamily="34" charset="-122"/>
            </a:endParaRPr>
          </a:p>
        </p:txBody>
      </p:sp>
      <p:sp>
        <p:nvSpPr>
          <p:cNvPr id="11" name="TextBox 10">
            <a:extLst>
              <a:ext uri="{FF2B5EF4-FFF2-40B4-BE49-F238E27FC236}">
                <a16:creationId xmlns:a16="http://schemas.microsoft.com/office/drawing/2014/main" id="{ACAC36F1-D4F2-20E7-20B9-BFCF9282B32C}"/>
              </a:ext>
            </a:extLst>
          </p:cNvPr>
          <p:cNvSpPr txBox="1"/>
          <p:nvPr/>
        </p:nvSpPr>
        <p:spPr>
          <a:xfrm>
            <a:off x="5876955" y="994791"/>
            <a:ext cx="3109446"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5</a:t>
            </a:r>
            <a:r>
              <a:rPr kumimoji="0" lang="en-US" sz="1400" b="1" i="0" u="none" strike="noStrike" kern="0" cap="none" spc="0" normalizeH="0" baseline="30000" noProof="0" dirty="0">
                <a:ln>
                  <a:noFill/>
                </a:ln>
                <a:solidFill>
                  <a:srgbClr val="000000"/>
                </a:solidFill>
                <a:effectLst/>
                <a:uLnTx/>
                <a:uFillTx/>
                <a:latin typeface="Arial"/>
                <a:ea typeface="Open Sans" pitchFamily="34" charset="-122"/>
                <a:cs typeface="Arial"/>
                <a:sym typeface="Arial"/>
              </a:rPr>
              <a:t>th</a:t>
            </a: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 Subnetwork:</a:t>
            </a:r>
          </a:p>
          <a:p>
            <a:pPr marL="171450" indent="-171450">
              <a:buFont typeface="Wingdings" panose="05000000000000000000" pitchFamily="2" charset="2"/>
              <a:buChar char="ü"/>
              <a:defRPr/>
            </a:pPr>
            <a:r>
              <a:rPr lang="en-US" sz="1000" dirty="0">
                <a:ea typeface="Open Sans" pitchFamily="34" charset="-122"/>
              </a:rPr>
              <a:t>Network ID: </a:t>
            </a:r>
            <a:r>
              <a:rPr lang="en-PK" sz="1000" dirty="0">
                <a:ea typeface="Open Sans" pitchFamily="34" charset="-122"/>
              </a:rPr>
              <a:t>10.0.1.0/26</a:t>
            </a:r>
            <a:endParaRPr lang="en-US" sz="1000" dirty="0">
              <a:ea typeface="Open Sans" pitchFamily="34" charset="-122"/>
            </a:endParaRPr>
          </a:p>
          <a:p>
            <a:pPr marL="171450" indent="-171450">
              <a:buFont typeface="Wingdings" panose="05000000000000000000" pitchFamily="2" charset="2"/>
              <a:buChar char="ü"/>
              <a:defRPr/>
            </a:pPr>
            <a:r>
              <a:rPr lang="en-US" sz="1000" dirty="0">
                <a:ea typeface="Open Sans" pitchFamily="34" charset="-122"/>
              </a:rPr>
              <a:t>Broadcast: </a:t>
            </a:r>
            <a:r>
              <a:rPr lang="en-PK" sz="1000" dirty="0">
                <a:ea typeface="Open Sans" pitchFamily="34" charset="-122"/>
              </a:rPr>
              <a:t>10.0.1.63</a:t>
            </a:r>
            <a:endParaRPr lang="en-US" sz="1000" dirty="0">
              <a:ea typeface="Open Sans" pitchFamily="34" charset="-122"/>
            </a:endParaRPr>
          </a:p>
          <a:p>
            <a:pPr marL="171450" indent="-171450">
              <a:buFont typeface="Wingdings" panose="05000000000000000000" pitchFamily="2" charset="2"/>
              <a:buChar char="ü"/>
              <a:defRPr/>
            </a:pPr>
            <a:r>
              <a:rPr lang="en-US" sz="1000" dirty="0">
                <a:ea typeface="Open Sans" pitchFamily="34" charset="-122"/>
              </a:rPr>
              <a:t>Mask: 255.255.255.192</a:t>
            </a:r>
          </a:p>
          <a:p>
            <a:pPr marL="171450" indent="-171450">
              <a:buFont typeface="Wingdings" panose="05000000000000000000" pitchFamily="2" charset="2"/>
              <a:buChar char="ü"/>
              <a:defRPr/>
            </a:pPr>
            <a:r>
              <a:rPr lang="en-US" sz="1000" dirty="0">
                <a:ea typeface="Open Sans" pitchFamily="34" charset="-122"/>
              </a:rPr>
              <a:t>Usable hosts: </a:t>
            </a:r>
            <a:r>
              <a:rPr lang="en-PK" sz="1000" dirty="0">
                <a:ea typeface="Open Sans" pitchFamily="34" charset="-122"/>
              </a:rPr>
              <a:t>10.0.1.1 – 10.0.1.62</a:t>
            </a:r>
            <a:endParaRPr lang="en-US" sz="1000" dirty="0">
              <a:ea typeface="Open Sans" pitchFamily="34" charset="-122"/>
            </a:endParaRPr>
          </a:p>
        </p:txBody>
      </p:sp>
    </p:spTree>
    <p:extLst>
      <p:ext uri="{BB962C8B-B14F-4D97-AF65-F5344CB8AC3E}">
        <p14:creationId xmlns:p14="http://schemas.microsoft.com/office/powerpoint/2010/main" val="300571122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E9974-A52D-E7C7-9728-0E113566A97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2D17522-3853-C94C-F3B1-92165BBB0A8B}"/>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83E71F2A-BE5B-5583-D537-494570B8E3F0}"/>
              </a:ext>
            </a:extLst>
          </p:cNvPr>
          <p:cNvSpPr txBox="1"/>
          <p:nvPr/>
        </p:nvSpPr>
        <p:spPr>
          <a:xfrm>
            <a:off x="101600" y="475311"/>
            <a:ext cx="9042400" cy="523220"/>
          </a:xfrm>
          <a:prstGeom prst="rect">
            <a:avLst/>
          </a:prstGeom>
          <a:noFill/>
        </p:spPr>
        <p:txBody>
          <a:bodyPr wrap="square">
            <a:spAutoFit/>
          </a:bodyPr>
          <a:lstStyle/>
          <a:p>
            <a:pPr algn="just"/>
            <a:endParaRPr lang="en-US" dirty="0">
              <a:solidFill>
                <a:srgbClr val="403CCF"/>
              </a:solidFill>
              <a:latin typeface="Libre Baskerville" pitchFamily="34" charset="0"/>
            </a:endParaRPr>
          </a:p>
          <a:p>
            <a:pPr algn="just"/>
            <a:r>
              <a:rPr lang="en-US" b="1" dirty="0">
                <a:highlight>
                  <a:srgbClr val="00FFFF"/>
                </a:highlight>
              </a:rPr>
              <a:t>Q1: Practical,  Using RIPv2</a:t>
            </a:r>
          </a:p>
        </p:txBody>
      </p:sp>
      <p:pic>
        <p:nvPicPr>
          <p:cNvPr id="3" name="Picture 2">
            <a:extLst>
              <a:ext uri="{FF2B5EF4-FFF2-40B4-BE49-F238E27FC236}">
                <a16:creationId xmlns:a16="http://schemas.microsoft.com/office/drawing/2014/main" id="{D2F0DEAD-66E9-F9B5-9E7C-D690A0153C8A}"/>
              </a:ext>
            </a:extLst>
          </p:cNvPr>
          <p:cNvPicPr>
            <a:picLocks noChangeAspect="1"/>
          </p:cNvPicPr>
          <p:nvPr/>
        </p:nvPicPr>
        <p:blipFill>
          <a:blip r:embed="rId2"/>
          <a:stretch>
            <a:fillRect/>
          </a:stretch>
        </p:blipFill>
        <p:spPr>
          <a:xfrm>
            <a:off x="0" y="1369425"/>
            <a:ext cx="9144000" cy="3774075"/>
          </a:xfrm>
          <a:prstGeom prst="rect">
            <a:avLst/>
          </a:prstGeom>
        </p:spPr>
      </p:pic>
      <p:sp>
        <p:nvSpPr>
          <p:cNvPr id="8" name="TextBox 7">
            <a:extLst>
              <a:ext uri="{FF2B5EF4-FFF2-40B4-BE49-F238E27FC236}">
                <a16:creationId xmlns:a16="http://schemas.microsoft.com/office/drawing/2014/main" id="{F44B47FB-1250-7F28-DF8D-B8A8439B372A}"/>
              </a:ext>
            </a:extLst>
          </p:cNvPr>
          <p:cNvSpPr txBox="1"/>
          <p:nvPr/>
        </p:nvSpPr>
        <p:spPr>
          <a:xfrm>
            <a:off x="59268" y="2269580"/>
            <a:ext cx="660399" cy="215444"/>
          </a:xfrm>
          <a:prstGeom prst="rect">
            <a:avLst/>
          </a:prstGeom>
          <a:noFill/>
        </p:spPr>
        <p:txBody>
          <a:bodyPr wrap="square">
            <a:spAutoFit/>
          </a:bodyPr>
          <a:lstStyle/>
          <a:p>
            <a:pPr>
              <a:defRPr/>
            </a:pPr>
            <a:r>
              <a:rPr lang="en-PK" sz="800" dirty="0">
                <a:ea typeface="Open Sans" pitchFamily="34" charset="-122"/>
              </a:rPr>
              <a:t>10.0.0.1</a:t>
            </a:r>
          </a:p>
        </p:txBody>
      </p:sp>
      <p:sp>
        <p:nvSpPr>
          <p:cNvPr id="12" name="TextBox 11">
            <a:extLst>
              <a:ext uri="{FF2B5EF4-FFF2-40B4-BE49-F238E27FC236}">
                <a16:creationId xmlns:a16="http://schemas.microsoft.com/office/drawing/2014/main" id="{82FA58FA-BD19-D130-3DF6-1C0FA367D538}"/>
              </a:ext>
            </a:extLst>
          </p:cNvPr>
          <p:cNvSpPr txBox="1"/>
          <p:nvPr/>
        </p:nvSpPr>
        <p:spPr>
          <a:xfrm>
            <a:off x="960967" y="4404836"/>
            <a:ext cx="105410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PK" sz="800" dirty="0">
                <a:ea typeface="Open Sans" pitchFamily="34" charset="-122"/>
              </a:rPr>
              <a:t>10.0.0.</a:t>
            </a:r>
            <a:r>
              <a:rPr lang="en-US" sz="800" dirty="0">
                <a:ea typeface="Open Sans" pitchFamily="34" charset="-122"/>
              </a:rPr>
              <a:t>2</a:t>
            </a:r>
          </a:p>
          <a:p>
            <a:pPr>
              <a:defRPr/>
            </a:pPr>
            <a:r>
              <a:rPr lang="en-US" sz="800" dirty="0">
                <a:ea typeface="Open Sans" pitchFamily="34" charset="-122"/>
              </a:rPr>
              <a:t>255.255.255.192</a:t>
            </a:r>
          </a:p>
        </p:txBody>
      </p:sp>
      <p:sp>
        <p:nvSpPr>
          <p:cNvPr id="15" name="TextBox 14">
            <a:extLst>
              <a:ext uri="{FF2B5EF4-FFF2-40B4-BE49-F238E27FC236}">
                <a16:creationId xmlns:a16="http://schemas.microsoft.com/office/drawing/2014/main" id="{65B10E3C-B8E1-7157-78AF-56BF1BA1CBDA}"/>
              </a:ext>
            </a:extLst>
          </p:cNvPr>
          <p:cNvSpPr txBox="1"/>
          <p:nvPr/>
        </p:nvSpPr>
        <p:spPr>
          <a:xfrm>
            <a:off x="3225800" y="4374058"/>
            <a:ext cx="1176867" cy="338554"/>
          </a:xfrm>
          <a:prstGeom prst="rect">
            <a:avLst/>
          </a:prstGeom>
          <a:noFill/>
        </p:spPr>
        <p:txBody>
          <a:bodyPr wrap="square">
            <a:spAutoFit/>
          </a:bodyPr>
          <a:lstStyle/>
          <a:p>
            <a:r>
              <a:rPr lang="en-PK" sz="800" dirty="0">
                <a:ea typeface="Open Sans" pitchFamily="34" charset="-122"/>
              </a:rPr>
              <a:t>10.0.0.6</a:t>
            </a:r>
            <a:r>
              <a:rPr lang="en-US" sz="800" dirty="0">
                <a:ea typeface="Open Sans" pitchFamily="34" charset="-122"/>
              </a:rPr>
              <a:t>6</a:t>
            </a:r>
          </a:p>
          <a:p>
            <a:r>
              <a:rPr lang="en-US" sz="800" dirty="0">
                <a:ea typeface="Open Sans" pitchFamily="34" charset="-122"/>
              </a:rPr>
              <a:t>255.255.255.192</a:t>
            </a:r>
          </a:p>
        </p:txBody>
      </p:sp>
      <p:sp>
        <p:nvSpPr>
          <p:cNvPr id="17" name="TextBox 16">
            <a:extLst>
              <a:ext uri="{FF2B5EF4-FFF2-40B4-BE49-F238E27FC236}">
                <a16:creationId xmlns:a16="http://schemas.microsoft.com/office/drawing/2014/main" id="{27861B11-F777-147F-ABC3-965171263C30}"/>
              </a:ext>
            </a:extLst>
          </p:cNvPr>
          <p:cNvSpPr txBox="1"/>
          <p:nvPr/>
        </p:nvSpPr>
        <p:spPr>
          <a:xfrm>
            <a:off x="3619500" y="2323701"/>
            <a:ext cx="710141" cy="215444"/>
          </a:xfrm>
          <a:prstGeom prst="rect">
            <a:avLst/>
          </a:prstGeom>
          <a:noFill/>
        </p:spPr>
        <p:txBody>
          <a:bodyPr wrap="square">
            <a:spAutoFit/>
          </a:bodyPr>
          <a:lstStyle/>
          <a:p>
            <a:pPr>
              <a:defRPr/>
            </a:pPr>
            <a:r>
              <a:rPr lang="en-PK" sz="800" dirty="0">
                <a:ea typeface="Open Sans" pitchFamily="34" charset="-122"/>
              </a:rPr>
              <a:t>10.0.0.65</a:t>
            </a:r>
          </a:p>
        </p:txBody>
      </p:sp>
      <p:sp>
        <p:nvSpPr>
          <p:cNvPr id="19" name="TextBox 18">
            <a:extLst>
              <a:ext uri="{FF2B5EF4-FFF2-40B4-BE49-F238E27FC236}">
                <a16:creationId xmlns:a16="http://schemas.microsoft.com/office/drawing/2014/main" id="{4740A48A-253C-5374-5EF9-BF9945A762EF}"/>
              </a:ext>
            </a:extLst>
          </p:cNvPr>
          <p:cNvSpPr txBox="1"/>
          <p:nvPr/>
        </p:nvSpPr>
        <p:spPr>
          <a:xfrm>
            <a:off x="7229474" y="2323701"/>
            <a:ext cx="868891" cy="215444"/>
          </a:xfrm>
          <a:prstGeom prst="rect">
            <a:avLst/>
          </a:prstGeom>
          <a:noFill/>
        </p:spPr>
        <p:txBody>
          <a:bodyPr wrap="square">
            <a:spAutoFit/>
          </a:bodyPr>
          <a:lstStyle/>
          <a:p>
            <a:pPr>
              <a:defRPr/>
            </a:pPr>
            <a:r>
              <a:rPr lang="en-PK" sz="800" dirty="0">
                <a:ea typeface="Open Sans" pitchFamily="34" charset="-122"/>
              </a:rPr>
              <a:t>10.0.0.129</a:t>
            </a:r>
          </a:p>
        </p:txBody>
      </p:sp>
      <p:sp>
        <p:nvSpPr>
          <p:cNvPr id="21" name="TextBox 20">
            <a:extLst>
              <a:ext uri="{FF2B5EF4-FFF2-40B4-BE49-F238E27FC236}">
                <a16:creationId xmlns:a16="http://schemas.microsoft.com/office/drawing/2014/main" id="{5FD36035-C671-D232-9806-88F45D0EDA97}"/>
              </a:ext>
            </a:extLst>
          </p:cNvPr>
          <p:cNvSpPr txBox="1"/>
          <p:nvPr/>
        </p:nvSpPr>
        <p:spPr>
          <a:xfrm>
            <a:off x="7031569" y="4374058"/>
            <a:ext cx="96096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PK" sz="800" dirty="0">
                <a:ea typeface="Open Sans" pitchFamily="34" charset="-122"/>
              </a:rPr>
              <a:t>10.0.0.1</a:t>
            </a:r>
            <a:r>
              <a:rPr lang="en-US" sz="800" dirty="0">
                <a:ea typeface="Open Sans" pitchFamily="34" charset="-122"/>
              </a:rPr>
              <a:t>30</a:t>
            </a:r>
          </a:p>
          <a:p>
            <a:pPr>
              <a:defRPr/>
            </a:pPr>
            <a:r>
              <a:rPr lang="en-US" sz="800" dirty="0">
                <a:ea typeface="Open Sans" pitchFamily="34" charset="-122"/>
              </a:rPr>
              <a:t>255.255.255.192</a:t>
            </a:r>
          </a:p>
        </p:txBody>
      </p:sp>
      <p:sp>
        <p:nvSpPr>
          <p:cNvPr id="23" name="TextBox 22">
            <a:extLst>
              <a:ext uri="{FF2B5EF4-FFF2-40B4-BE49-F238E27FC236}">
                <a16:creationId xmlns:a16="http://schemas.microsoft.com/office/drawing/2014/main" id="{AF393855-04B6-206D-F4B9-3247AA192B82}"/>
              </a:ext>
            </a:extLst>
          </p:cNvPr>
          <p:cNvSpPr txBox="1"/>
          <p:nvPr/>
        </p:nvSpPr>
        <p:spPr>
          <a:xfrm>
            <a:off x="1202792" y="1643654"/>
            <a:ext cx="1066801" cy="215444"/>
          </a:xfrm>
          <a:prstGeom prst="rect">
            <a:avLst/>
          </a:prstGeom>
          <a:noFill/>
        </p:spPr>
        <p:txBody>
          <a:bodyPr wrap="square">
            <a:spAutoFit/>
          </a:bodyPr>
          <a:lstStyle/>
          <a:p>
            <a:r>
              <a:rPr lang="en-PK" sz="800" dirty="0">
                <a:ea typeface="Open Sans" pitchFamily="34" charset="-122"/>
              </a:rPr>
              <a:t>10.0.0.193</a:t>
            </a:r>
          </a:p>
        </p:txBody>
      </p:sp>
      <p:sp>
        <p:nvSpPr>
          <p:cNvPr id="25" name="TextBox 24">
            <a:extLst>
              <a:ext uri="{FF2B5EF4-FFF2-40B4-BE49-F238E27FC236}">
                <a16:creationId xmlns:a16="http://schemas.microsoft.com/office/drawing/2014/main" id="{5520A0F4-AD6F-7D7D-FECE-3031976EABAB}"/>
              </a:ext>
            </a:extLst>
          </p:cNvPr>
          <p:cNvSpPr txBox="1"/>
          <p:nvPr/>
        </p:nvSpPr>
        <p:spPr>
          <a:xfrm>
            <a:off x="3186640" y="1685987"/>
            <a:ext cx="1066801" cy="215444"/>
          </a:xfrm>
          <a:prstGeom prst="rect">
            <a:avLst/>
          </a:prstGeom>
          <a:noFill/>
        </p:spPr>
        <p:txBody>
          <a:bodyPr wrap="square">
            <a:spAutoFit/>
          </a:bodyPr>
          <a:lstStyle/>
          <a:p>
            <a:r>
              <a:rPr lang="en-PK" sz="800" dirty="0">
                <a:ea typeface="Open Sans" pitchFamily="34" charset="-122"/>
              </a:rPr>
              <a:t>10.0.0.19</a:t>
            </a:r>
            <a:r>
              <a:rPr lang="en-US" sz="800" dirty="0">
                <a:ea typeface="Open Sans" pitchFamily="34" charset="-122"/>
              </a:rPr>
              <a:t>4</a:t>
            </a:r>
            <a:endParaRPr lang="en-PK" sz="800" dirty="0">
              <a:ea typeface="Open Sans" pitchFamily="34" charset="-122"/>
            </a:endParaRPr>
          </a:p>
        </p:txBody>
      </p:sp>
      <p:sp>
        <p:nvSpPr>
          <p:cNvPr id="27" name="TextBox 26">
            <a:extLst>
              <a:ext uri="{FF2B5EF4-FFF2-40B4-BE49-F238E27FC236}">
                <a16:creationId xmlns:a16="http://schemas.microsoft.com/office/drawing/2014/main" id="{A9F81D39-A896-9084-91C5-3757E5A6BD88}"/>
              </a:ext>
            </a:extLst>
          </p:cNvPr>
          <p:cNvSpPr txBox="1"/>
          <p:nvPr/>
        </p:nvSpPr>
        <p:spPr>
          <a:xfrm>
            <a:off x="7154336" y="1591907"/>
            <a:ext cx="914928" cy="215444"/>
          </a:xfrm>
          <a:prstGeom prst="rect">
            <a:avLst/>
          </a:prstGeom>
          <a:noFill/>
        </p:spPr>
        <p:txBody>
          <a:bodyPr wrap="square">
            <a:spAutoFit/>
          </a:bodyPr>
          <a:lstStyle/>
          <a:p>
            <a:r>
              <a:rPr lang="en-PK" sz="800" dirty="0">
                <a:ea typeface="Open Sans" pitchFamily="34" charset="-122"/>
              </a:rPr>
              <a:t>10.0.1.</a:t>
            </a:r>
            <a:r>
              <a:rPr lang="en-US" sz="800" dirty="0">
                <a:ea typeface="Open Sans" pitchFamily="34" charset="-122"/>
              </a:rPr>
              <a:t>2</a:t>
            </a:r>
            <a:endParaRPr lang="en-PK" sz="800" dirty="0">
              <a:ea typeface="Open Sans" pitchFamily="34" charset="-122"/>
            </a:endParaRPr>
          </a:p>
        </p:txBody>
      </p:sp>
      <p:sp>
        <p:nvSpPr>
          <p:cNvPr id="29" name="TextBox 28">
            <a:extLst>
              <a:ext uri="{FF2B5EF4-FFF2-40B4-BE49-F238E27FC236}">
                <a16:creationId xmlns:a16="http://schemas.microsoft.com/office/drawing/2014/main" id="{FB72C205-8B36-00F5-5E53-B6B589BF420C}"/>
              </a:ext>
            </a:extLst>
          </p:cNvPr>
          <p:cNvSpPr txBox="1"/>
          <p:nvPr/>
        </p:nvSpPr>
        <p:spPr>
          <a:xfrm>
            <a:off x="4647671" y="1544225"/>
            <a:ext cx="1367366" cy="215444"/>
          </a:xfrm>
          <a:prstGeom prst="rect">
            <a:avLst/>
          </a:prstGeom>
          <a:noFill/>
        </p:spPr>
        <p:txBody>
          <a:bodyPr wrap="square">
            <a:spAutoFit/>
          </a:bodyPr>
          <a:lstStyle/>
          <a:p>
            <a:r>
              <a:rPr lang="en-PK" sz="800" dirty="0">
                <a:ea typeface="Open Sans" pitchFamily="34" charset="-122"/>
              </a:rPr>
              <a:t>10.0.1.1</a:t>
            </a:r>
          </a:p>
        </p:txBody>
      </p:sp>
    </p:spTree>
    <p:extLst>
      <p:ext uri="{BB962C8B-B14F-4D97-AF65-F5344CB8AC3E}">
        <p14:creationId xmlns:p14="http://schemas.microsoft.com/office/powerpoint/2010/main" val="153567903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ECF2A-88FF-1BFD-3027-BB7193FC1CA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E05AB8D-8AFF-0A4A-24C6-63013E54629C}"/>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A8492545-0A55-D429-57C9-0FD9C81B50B1}"/>
              </a:ext>
            </a:extLst>
          </p:cNvPr>
          <p:cNvSpPr txBox="1"/>
          <p:nvPr/>
        </p:nvSpPr>
        <p:spPr>
          <a:xfrm>
            <a:off x="101600" y="472659"/>
            <a:ext cx="9042400" cy="307777"/>
          </a:xfrm>
          <a:prstGeom prst="rect">
            <a:avLst/>
          </a:prstGeom>
          <a:noFill/>
        </p:spPr>
        <p:txBody>
          <a:bodyPr wrap="square">
            <a:spAutoFit/>
          </a:bodyPr>
          <a:lstStyle/>
          <a:p>
            <a:pPr algn="just"/>
            <a:r>
              <a:rPr kumimoji="0" lang="en-US" sz="1400" b="1" i="0" u="none" strike="noStrike" kern="0" cap="none" spc="0" normalizeH="0" baseline="0" noProof="0" dirty="0">
                <a:ln>
                  <a:noFill/>
                </a:ln>
                <a:solidFill>
                  <a:srgbClr val="000000"/>
                </a:solidFill>
                <a:effectLst/>
                <a:highlight>
                  <a:srgbClr val="00FFFF"/>
                </a:highlight>
                <a:uLnTx/>
                <a:uFillTx/>
                <a:latin typeface="Arial"/>
                <a:cs typeface="Arial"/>
                <a:sym typeface="Arial"/>
              </a:rPr>
              <a:t>Q1: Practical,</a:t>
            </a:r>
            <a:r>
              <a:rPr lang="en-US" b="1" dirty="0">
                <a:highlight>
                  <a:srgbClr val="00FFFF"/>
                </a:highlight>
              </a:rPr>
              <a:t>Using RIPv2</a:t>
            </a:r>
          </a:p>
        </p:txBody>
      </p:sp>
      <p:sp>
        <p:nvSpPr>
          <p:cNvPr id="3" name="TextBox 2">
            <a:extLst>
              <a:ext uri="{FF2B5EF4-FFF2-40B4-BE49-F238E27FC236}">
                <a16:creationId xmlns:a16="http://schemas.microsoft.com/office/drawing/2014/main" id="{25873BD1-D624-676B-A416-A605A63618F4}"/>
              </a:ext>
            </a:extLst>
          </p:cNvPr>
          <p:cNvSpPr txBox="1"/>
          <p:nvPr/>
        </p:nvSpPr>
        <p:spPr>
          <a:xfrm>
            <a:off x="241299" y="877359"/>
            <a:ext cx="3788833" cy="3431709"/>
          </a:xfrm>
          <a:prstGeom prst="rect">
            <a:avLst/>
          </a:prstGeom>
          <a:noFill/>
        </p:spPr>
        <p:txBody>
          <a:bodyPr wrap="square">
            <a:spAutoFit/>
          </a:bodyPr>
          <a:lstStyle/>
          <a:p>
            <a:r>
              <a:rPr lang="en-US" sz="1800" b="1" dirty="0">
                <a:highlight>
                  <a:srgbClr val="00FFFF"/>
                </a:highlight>
              </a:rPr>
              <a:t>R1</a:t>
            </a:r>
          </a:p>
          <a:p>
            <a:pPr marL="171450" indent="-171450">
              <a:buFont typeface="Wingdings" panose="05000000000000000000" pitchFamily="2" charset="2"/>
              <a:buChar char="q"/>
            </a:pPr>
            <a:r>
              <a:rPr lang="en-US" sz="900" dirty="0"/>
              <a:t>Router&gt; enable</a:t>
            </a:r>
          </a:p>
          <a:p>
            <a:pPr marL="171450" indent="-171450">
              <a:buFont typeface="Wingdings" panose="05000000000000000000" pitchFamily="2" charset="2"/>
              <a:buChar char="q"/>
            </a:pPr>
            <a:r>
              <a:rPr lang="en-US" sz="900" dirty="0"/>
              <a:t>Router# configure terminal</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FastEthernet0/0</a:t>
            </a:r>
          </a:p>
          <a:p>
            <a:pPr marL="171450" indent="-171450">
              <a:buFont typeface="Wingdings" panose="05000000000000000000" pitchFamily="2" charset="2"/>
              <a:buChar char="q"/>
            </a:pPr>
            <a:r>
              <a:rPr lang="en-US" sz="900" dirty="0"/>
              <a:t>Router(config-if)# </a:t>
            </a:r>
            <a:r>
              <a:rPr lang="en-US" sz="900" dirty="0" err="1"/>
              <a:t>ip</a:t>
            </a:r>
            <a:r>
              <a:rPr lang="en-US" sz="900" dirty="0"/>
              <a:t> address </a:t>
            </a:r>
            <a:r>
              <a:rPr lang="en-PK" sz="900" dirty="0">
                <a:ea typeface="Open Sans" pitchFamily="34" charset="-122"/>
              </a:rPr>
              <a:t>10.0.0.1</a:t>
            </a:r>
            <a:r>
              <a:rPr lang="en-US" sz="900" dirty="0"/>
              <a:t> </a:t>
            </a:r>
            <a:r>
              <a:rPr lang="en-US" sz="900" dirty="0">
                <a:ea typeface="Open Sans" pitchFamily="34" charset="-122"/>
              </a:rPr>
              <a:t>255.255.255.192</a:t>
            </a:r>
            <a:endParaRPr lang="en-US" sz="900" dirty="0"/>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Serial0/0</a:t>
            </a:r>
          </a:p>
          <a:p>
            <a:pPr marL="171450" indent="-171450">
              <a:buFont typeface="Wingdings" panose="05000000000000000000" pitchFamily="2" charset="2"/>
              <a:buChar char="q"/>
            </a:pPr>
            <a:r>
              <a:rPr lang="en-US" sz="900" dirty="0"/>
              <a:t>Router(config-if)# </a:t>
            </a:r>
            <a:r>
              <a:rPr lang="en-US" sz="900" dirty="0" err="1"/>
              <a:t>ip</a:t>
            </a:r>
            <a:r>
              <a:rPr lang="en-US" sz="900" dirty="0"/>
              <a:t> address </a:t>
            </a:r>
            <a:r>
              <a:rPr lang="en-PK" sz="900" dirty="0">
                <a:ea typeface="Open Sans" pitchFamily="34" charset="-122"/>
              </a:rPr>
              <a:t>10.0.0.193</a:t>
            </a:r>
            <a:r>
              <a:rPr lang="en-US" sz="900" dirty="0"/>
              <a:t> </a:t>
            </a:r>
            <a:r>
              <a:rPr lang="en-US" sz="900" dirty="0">
                <a:ea typeface="Open Sans" pitchFamily="34" charset="-122"/>
              </a:rPr>
              <a:t>255.255.255.192</a:t>
            </a:r>
            <a:r>
              <a:rPr lang="en-US" sz="900" dirty="0"/>
              <a:t> 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router rip</a:t>
            </a:r>
          </a:p>
          <a:p>
            <a:pPr marL="171450" indent="-171450">
              <a:buFont typeface="Wingdings" panose="05000000000000000000" pitchFamily="2" charset="2"/>
              <a:buChar char="q"/>
            </a:pPr>
            <a:r>
              <a:rPr lang="en-US" sz="900" dirty="0"/>
              <a:t>Router(config-router)# version 2</a:t>
            </a:r>
          </a:p>
          <a:p>
            <a:pPr marL="171450" indent="-171450">
              <a:buFont typeface="Wingdings" panose="05000000000000000000" pitchFamily="2" charset="2"/>
              <a:buChar char="q"/>
            </a:pPr>
            <a:r>
              <a:rPr lang="en-US" sz="900" dirty="0"/>
              <a:t>Router(config-router)# network </a:t>
            </a:r>
            <a:r>
              <a:rPr lang="en-PK" sz="900" dirty="0">
                <a:ea typeface="Open Sans" pitchFamily="34" charset="-122"/>
              </a:rPr>
              <a:t>10.0.0.</a:t>
            </a:r>
            <a:r>
              <a:rPr lang="en-US" sz="900" dirty="0">
                <a:ea typeface="Open Sans" pitchFamily="34" charset="-122"/>
              </a:rPr>
              <a:t>0</a:t>
            </a:r>
            <a:endParaRPr lang="en-US" sz="900" dirty="0"/>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900" b="0" i="0" u="none" strike="noStrike" kern="0" cap="none" spc="0" normalizeH="0" baseline="0" noProof="0" dirty="0">
                <a:ln>
                  <a:noFill/>
                </a:ln>
                <a:solidFill>
                  <a:srgbClr val="000000"/>
                </a:solidFill>
                <a:effectLst/>
                <a:uLnTx/>
                <a:uFillTx/>
                <a:latin typeface="Arial"/>
                <a:cs typeface="Arial"/>
                <a:sym typeface="Arial"/>
              </a:rPr>
              <a:t>Router(config-router)# no  auto-summary</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Router(config-router)# exit</a:t>
            </a:r>
          </a:p>
          <a:p>
            <a:pPr marL="171450" indent="-171450">
              <a:buFont typeface="Wingdings" panose="05000000000000000000" pitchFamily="2" charset="2"/>
              <a:buChar char="q"/>
            </a:pPr>
            <a:r>
              <a:rPr lang="en-US" sz="900" dirty="0"/>
              <a:t>Router(config)# exit</a:t>
            </a:r>
          </a:p>
          <a:p>
            <a:pPr marL="171450" indent="-171450">
              <a:buFont typeface="Wingdings" panose="05000000000000000000" pitchFamily="2" charset="2"/>
              <a:buChar char="q"/>
            </a:pPr>
            <a:r>
              <a:rPr lang="en-US" sz="900" dirty="0"/>
              <a:t>Router#</a:t>
            </a:r>
          </a:p>
        </p:txBody>
      </p:sp>
      <p:sp>
        <p:nvSpPr>
          <p:cNvPr id="8" name="TextBox 7">
            <a:extLst>
              <a:ext uri="{FF2B5EF4-FFF2-40B4-BE49-F238E27FC236}">
                <a16:creationId xmlns:a16="http://schemas.microsoft.com/office/drawing/2014/main" id="{F3169778-F88F-72A6-8B3A-91BB31B2A6A1}"/>
              </a:ext>
            </a:extLst>
          </p:cNvPr>
          <p:cNvSpPr txBox="1"/>
          <p:nvPr/>
        </p:nvSpPr>
        <p:spPr>
          <a:xfrm>
            <a:off x="4253441" y="877359"/>
            <a:ext cx="4580466" cy="4108817"/>
          </a:xfrm>
          <a:prstGeom prst="rect">
            <a:avLst/>
          </a:prstGeom>
          <a:noFill/>
        </p:spPr>
        <p:txBody>
          <a:bodyPr wrap="square">
            <a:spAutoFit/>
          </a:bodyPr>
          <a:lstStyle/>
          <a:p>
            <a:r>
              <a:rPr lang="en-US" sz="1800" b="1" dirty="0">
                <a:highlight>
                  <a:srgbClr val="00FFFF"/>
                </a:highlight>
              </a:rPr>
              <a:t>R2</a:t>
            </a:r>
          </a:p>
          <a:p>
            <a:pPr marL="171450" indent="-171450">
              <a:buFont typeface="Wingdings" panose="05000000000000000000" pitchFamily="2" charset="2"/>
              <a:buChar char="q"/>
            </a:pPr>
            <a:r>
              <a:rPr lang="en-US" sz="900" dirty="0"/>
              <a:t>Router&gt; enable</a:t>
            </a:r>
          </a:p>
          <a:p>
            <a:pPr marL="171450" indent="-171450">
              <a:buFont typeface="Wingdings" panose="05000000000000000000" pitchFamily="2" charset="2"/>
              <a:buChar char="q"/>
            </a:pPr>
            <a:r>
              <a:rPr lang="en-US" sz="900" dirty="0"/>
              <a:t>Router# configure terminal</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FastEthernet0/0</a:t>
            </a:r>
          </a:p>
          <a:p>
            <a:pPr marL="171450" indent="-171450">
              <a:buFont typeface="Wingdings" panose="05000000000000000000" pitchFamily="2" charset="2"/>
              <a:buChar char="q"/>
            </a:pPr>
            <a:r>
              <a:rPr lang="en-US" sz="900" dirty="0"/>
              <a:t>Router(config-if)# </a:t>
            </a:r>
            <a:r>
              <a:rPr lang="en-US" sz="900" dirty="0" err="1"/>
              <a:t>ip</a:t>
            </a:r>
            <a:r>
              <a:rPr lang="en-US" sz="900" dirty="0"/>
              <a:t> address </a:t>
            </a:r>
            <a:r>
              <a:rPr lang="en-PK" sz="900" dirty="0">
                <a:ea typeface="Open Sans" pitchFamily="34" charset="-122"/>
              </a:rPr>
              <a:t>10.0.0.65</a:t>
            </a:r>
            <a:r>
              <a:rPr lang="en-PK" sz="900" dirty="0"/>
              <a:t> </a:t>
            </a:r>
            <a:r>
              <a:rPr lang="en-US" sz="900" dirty="0">
                <a:ea typeface="Open Sans" pitchFamily="34" charset="-122"/>
              </a:rPr>
              <a:t>255.255.255.192</a:t>
            </a:r>
            <a:endParaRPr lang="en-US" sz="900" dirty="0"/>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Serial0/0</a:t>
            </a:r>
          </a:p>
          <a:p>
            <a:pPr marL="171450" indent="-171450">
              <a:buFont typeface="Wingdings" panose="05000000000000000000" pitchFamily="2" charset="2"/>
              <a:buChar char="q"/>
            </a:pPr>
            <a:r>
              <a:rPr lang="en-US" sz="900" dirty="0"/>
              <a:t>Router(config-if)# </a:t>
            </a:r>
            <a:r>
              <a:rPr lang="en-US" sz="900" dirty="0" err="1"/>
              <a:t>ip</a:t>
            </a:r>
            <a:r>
              <a:rPr lang="en-US" sz="900" dirty="0"/>
              <a:t> address </a:t>
            </a:r>
            <a:r>
              <a:rPr lang="en-PK" sz="900" dirty="0">
                <a:ea typeface="Open Sans" pitchFamily="34" charset="-122"/>
              </a:rPr>
              <a:t>10.0.0.19</a:t>
            </a:r>
            <a:r>
              <a:rPr lang="en-US" sz="900" dirty="0">
                <a:ea typeface="Open Sans" pitchFamily="34" charset="-122"/>
              </a:rPr>
              <a:t>4  255.255.255.192</a:t>
            </a:r>
            <a:endParaRPr lang="en-US" sz="900" dirty="0"/>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Serial0/1</a:t>
            </a:r>
          </a:p>
          <a:p>
            <a:pPr marL="171450" indent="-171450">
              <a:buFont typeface="Wingdings" panose="05000000000000000000" pitchFamily="2" charset="2"/>
              <a:buChar char="q"/>
            </a:pPr>
            <a:r>
              <a:rPr lang="en-US" sz="900" dirty="0"/>
              <a:t>Router(config-if)# </a:t>
            </a:r>
            <a:r>
              <a:rPr lang="en-US" sz="900" dirty="0" err="1"/>
              <a:t>ip</a:t>
            </a:r>
            <a:r>
              <a:rPr lang="en-US" sz="900" dirty="0"/>
              <a:t>  address </a:t>
            </a:r>
            <a:r>
              <a:rPr lang="en-PK" sz="900" dirty="0">
                <a:ea typeface="Open Sans" pitchFamily="34" charset="-122"/>
              </a:rPr>
              <a:t>10.0.1.1</a:t>
            </a:r>
            <a:r>
              <a:rPr lang="en-US" sz="900" dirty="0">
                <a:ea typeface="Open Sans" pitchFamily="34" charset="-122"/>
              </a:rPr>
              <a:t>  </a:t>
            </a:r>
            <a:r>
              <a:rPr lang="en-US" sz="900" dirty="0"/>
              <a:t> </a:t>
            </a:r>
            <a:r>
              <a:rPr lang="en-US" sz="900" dirty="0">
                <a:ea typeface="Open Sans" pitchFamily="34" charset="-122"/>
              </a:rPr>
              <a:t>255.255.255.192</a:t>
            </a:r>
            <a:endParaRPr lang="en-US" sz="900" dirty="0"/>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router rip</a:t>
            </a:r>
          </a:p>
          <a:p>
            <a:pPr marL="171450" indent="-171450">
              <a:buFont typeface="Wingdings" panose="05000000000000000000" pitchFamily="2" charset="2"/>
              <a:buChar char="q"/>
            </a:pPr>
            <a:r>
              <a:rPr lang="en-US" sz="900" dirty="0"/>
              <a:t>Router(config-router)# version 2</a:t>
            </a:r>
          </a:p>
          <a:p>
            <a:pPr marL="171450" indent="-171450">
              <a:buFont typeface="Wingdings" panose="05000000000000000000" pitchFamily="2" charset="2"/>
              <a:buChar char="q"/>
            </a:pPr>
            <a:r>
              <a:rPr lang="en-US" sz="900" dirty="0"/>
              <a:t>Router(config-router)# network </a:t>
            </a:r>
            <a:r>
              <a:rPr lang="en-PK" sz="900" dirty="0">
                <a:ea typeface="Open Sans" pitchFamily="34" charset="-122"/>
              </a:rPr>
              <a:t>10.0.0.</a:t>
            </a:r>
            <a:r>
              <a:rPr lang="en-US" sz="900" dirty="0">
                <a:ea typeface="Open Sans" pitchFamily="34" charset="-122"/>
              </a:rPr>
              <a:t>0</a:t>
            </a:r>
            <a:endParaRPr lang="en-US" sz="900" dirty="0"/>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900" b="0" i="0" u="none" strike="noStrike" kern="0" cap="none" spc="0" normalizeH="0" baseline="0" noProof="0" dirty="0">
                <a:ln>
                  <a:noFill/>
                </a:ln>
                <a:solidFill>
                  <a:srgbClr val="000000"/>
                </a:solidFill>
                <a:effectLst/>
                <a:uLnTx/>
                <a:uFillTx/>
                <a:latin typeface="Arial"/>
                <a:cs typeface="Arial"/>
                <a:sym typeface="Arial"/>
              </a:rPr>
              <a:t>Router(config-router)# no  auto-summary</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Router(config-router)# exit</a:t>
            </a:r>
          </a:p>
          <a:p>
            <a:pPr marL="171450" indent="-171450">
              <a:buFont typeface="Wingdings" panose="05000000000000000000" pitchFamily="2" charset="2"/>
              <a:buChar char="q"/>
            </a:pPr>
            <a:r>
              <a:rPr lang="en-US" sz="900" dirty="0"/>
              <a:t>Router(config)# exit</a:t>
            </a:r>
          </a:p>
          <a:p>
            <a:pPr marL="171450" indent="-171450">
              <a:buFont typeface="Wingdings" panose="05000000000000000000" pitchFamily="2" charset="2"/>
              <a:buChar char="q"/>
            </a:pPr>
            <a:r>
              <a:rPr lang="en-US" sz="900" dirty="0"/>
              <a:t>Router#</a:t>
            </a:r>
          </a:p>
        </p:txBody>
      </p:sp>
      <p:sp>
        <p:nvSpPr>
          <p:cNvPr id="6" name="TextBox 5">
            <a:extLst>
              <a:ext uri="{FF2B5EF4-FFF2-40B4-BE49-F238E27FC236}">
                <a16:creationId xmlns:a16="http://schemas.microsoft.com/office/drawing/2014/main" id="{D421EBF5-92E2-E5CD-0254-C2DBFFE94AAC}"/>
              </a:ext>
            </a:extLst>
          </p:cNvPr>
          <p:cNvSpPr txBox="1"/>
          <p:nvPr/>
        </p:nvSpPr>
        <p:spPr>
          <a:xfrm>
            <a:off x="524933" y="4866501"/>
            <a:ext cx="7916334"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highlight>
                  <a:srgbClr val="00FFFF"/>
                </a:highlight>
              </a:rPr>
              <a:t>n</a:t>
            </a:r>
            <a:r>
              <a:rPr kumimoji="0" lang="en-US" sz="1200" b="0" i="0" u="none" strike="noStrike" kern="0" cap="none" spc="0" normalizeH="0" baseline="0" noProof="0" dirty="0">
                <a:ln>
                  <a:noFill/>
                </a:ln>
                <a:solidFill>
                  <a:srgbClr val="000000"/>
                </a:solidFill>
                <a:effectLst/>
                <a:highlight>
                  <a:srgbClr val="00FFFF"/>
                </a:highlight>
                <a:uLnTx/>
                <a:uFillTx/>
                <a:latin typeface="Arial"/>
                <a:cs typeface="Arial"/>
                <a:sym typeface="Arial"/>
              </a:rPr>
              <a:t>o auto-summary in RIP is used to stop RIP from shortening routes and instead send the full subnet information</a:t>
            </a:r>
            <a:endParaRPr kumimoji="0" lang="en-PK" sz="1200" b="0" i="0" u="none" strike="noStrike" kern="0" cap="none" spc="0" normalizeH="0" baseline="0" noProof="0" dirty="0">
              <a:ln>
                <a:noFill/>
              </a:ln>
              <a:solidFill>
                <a:srgbClr val="000000"/>
              </a:solidFill>
              <a:effectLst/>
              <a:highlight>
                <a:srgbClr val="00FFFF"/>
              </a:highlight>
              <a:uLnTx/>
              <a:uFillTx/>
              <a:latin typeface="Arial"/>
              <a:cs typeface="Arial"/>
              <a:sym typeface="Arial"/>
            </a:endParaRPr>
          </a:p>
        </p:txBody>
      </p:sp>
    </p:spTree>
    <p:extLst>
      <p:ext uri="{BB962C8B-B14F-4D97-AF65-F5344CB8AC3E}">
        <p14:creationId xmlns:p14="http://schemas.microsoft.com/office/powerpoint/2010/main" val="211684113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4818C-F456-09B6-AFF8-B3365C11CED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4129597-F70F-D9FA-1858-CC3845882C91}"/>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2C3722B2-429A-862A-5167-EC0797F03F97}"/>
              </a:ext>
            </a:extLst>
          </p:cNvPr>
          <p:cNvSpPr txBox="1"/>
          <p:nvPr/>
        </p:nvSpPr>
        <p:spPr>
          <a:xfrm>
            <a:off x="101600" y="652389"/>
            <a:ext cx="9042400" cy="30777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000000"/>
                </a:solidFill>
                <a:effectLst/>
                <a:highlight>
                  <a:srgbClr val="00FFFF"/>
                </a:highlight>
                <a:uLnTx/>
                <a:uFillTx/>
                <a:latin typeface="Arial"/>
                <a:cs typeface="Arial"/>
                <a:sym typeface="Arial"/>
              </a:rPr>
              <a:t>Q1: Practical, Using RIPv2</a:t>
            </a:r>
          </a:p>
        </p:txBody>
      </p:sp>
      <p:sp>
        <p:nvSpPr>
          <p:cNvPr id="3" name="TextBox 2">
            <a:extLst>
              <a:ext uri="{FF2B5EF4-FFF2-40B4-BE49-F238E27FC236}">
                <a16:creationId xmlns:a16="http://schemas.microsoft.com/office/drawing/2014/main" id="{81509748-DAC9-7470-B30D-1BBB6B91FB2B}"/>
              </a:ext>
            </a:extLst>
          </p:cNvPr>
          <p:cNvSpPr txBox="1"/>
          <p:nvPr/>
        </p:nvSpPr>
        <p:spPr>
          <a:xfrm>
            <a:off x="219074" y="1082119"/>
            <a:ext cx="4034367" cy="3277820"/>
          </a:xfrm>
          <a:prstGeom prst="rect">
            <a:avLst/>
          </a:prstGeom>
          <a:noFill/>
        </p:spPr>
        <p:txBody>
          <a:bodyPr wrap="square">
            <a:spAutoFit/>
          </a:bodyPr>
          <a:lstStyle/>
          <a:p>
            <a:r>
              <a:rPr lang="en-US" sz="1800" b="1" dirty="0">
                <a:highlight>
                  <a:srgbClr val="00FFFF"/>
                </a:highlight>
              </a:rPr>
              <a:t>R3</a:t>
            </a:r>
          </a:p>
          <a:p>
            <a:pPr marL="171450" indent="-171450">
              <a:buFont typeface="Wingdings" panose="05000000000000000000" pitchFamily="2" charset="2"/>
              <a:buChar char="q"/>
            </a:pPr>
            <a:r>
              <a:rPr lang="en-US" sz="900" dirty="0"/>
              <a:t>Router&gt; enable</a:t>
            </a:r>
          </a:p>
          <a:p>
            <a:pPr marL="171450" indent="-171450">
              <a:buFont typeface="Wingdings" panose="05000000000000000000" pitchFamily="2" charset="2"/>
              <a:buChar char="q"/>
            </a:pPr>
            <a:r>
              <a:rPr lang="en-US" sz="900" dirty="0"/>
              <a:t>Router# configure terminal</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FastEthernet0/0</a:t>
            </a:r>
          </a:p>
          <a:p>
            <a:pPr marL="171450" indent="-171450">
              <a:buFont typeface="Wingdings" panose="05000000000000000000" pitchFamily="2" charset="2"/>
              <a:buChar char="q"/>
            </a:pPr>
            <a:r>
              <a:rPr lang="en-US" sz="900" dirty="0"/>
              <a:t>Router(config-if)# </a:t>
            </a:r>
            <a:r>
              <a:rPr lang="en-US" sz="900" dirty="0" err="1"/>
              <a:t>ip</a:t>
            </a:r>
            <a:r>
              <a:rPr lang="en-US" sz="900" dirty="0"/>
              <a:t>  address </a:t>
            </a:r>
            <a:r>
              <a:rPr lang="en-PK" sz="900" dirty="0">
                <a:ea typeface="Open Sans" pitchFamily="34" charset="-122"/>
              </a:rPr>
              <a:t>10.0.0.129</a:t>
            </a:r>
            <a:r>
              <a:rPr lang="en-US" sz="900" dirty="0"/>
              <a:t> </a:t>
            </a:r>
            <a:r>
              <a:rPr lang="en-US" sz="900" dirty="0">
                <a:ea typeface="Open Sans" pitchFamily="34" charset="-122"/>
              </a:rPr>
              <a:t>255.255.255.192</a:t>
            </a:r>
            <a:r>
              <a:rPr lang="en-US" sz="900" dirty="0"/>
              <a:t> 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Serial0/0</a:t>
            </a:r>
          </a:p>
          <a:p>
            <a:pPr marL="171450" indent="-171450">
              <a:buFont typeface="Wingdings" panose="05000000000000000000" pitchFamily="2" charset="2"/>
              <a:buChar char="q"/>
            </a:pPr>
            <a:r>
              <a:rPr lang="en-US" sz="900" dirty="0"/>
              <a:t>Router(config-if)# </a:t>
            </a:r>
            <a:r>
              <a:rPr lang="en-US" sz="900" dirty="0" err="1"/>
              <a:t>ip</a:t>
            </a:r>
            <a:r>
              <a:rPr lang="en-US" sz="900" dirty="0"/>
              <a:t>  address </a:t>
            </a:r>
            <a:r>
              <a:rPr lang="en-PK" sz="900" dirty="0">
                <a:ea typeface="Open Sans" pitchFamily="34" charset="-122"/>
              </a:rPr>
              <a:t>10.0.1.</a:t>
            </a:r>
            <a:r>
              <a:rPr lang="en-US" sz="900" dirty="0">
                <a:ea typeface="Open Sans" pitchFamily="34" charset="-122"/>
              </a:rPr>
              <a:t>2 </a:t>
            </a:r>
            <a:r>
              <a:rPr lang="en-PK" sz="900" dirty="0">
                <a:ea typeface="Open Sans" pitchFamily="34" charset="-122"/>
              </a:rPr>
              <a:t> </a:t>
            </a:r>
            <a:r>
              <a:rPr lang="en-US" sz="900" dirty="0">
                <a:ea typeface="Open Sans" pitchFamily="34" charset="-122"/>
              </a:rPr>
              <a:t>255.255.255.192</a:t>
            </a:r>
            <a:endParaRPr lang="en-US" sz="900" dirty="0"/>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router  rip</a:t>
            </a:r>
          </a:p>
          <a:p>
            <a:pPr marL="171450" indent="-171450">
              <a:buFont typeface="Wingdings" panose="05000000000000000000" pitchFamily="2" charset="2"/>
              <a:buChar char="q"/>
            </a:pPr>
            <a:r>
              <a:rPr lang="en-US" sz="900" dirty="0"/>
              <a:t>Router(config-router)# version  2</a:t>
            </a:r>
          </a:p>
          <a:p>
            <a:pPr marL="171450" indent="-171450">
              <a:buFont typeface="Wingdings" panose="05000000000000000000" pitchFamily="2" charset="2"/>
              <a:buChar char="q"/>
            </a:pPr>
            <a:r>
              <a:rPr lang="en-US" sz="900" dirty="0"/>
              <a:t>Router(config-router)# network  </a:t>
            </a:r>
            <a:r>
              <a:rPr lang="en-PK" sz="900" dirty="0">
                <a:ea typeface="Open Sans" pitchFamily="34" charset="-122"/>
              </a:rPr>
              <a:t>10.0.0.</a:t>
            </a:r>
            <a:r>
              <a:rPr lang="en-US" sz="900" dirty="0">
                <a:ea typeface="Open Sans" pitchFamily="34" charset="-122"/>
              </a:rPr>
              <a:t>0</a:t>
            </a:r>
            <a:endParaRPr lang="en-US" sz="900" dirty="0"/>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900" b="0" i="0" u="none" strike="noStrike" kern="0" cap="none" spc="0" normalizeH="0" baseline="0" noProof="0" dirty="0">
                <a:ln>
                  <a:noFill/>
                </a:ln>
                <a:solidFill>
                  <a:srgbClr val="000000"/>
                </a:solidFill>
                <a:effectLst/>
                <a:uLnTx/>
                <a:uFillTx/>
                <a:latin typeface="Arial"/>
                <a:cs typeface="Arial"/>
                <a:sym typeface="Arial"/>
              </a:rPr>
              <a:t>Router(config-router)# no  auto-summary</a:t>
            </a:r>
            <a:endParaRPr lang="en-US" sz="900" dirty="0"/>
          </a:p>
          <a:p>
            <a:pPr marL="171450" indent="-171450">
              <a:buFont typeface="Wingdings" panose="05000000000000000000" pitchFamily="2" charset="2"/>
              <a:buChar char="q"/>
            </a:pPr>
            <a:r>
              <a:rPr lang="en-US" sz="900" dirty="0"/>
              <a:t>Router(config-router)#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exit</a:t>
            </a:r>
          </a:p>
          <a:p>
            <a:pPr marL="171450" indent="-171450">
              <a:buFont typeface="Wingdings" panose="05000000000000000000" pitchFamily="2" charset="2"/>
              <a:buChar char="q"/>
            </a:pPr>
            <a:r>
              <a:rPr lang="en-US" sz="900" dirty="0"/>
              <a:t>Router#</a:t>
            </a:r>
          </a:p>
        </p:txBody>
      </p:sp>
      <p:sp>
        <p:nvSpPr>
          <p:cNvPr id="6" name="TextBox 5">
            <a:extLst>
              <a:ext uri="{FF2B5EF4-FFF2-40B4-BE49-F238E27FC236}">
                <a16:creationId xmlns:a16="http://schemas.microsoft.com/office/drawing/2014/main" id="{A2313FA3-7562-58E7-89D2-544B86310EF7}"/>
              </a:ext>
            </a:extLst>
          </p:cNvPr>
          <p:cNvSpPr txBox="1"/>
          <p:nvPr/>
        </p:nvSpPr>
        <p:spPr>
          <a:xfrm>
            <a:off x="219074" y="4852425"/>
            <a:ext cx="791739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highlight>
                  <a:srgbClr val="00FFFF"/>
                </a:highlight>
              </a:rPr>
              <a:t>n</a:t>
            </a:r>
            <a:r>
              <a:rPr kumimoji="0" lang="en-US" sz="1200" b="0" i="0" u="none" strike="noStrike" kern="0" cap="none" spc="0" normalizeH="0" baseline="0" noProof="0" dirty="0">
                <a:ln>
                  <a:noFill/>
                </a:ln>
                <a:solidFill>
                  <a:srgbClr val="000000"/>
                </a:solidFill>
                <a:effectLst/>
                <a:highlight>
                  <a:srgbClr val="00FFFF"/>
                </a:highlight>
                <a:uLnTx/>
                <a:uFillTx/>
                <a:latin typeface="Arial"/>
                <a:cs typeface="Arial"/>
                <a:sym typeface="Arial"/>
              </a:rPr>
              <a:t>o auto-summary in RIP is used to stop RIP from shortening routes and instead send the full subnet information</a:t>
            </a:r>
            <a:endParaRPr kumimoji="0" lang="en-PK" sz="1200" b="0" i="0" u="none" strike="noStrike" kern="0" cap="none" spc="0" normalizeH="0" baseline="0" noProof="0" dirty="0">
              <a:ln>
                <a:noFill/>
              </a:ln>
              <a:solidFill>
                <a:srgbClr val="000000"/>
              </a:solidFill>
              <a:effectLst/>
              <a:highlight>
                <a:srgbClr val="00FFFF"/>
              </a:highlight>
              <a:uLnTx/>
              <a:uFillTx/>
              <a:latin typeface="Arial"/>
              <a:cs typeface="Arial"/>
              <a:sym typeface="Arial"/>
            </a:endParaRPr>
          </a:p>
        </p:txBody>
      </p:sp>
    </p:spTree>
    <p:extLst>
      <p:ext uri="{BB962C8B-B14F-4D97-AF65-F5344CB8AC3E}">
        <p14:creationId xmlns:p14="http://schemas.microsoft.com/office/powerpoint/2010/main" val="287491248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23791-1E62-D6CF-1F66-61A9A686209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A79DE7D-3F27-C6A6-1CD6-80B11BC37C49}"/>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8090D9ED-7CB2-FD3B-7032-1746C0FF09BC}"/>
              </a:ext>
            </a:extLst>
          </p:cNvPr>
          <p:cNvSpPr txBox="1"/>
          <p:nvPr/>
        </p:nvSpPr>
        <p:spPr>
          <a:xfrm>
            <a:off x="101600" y="554575"/>
            <a:ext cx="9042400" cy="523220"/>
          </a:xfrm>
          <a:prstGeom prst="rect">
            <a:avLst/>
          </a:prstGeom>
          <a:noFill/>
        </p:spPr>
        <p:txBody>
          <a:bodyPr wrap="square">
            <a:spAutoFit/>
          </a:bodyPr>
          <a:lstStyle/>
          <a:p>
            <a:pPr algn="just"/>
            <a:r>
              <a:rPr lang="en-US" b="1" dirty="0">
                <a:highlight>
                  <a:srgbClr val="00FFFF"/>
                </a:highlight>
              </a:rPr>
              <a:t>Q2: </a:t>
            </a:r>
            <a:r>
              <a:rPr lang="en-US" dirty="0">
                <a:highlight>
                  <a:srgbClr val="00FFFF"/>
                </a:highlight>
              </a:rPr>
              <a:t>Company bought an IP 12.1.1.1/8 company says connect 5 branches and connect 1024 users each branch. Using FLSM and using RIPv2.</a:t>
            </a:r>
          </a:p>
        </p:txBody>
      </p:sp>
      <p:pic>
        <p:nvPicPr>
          <p:cNvPr id="8" name="Picture 7">
            <a:extLst>
              <a:ext uri="{FF2B5EF4-FFF2-40B4-BE49-F238E27FC236}">
                <a16:creationId xmlns:a16="http://schemas.microsoft.com/office/drawing/2014/main" id="{87E10180-9CA4-A439-FE55-1478BDFE0538}"/>
              </a:ext>
            </a:extLst>
          </p:cNvPr>
          <p:cNvPicPr>
            <a:picLocks noChangeAspect="1"/>
          </p:cNvPicPr>
          <p:nvPr/>
        </p:nvPicPr>
        <p:blipFill>
          <a:blip r:embed="rId2"/>
          <a:stretch>
            <a:fillRect/>
          </a:stretch>
        </p:blipFill>
        <p:spPr>
          <a:xfrm>
            <a:off x="0" y="1227667"/>
            <a:ext cx="9144000" cy="3915832"/>
          </a:xfrm>
          <a:prstGeom prst="rect">
            <a:avLst/>
          </a:prstGeom>
        </p:spPr>
      </p:pic>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BED52D84-6460-B8D7-9D7C-9D3A530B9A1D}"/>
                  </a:ext>
                </a:extLst>
              </p14:cNvPr>
              <p14:cNvContentPartPr/>
              <p14:nvPr/>
            </p14:nvContentPartPr>
            <p14:xfrm>
              <a:off x="107173" y="1910053"/>
              <a:ext cx="1815840" cy="3036240"/>
            </p14:xfrm>
          </p:contentPart>
        </mc:Choice>
        <mc:Fallback xmlns="">
          <p:pic>
            <p:nvPicPr>
              <p:cNvPr id="9" name="Ink 8">
                <a:extLst>
                  <a:ext uri="{FF2B5EF4-FFF2-40B4-BE49-F238E27FC236}">
                    <a16:creationId xmlns:a16="http://schemas.microsoft.com/office/drawing/2014/main" id="{BED52D84-6460-B8D7-9D7C-9D3A530B9A1D}"/>
                  </a:ext>
                </a:extLst>
              </p:cNvPr>
              <p:cNvPicPr/>
              <p:nvPr/>
            </p:nvPicPr>
            <p:blipFill>
              <a:blip r:embed="rId4"/>
              <a:stretch>
                <a:fillRect/>
              </a:stretch>
            </p:blipFill>
            <p:spPr>
              <a:xfrm>
                <a:off x="98533" y="1901053"/>
                <a:ext cx="1833480" cy="3053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5" name="Ink 14">
                <a:extLst>
                  <a:ext uri="{FF2B5EF4-FFF2-40B4-BE49-F238E27FC236}">
                    <a16:creationId xmlns:a16="http://schemas.microsoft.com/office/drawing/2014/main" id="{F20B0AB3-C790-26A0-3996-BAD788BECF62}"/>
                  </a:ext>
                </a:extLst>
              </p14:cNvPr>
              <p14:cNvContentPartPr/>
              <p14:nvPr/>
            </p14:nvContentPartPr>
            <p14:xfrm>
              <a:off x="1912213" y="1936693"/>
              <a:ext cx="968400" cy="3145320"/>
            </p14:xfrm>
          </p:contentPart>
        </mc:Choice>
        <mc:Fallback xmlns="">
          <p:pic>
            <p:nvPicPr>
              <p:cNvPr id="15" name="Ink 14">
                <a:extLst>
                  <a:ext uri="{FF2B5EF4-FFF2-40B4-BE49-F238E27FC236}">
                    <a16:creationId xmlns:a16="http://schemas.microsoft.com/office/drawing/2014/main" id="{F20B0AB3-C790-26A0-3996-BAD788BECF62}"/>
                  </a:ext>
                </a:extLst>
              </p:cNvPr>
              <p:cNvPicPr/>
              <p:nvPr/>
            </p:nvPicPr>
            <p:blipFill>
              <a:blip r:embed="rId6"/>
              <a:stretch>
                <a:fillRect/>
              </a:stretch>
            </p:blipFill>
            <p:spPr>
              <a:xfrm>
                <a:off x="1903573" y="1927693"/>
                <a:ext cx="986040" cy="3162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6" name="Ink 15">
                <a:extLst>
                  <a:ext uri="{FF2B5EF4-FFF2-40B4-BE49-F238E27FC236}">
                    <a16:creationId xmlns:a16="http://schemas.microsoft.com/office/drawing/2014/main" id="{8EE694DC-C4DE-E12B-3C76-5A0036B750AF}"/>
                  </a:ext>
                </a:extLst>
              </p14:cNvPr>
              <p14:cNvContentPartPr/>
              <p14:nvPr/>
            </p14:nvContentPartPr>
            <p14:xfrm>
              <a:off x="3360853" y="1987813"/>
              <a:ext cx="1601640" cy="3127320"/>
            </p14:xfrm>
          </p:contentPart>
        </mc:Choice>
        <mc:Fallback xmlns="">
          <p:pic>
            <p:nvPicPr>
              <p:cNvPr id="16" name="Ink 15">
                <a:extLst>
                  <a:ext uri="{FF2B5EF4-FFF2-40B4-BE49-F238E27FC236}">
                    <a16:creationId xmlns:a16="http://schemas.microsoft.com/office/drawing/2014/main" id="{8EE694DC-C4DE-E12B-3C76-5A0036B750AF}"/>
                  </a:ext>
                </a:extLst>
              </p:cNvPr>
              <p:cNvPicPr/>
              <p:nvPr/>
            </p:nvPicPr>
            <p:blipFill>
              <a:blip r:embed="rId8"/>
              <a:stretch>
                <a:fillRect/>
              </a:stretch>
            </p:blipFill>
            <p:spPr>
              <a:xfrm>
                <a:off x="3352213" y="1979173"/>
                <a:ext cx="1619280" cy="31449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8" name="Ink 17">
                <a:extLst>
                  <a:ext uri="{FF2B5EF4-FFF2-40B4-BE49-F238E27FC236}">
                    <a16:creationId xmlns:a16="http://schemas.microsoft.com/office/drawing/2014/main" id="{34F7C645-B780-DF48-2859-179FE6D1AECC}"/>
                  </a:ext>
                </a:extLst>
              </p14:cNvPr>
              <p14:cNvContentPartPr/>
              <p14:nvPr/>
            </p14:nvContentPartPr>
            <p14:xfrm>
              <a:off x="4960693" y="1994653"/>
              <a:ext cx="2144160" cy="3064680"/>
            </p14:xfrm>
          </p:contentPart>
        </mc:Choice>
        <mc:Fallback xmlns="">
          <p:pic>
            <p:nvPicPr>
              <p:cNvPr id="18" name="Ink 17">
                <a:extLst>
                  <a:ext uri="{FF2B5EF4-FFF2-40B4-BE49-F238E27FC236}">
                    <a16:creationId xmlns:a16="http://schemas.microsoft.com/office/drawing/2014/main" id="{34F7C645-B780-DF48-2859-179FE6D1AECC}"/>
                  </a:ext>
                </a:extLst>
              </p:cNvPr>
              <p:cNvPicPr/>
              <p:nvPr/>
            </p:nvPicPr>
            <p:blipFill>
              <a:blip r:embed="rId10"/>
              <a:stretch>
                <a:fillRect/>
              </a:stretch>
            </p:blipFill>
            <p:spPr>
              <a:xfrm>
                <a:off x="4951693" y="1985653"/>
                <a:ext cx="2161800" cy="30823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0" name="Ink 19">
                <a:extLst>
                  <a:ext uri="{FF2B5EF4-FFF2-40B4-BE49-F238E27FC236}">
                    <a16:creationId xmlns:a16="http://schemas.microsoft.com/office/drawing/2014/main" id="{E7390DAE-FCFE-711F-10FB-8D4BDBEFC0A7}"/>
                  </a:ext>
                </a:extLst>
              </p14:cNvPr>
              <p14:cNvContentPartPr/>
              <p14:nvPr/>
            </p14:nvContentPartPr>
            <p14:xfrm>
              <a:off x="7466293" y="1783693"/>
              <a:ext cx="1501920" cy="3213360"/>
            </p14:xfrm>
          </p:contentPart>
        </mc:Choice>
        <mc:Fallback xmlns="">
          <p:pic>
            <p:nvPicPr>
              <p:cNvPr id="20" name="Ink 19">
                <a:extLst>
                  <a:ext uri="{FF2B5EF4-FFF2-40B4-BE49-F238E27FC236}">
                    <a16:creationId xmlns:a16="http://schemas.microsoft.com/office/drawing/2014/main" id="{E7390DAE-FCFE-711F-10FB-8D4BDBEFC0A7}"/>
                  </a:ext>
                </a:extLst>
              </p:cNvPr>
              <p:cNvPicPr/>
              <p:nvPr/>
            </p:nvPicPr>
            <p:blipFill>
              <a:blip r:embed="rId12"/>
              <a:stretch>
                <a:fillRect/>
              </a:stretch>
            </p:blipFill>
            <p:spPr>
              <a:xfrm>
                <a:off x="7457293" y="1775053"/>
                <a:ext cx="1519560" cy="3231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2" name="Ink 21">
                <a:extLst>
                  <a:ext uri="{FF2B5EF4-FFF2-40B4-BE49-F238E27FC236}">
                    <a16:creationId xmlns:a16="http://schemas.microsoft.com/office/drawing/2014/main" id="{CA896BF3-1C08-BD23-B89A-71F0BD12E09B}"/>
                  </a:ext>
                </a:extLst>
              </p14:cNvPr>
              <p14:cNvContentPartPr/>
              <p14:nvPr/>
            </p14:nvContentPartPr>
            <p14:xfrm>
              <a:off x="2192653" y="1294093"/>
              <a:ext cx="2499480" cy="763920"/>
            </p14:xfrm>
          </p:contentPart>
        </mc:Choice>
        <mc:Fallback xmlns="">
          <p:pic>
            <p:nvPicPr>
              <p:cNvPr id="22" name="Ink 21">
                <a:extLst>
                  <a:ext uri="{FF2B5EF4-FFF2-40B4-BE49-F238E27FC236}">
                    <a16:creationId xmlns:a16="http://schemas.microsoft.com/office/drawing/2014/main" id="{CA896BF3-1C08-BD23-B89A-71F0BD12E09B}"/>
                  </a:ext>
                </a:extLst>
              </p:cNvPr>
              <p:cNvPicPr/>
              <p:nvPr/>
            </p:nvPicPr>
            <p:blipFill>
              <a:blip r:embed="rId14"/>
              <a:stretch>
                <a:fillRect/>
              </a:stretch>
            </p:blipFill>
            <p:spPr>
              <a:xfrm>
                <a:off x="2184013" y="1285093"/>
                <a:ext cx="2517120" cy="7815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4" name="Ink 23">
                <a:extLst>
                  <a:ext uri="{FF2B5EF4-FFF2-40B4-BE49-F238E27FC236}">
                    <a16:creationId xmlns:a16="http://schemas.microsoft.com/office/drawing/2014/main" id="{CEAFD290-370D-B9BD-9EC1-A6C87C97A760}"/>
                  </a:ext>
                </a:extLst>
              </p14:cNvPr>
              <p14:cNvContentPartPr/>
              <p14:nvPr/>
            </p14:nvContentPartPr>
            <p14:xfrm>
              <a:off x="4978333" y="1396333"/>
              <a:ext cx="2700720" cy="704520"/>
            </p14:xfrm>
          </p:contentPart>
        </mc:Choice>
        <mc:Fallback xmlns="">
          <p:pic>
            <p:nvPicPr>
              <p:cNvPr id="24" name="Ink 23">
                <a:extLst>
                  <a:ext uri="{FF2B5EF4-FFF2-40B4-BE49-F238E27FC236}">
                    <a16:creationId xmlns:a16="http://schemas.microsoft.com/office/drawing/2014/main" id="{CEAFD290-370D-B9BD-9EC1-A6C87C97A760}"/>
                  </a:ext>
                </a:extLst>
              </p:cNvPr>
              <p:cNvPicPr/>
              <p:nvPr/>
            </p:nvPicPr>
            <p:blipFill>
              <a:blip r:embed="rId16"/>
              <a:stretch>
                <a:fillRect/>
              </a:stretch>
            </p:blipFill>
            <p:spPr>
              <a:xfrm>
                <a:off x="4969333" y="1387333"/>
                <a:ext cx="2718360" cy="722160"/>
              </a:xfrm>
              <a:prstGeom prst="rect">
                <a:avLst/>
              </a:prstGeom>
            </p:spPr>
          </p:pic>
        </mc:Fallback>
      </mc:AlternateContent>
      <p:sp>
        <p:nvSpPr>
          <p:cNvPr id="27" name="TextBox 26">
            <a:extLst>
              <a:ext uri="{FF2B5EF4-FFF2-40B4-BE49-F238E27FC236}">
                <a16:creationId xmlns:a16="http://schemas.microsoft.com/office/drawing/2014/main" id="{DC817438-0FF2-8B0D-AF23-294F76D62E5C}"/>
              </a:ext>
            </a:extLst>
          </p:cNvPr>
          <p:cNvSpPr txBox="1"/>
          <p:nvPr/>
        </p:nvSpPr>
        <p:spPr>
          <a:xfrm>
            <a:off x="2242025" y="2469195"/>
            <a:ext cx="926583"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2 </a:t>
            </a:r>
            <a:endParaRPr kumimoji="0" lang="en-PK" sz="1400" b="1"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29" name="TextBox 28">
            <a:extLst>
              <a:ext uri="{FF2B5EF4-FFF2-40B4-BE49-F238E27FC236}">
                <a16:creationId xmlns:a16="http://schemas.microsoft.com/office/drawing/2014/main" id="{44906DBF-9872-8EF4-99D2-E4B2F6C7F646}"/>
              </a:ext>
            </a:extLst>
          </p:cNvPr>
          <p:cNvSpPr txBox="1"/>
          <p:nvPr/>
        </p:nvSpPr>
        <p:spPr>
          <a:xfrm>
            <a:off x="3728409" y="2509783"/>
            <a:ext cx="847795"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a:t>
            </a:r>
            <a:r>
              <a:rPr lang="en-US" sz="1000" b="1" dirty="0">
                <a:highlight>
                  <a:srgbClr val="00FF00"/>
                </a:highlight>
                <a:ea typeface="Open Sans" pitchFamily="34" charset="-122"/>
              </a:rPr>
              <a:t>3</a:t>
            </a:r>
            <a:endParaRPr kumimoji="0" lang="en-PK" sz="1400" b="1"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31" name="TextBox 30">
            <a:extLst>
              <a:ext uri="{FF2B5EF4-FFF2-40B4-BE49-F238E27FC236}">
                <a16:creationId xmlns:a16="http://schemas.microsoft.com/office/drawing/2014/main" id="{1F5F0C15-FADD-D7C4-85B3-AAA99C98E6C2}"/>
              </a:ext>
            </a:extLst>
          </p:cNvPr>
          <p:cNvSpPr txBox="1"/>
          <p:nvPr/>
        </p:nvSpPr>
        <p:spPr>
          <a:xfrm>
            <a:off x="5929734" y="2904645"/>
            <a:ext cx="797917"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4 </a:t>
            </a:r>
            <a:endParaRPr kumimoji="0" lang="en-PK" sz="1400" b="1"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33" name="TextBox 32">
            <a:extLst>
              <a:ext uri="{FF2B5EF4-FFF2-40B4-BE49-F238E27FC236}">
                <a16:creationId xmlns:a16="http://schemas.microsoft.com/office/drawing/2014/main" id="{83D8B2AF-03F8-1A87-4439-FD4D64E5F132}"/>
              </a:ext>
            </a:extLst>
          </p:cNvPr>
          <p:cNvSpPr txBox="1"/>
          <p:nvPr/>
        </p:nvSpPr>
        <p:spPr>
          <a:xfrm>
            <a:off x="3106278" y="1409410"/>
            <a:ext cx="797917"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6 </a:t>
            </a:r>
            <a:endParaRPr kumimoji="0" lang="en-PK" sz="1400" b="1"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35" name="TextBox 34">
            <a:extLst>
              <a:ext uri="{FF2B5EF4-FFF2-40B4-BE49-F238E27FC236}">
                <a16:creationId xmlns:a16="http://schemas.microsoft.com/office/drawing/2014/main" id="{F5A061BD-8F32-3CE2-BAB9-95A2FAD01AC9}"/>
              </a:ext>
            </a:extLst>
          </p:cNvPr>
          <p:cNvSpPr txBox="1"/>
          <p:nvPr/>
        </p:nvSpPr>
        <p:spPr>
          <a:xfrm>
            <a:off x="6328693" y="1453098"/>
            <a:ext cx="797917"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a:t>
            </a:r>
            <a:r>
              <a:rPr lang="en-US" sz="1000" b="1" dirty="0">
                <a:highlight>
                  <a:srgbClr val="00FF00"/>
                </a:highlight>
                <a:ea typeface="Open Sans" pitchFamily="34" charset="-122"/>
              </a:rPr>
              <a:t>7</a:t>
            </a:r>
            <a:endParaRPr kumimoji="0" lang="en-PK" sz="1400" b="1"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37" name="TextBox 36">
            <a:extLst>
              <a:ext uri="{FF2B5EF4-FFF2-40B4-BE49-F238E27FC236}">
                <a16:creationId xmlns:a16="http://schemas.microsoft.com/office/drawing/2014/main" id="{EFFA4D3A-C78F-3561-22B1-D4E08AC3DD18}"/>
              </a:ext>
            </a:extLst>
          </p:cNvPr>
          <p:cNvSpPr txBox="1"/>
          <p:nvPr/>
        </p:nvSpPr>
        <p:spPr>
          <a:xfrm>
            <a:off x="7450453" y="2325528"/>
            <a:ext cx="74093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5 </a:t>
            </a:r>
            <a:endParaRPr kumimoji="0" lang="en-PK" sz="1400" b="1"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39" name="TextBox 38">
            <a:extLst>
              <a:ext uri="{FF2B5EF4-FFF2-40B4-BE49-F238E27FC236}">
                <a16:creationId xmlns:a16="http://schemas.microsoft.com/office/drawing/2014/main" id="{FAD8A48E-BC6F-8E40-D84F-37DA88B0E4AF}"/>
              </a:ext>
            </a:extLst>
          </p:cNvPr>
          <p:cNvSpPr txBox="1"/>
          <p:nvPr/>
        </p:nvSpPr>
        <p:spPr>
          <a:xfrm>
            <a:off x="510762" y="2448639"/>
            <a:ext cx="89069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1 </a:t>
            </a:r>
            <a:endParaRPr kumimoji="0" lang="en-PK" sz="1400" b="1"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Tree>
    <p:extLst>
      <p:ext uri="{BB962C8B-B14F-4D97-AF65-F5344CB8AC3E}">
        <p14:creationId xmlns:p14="http://schemas.microsoft.com/office/powerpoint/2010/main" val="377816168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0C4AC-411E-EE76-E912-0DEAAEF3086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5F0AB4A-F2FD-0394-4348-DB346FD10D31}"/>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31675679-9379-1812-6FE8-0BBC1E2D34BB}"/>
              </a:ext>
            </a:extLst>
          </p:cNvPr>
          <p:cNvSpPr txBox="1"/>
          <p:nvPr/>
        </p:nvSpPr>
        <p:spPr>
          <a:xfrm>
            <a:off x="101600" y="626548"/>
            <a:ext cx="3623733" cy="307777"/>
          </a:xfrm>
          <a:prstGeom prst="rect">
            <a:avLst/>
          </a:prstGeom>
          <a:noFill/>
        </p:spPr>
        <p:txBody>
          <a:bodyPr wrap="square">
            <a:spAutoFit/>
          </a:bodyPr>
          <a:lstStyle/>
          <a:p>
            <a:pPr algn="just"/>
            <a:r>
              <a:rPr lang="en-US" b="1" dirty="0">
                <a:highlight>
                  <a:srgbClr val="00FFFF"/>
                </a:highlight>
              </a:rPr>
              <a:t>Here we have 7 Network, so let's begin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A53E124-663B-A59F-765F-A4A1F96EB6E0}"/>
                  </a:ext>
                </a:extLst>
              </p:cNvPr>
              <p:cNvSpPr txBox="1"/>
              <p:nvPr/>
            </p:nvSpPr>
            <p:spPr>
              <a:xfrm>
                <a:off x="254000" y="1148679"/>
                <a:ext cx="2578582" cy="3633431"/>
              </a:xfrm>
              <a:prstGeom prst="rect">
                <a:avLst/>
              </a:prstGeom>
              <a:noFill/>
            </p:spPr>
            <p:txBody>
              <a:bodyPr wrap="square">
                <a:spAutoFit/>
              </a:bodyPr>
              <a:lstStyle/>
              <a:p>
                <a:r>
                  <a:rPr lang="en-US" sz="1000" dirty="0">
                    <a:ea typeface="Open Sans" pitchFamily="34" charset="-122"/>
                  </a:rPr>
                  <a:t>Step 1: IP: 12.1.1.1/8</a:t>
                </a:r>
              </a:p>
              <a:p>
                <a:endParaRPr lang="en-US" sz="1000" dirty="0">
                  <a:ea typeface="Open Sans" pitchFamily="34" charset="-122"/>
                </a:endParaRPr>
              </a:p>
              <a:p>
                <a:r>
                  <a:rPr lang="en-US" sz="1000" dirty="0">
                    <a:ea typeface="Open Sans" pitchFamily="34" charset="-122"/>
                  </a:rPr>
                  <a:t>Step 2:  12.0.0.0/8</a:t>
                </a:r>
              </a:p>
              <a:p>
                <a:endParaRPr lang="en-US" sz="1000" dirty="0">
                  <a:ea typeface="Open Sans" pitchFamily="34" charset="-122"/>
                </a:endParaRPr>
              </a:p>
              <a:p>
                <a:r>
                  <a:rPr lang="en-US" sz="1000" dirty="0">
                    <a:ea typeface="Open Sans" pitchFamily="34" charset="-122"/>
                  </a:rPr>
                  <a:t>Step 3:  12.00000000.00000000.00000000</a:t>
                </a:r>
              </a:p>
              <a:p>
                <a:endParaRPr lang="en-US" sz="1000" dirty="0">
                  <a:ea typeface="Open Sans" pitchFamily="34" charset="-122"/>
                </a:endParaRPr>
              </a:p>
              <a:p>
                <a14:m>
                  <m:oMath xmlns:m="http://schemas.openxmlformats.org/officeDocument/2006/math">
                    <m:sSup>
                      <m:sSupPr>
                        <m:ctrlPr>
                          <a:rPr lang="en-US" sz="1000" b="0" i="1" smtClean="0">
                            <a:latin typeface="Cambria Math" panose="02040503050406030204" pitchFamily="18" charset="0"/>
                            <a:ea typeface="Open Sans" pitchFamily="34" charset="-122"/>
                          </a:rPr>
                        </m:ctrlPr>
                      </m:sSupPr>
                      <m:e>
                        <m:r>
                          <a:rPr lang="en-US" sz="1000" b="0" i="1" smtClean="0">
                            <a:latin typeface="Cambria Math" panose="02040503050406030204" pitchFamily="18" charset="0"/>
                            <a:ea typeface="Open Sans" pitchFamily="34" charset="-122"/>
                          </a:rPr>
                          <m:t>2</m:t>
                        </m:r>
                      </m:e>
                      <m:sup>
                        <m:r>
                          <a:rPr lang="en-US" sz="1000" b="0" i="1" smtClean="0">
                            <a:latin typeface="Cambria Math" panose="02040503050406030204" pitchFamily="18" charset="0"/>
                            <a:ea typeface="Open Sans" pitchFamily="34" charset="-122"/>
                          </a:rPr>
                          <m:t>11</m:t>
                        </m:r>
                      </m:sup>
                    </m:sSup>
                  </m:oMath>
                </a14:m>
                <a:r>
                  <a:rPr lang="en-US" sz="1000" dirty="0">
                    <a:ea typeface="Open Sans" pitchFamily="34" charset="-122"/>
                  </a:rPr>
                  <a:t>− 2 = &gt;1024</a:t>
                </a:r>
              </a:p>
              <a:p>
                <a:r>
                  <a:rPr lang="en-US" sz="1000" dirty="0">
                    <a:ea typeface="Open Sans" pitchFamily="34" charset="-122"/>
                  </a:rPr>
                  <a:t>2046-2=&gt;1024</a:t>
                </a:r>
              </a:p>
              <a:p>
                <a:r>
                  <a:rPr lang="en-US" sz="1000" dirty="0">
                    <a:ea typeface="Open Sans" pitchFamily="34" charset="-122"/>
                  </a:rPr>
                  <a:t>2044=&gt;1024  (Satisfied)</a:t>
                </a:r>
              </a:p>
              <a:p>
                <a:endParaRPr lang="en-US" sz="1000" dirty="0">
                  <a:ea typeface="Open Sans" pitchFamily="34" charset="-122"/>
                </a:endParaRPr>
              </a:p>
              <a:p>
                <a:r>
                  <a:rPr lang="en-US" sz="1000" dirty="0">
                    <a:highlight>
                      <a:srgbClr val="00FF00"/>
                    </a:highlight>
                    <a:ea typeface="Open Sans" pitchFamily="34" charset="-122"/>
                  </a:rPr>
                  <a:t>n = 6 host bits required.</a:t>
                </a:r>
              </a:p>
              <a:p>
                <a:endParaRPr lang="en-US" sz="1000" dirty="0">
                  <a:highlight>
                    <a:srgbClr val="00FF00"/>
                  </a:highlight>
                  <a:ea typeface="Open Sans" pitchFamily="34" charset="-122"/>
                </a:endParaRPr>
              </a:p>
              <a:p>
                <a:r>
                  <a:rPr lang="en-US" sz="1000" dirty="0">
                    <a:ea typeface="Open Sans" pitchFamily="34" charset="-122"/>
                  </a:rPr>
                  <a:t>Step 3: 12.00000000.00000000.00000000 </a:t>
                </a:r>
              </a:p>
              <a:p>
                <a:endParaRPr lang="en-US" sz="1000" dirty="0">
                  <a:ea typeface="Open Sans" pitchFamily="34" charset="-122"/>
                </a:endParaRPr>
              </a:p>
              <a:p>
                <a:r>
                  <a:rPr lang="en-US" sz="1000" dirty="0">
                    <a:ea typeface="Open Sans" pitchFamily="34" charset="-122"/>
                  </a:rPr>
                  <a:t>n=11 so , From right to left in first octet, count 6 zeros , And make remaining zeros 1</a:t>
                </a:r>
              </a:p>
              <a:p>
                <a:endParaRPr lang="en-US" sz="1000" dirty="0">
                  <a:ea typeface="Open Sans" pitchFamily="34" charset="-122"/>
                </a:endParaRPr>
              </a:p>
              <a:p>
                <a:r>
                  <a:rPr lang="en-US" sz="1000" dirty="0">
                    <a:ea typeface="Open Sans" pitchFamily="34" charset="-122"/>
                  </a:rPr>
                  <a:t>12.11111111.11111000.00000000</a:t>
                </a:r>
              </a:p>
              <a:p>
                <a:r>
                  <a:rPr lang="en-US" sz="1000" dirty="0">
                    <a:ea typeface="Open Sans" pitchFamily="34" charset="-122"/>
                  </a:rPr>
                  <a:t>It can be written as: </a:t>
                </a:r>
              </a:p>
              <a:p>
                <a:r>
                  <a:rPr lang="en-US" sz="1000" dirty="0">
                    <a:ea typeface="Open Sans" pitchFamily="34" charset="-122"/>
                  </a:rPr>
                  <a:t>12.255.248.0</a:t>
                </a:r>
              </a:p>
              <a:p>
                <a:endParaRPr lang="en-US" sz="1000" dirty="0">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highlight>
                      <a:srgbClr val="00FF00"/>
                    </a:highlight>
                    <a:ea typeface="Open Sans" pitchFamily="34" charset="-122"/>
                  </a:rPr>
                  <a:t>Subnet mask = 255.255.248.0</a:t>
                </a:r>
              </a:p>
            </p:txBody>
          </p:sp>
        </mc:Choice>
        <mc:Fallback xmlns="">
          <p:sp>
            <p:nvSpPr>
              <p:cNvPr id="3" name="TextBox 2">
                <a:extLst>
                  <a:ext uri="{FF2B5EF4-FFF2-40B4-BE49-F238E27FC236}">
                    <a16:creationId xmlns:a16="http://schemas.microsoft.com/office/drawing/2014/main" id="{6A53E124-663B-A59F-765F-A4A1F96EB6E0}"/>
                  </a:ext>
                </a:extLst>
              </p:cNvPr>
              <p:cNvSpPr txBox="1">
                <a:spLocks noRot="1" noChangeAspect="1" noMove="1" noResize="1" noEditPoints="1" noAdjustHandles="1" noChangeArrowheads="1" noChangeShapeType="1" noTextEdit="1"/>
              </p:cNvSpPr>
              <p:nvPr/>
            </p:nvSpPr>
            <p:spPr>
              <a:xfrm>
                <a:off x="254000" y="1148679"/>
                <a:ext cx="2578582" cy="3633431"/>
              </a:xfrm>
              <a:prstGeom prst="rect">
                <a:avLst/>
              </a:prstGeom>
              <a:blipFill>
                <a:blip r:embed="rId2"/>
                <a:stretch>
                  <a:fillRect/>
                </a:stretch>
              </a:blipFill>
            </p:spPr>
            <p:txBody>
              <a:bodyPr/>
              <a:lstStyle/>
              <a:p>
                <a:r>
                  <a:rPr lang="en-PK">
                    <a:noFill/>
                  </a:rPr>
                  <a:t> </a:t>
                </a:r>
              </a:p>
            </p:txBody>
          </p:sp>
        </mc:Fallback>
      </mc:AlternateContent>
      <p:sp>
        <p:nvSpPr>
          <p:cNvPr id="6" name="Arrow: Down 5">
            <a:extLst>
              <a:ext uri="{FF2B5EF4-FFF2-40B4-BE49-F238E27FC236}">
                <a16:creationId xmlns:a16="http://schemas.microsoft.com/office/drawing/2014/main" id="{A6E8517B-3B59-018B-68D9-CE708F5FABFD}"/>
              </a:ext>
            </a:extLst>
          </p:cNvPr>
          <p:cNvSpPr/>
          <p:nvPr/>
        </p:nvSpPr>
        <p:spPr>
          <a:xfrm rot="5400000">
            <a:off x="2236380" y="2837515"/>
            <a:ext cx="82305" cy="7620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8" name="TextBox 7">
            <a:extLst>
              <a:ext uri="{FF2B5EF4-FFF2-40B4-BE49-F238E27FC236}">
                <a16:creationId xmlns:a16="http://schemas.microsoft.com/office/drawing/2014/main" id="{FCA539EE-A0C9-AC49-3834-A779BEDCF779}"/>
              </a:ext>
            </a:extLst>
          </p:cNvPr>
          <p:cNvSpPr txBox="1"/>
          <p:nvPr/>
        </p:nvSpPr>
        <p:spPr>
          <a:xfrm>
            <a:off x="2832582" y="994791"/>
            <a:ext cx="3044373" cy="4016484"/>
          </a:xfrm>
          <a:prstGeom prst="rect">
            <a:avLst/>
          </a:prstGeom>
          <a:noFill/>
        </p:spPr>
        <p:txBody>
          <a:bodyPr wrap="square">
            <a:spAutoFit/>
          </a:bodyPr>
          <a:lstStyle/>
          <a:p>
            <a:r>
              <a:rPr lang="en-US" b="1" dirty="0">
                <a:ea typeface="Open Sans" pitchFamily="34" charset="-122"/>
              </a:rPr>
              <a:t>First Subnetwork:</a:t>
            </a:r>
          </a:p>
          <a:p>
            <a:pPr marL="171450" indent="-171450">
              <a:buFont typeface="Wingdings" panose="05000000000000000000" pitchFamily="2" charset="2"/>
              <a:buChar char="ü"/>
            </a:pPr>
            <a:r>
              <a:rPr lang="en-US" sz="1000" dirty="0">
                <a:ea typeface="Open Sans" pitchFamily="34" charset="-122"/>
              </a:rPr>
              <a:t>Network ID: </a:t>
            </a:r>
            <a:r>
              <a:rPr lang="en-PK" sz="1000" dirty="0">
                <a:ea typeface="Open Sans" pitchFamily="34" charset="-122"/>
              </a:rPr>
              <a:t>12.0.0.0/21</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Broadcast: </a:t>
            </a:r>
            <a:r>
              <a:rPr lang="en-PK" sz="1000" dirty="0">
                <a:ea typeface="Open Sans" pitchFamily="34" charset="-122"/>
              </a:rPr>
              <a:t>12.0.7.255</a:t>
            </a:r>
            <a:endParaRPr lang="en-US" sz="1000" dirty="0">
              <a:ea typeface="Open Sans" pitchFamily="34" charset="-122"/>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lang="en-US" sz="1000" dirty="0">
                <a:ea typeface="Open Sans" pitchFamily="34" charset="-122"/>
              </a:rPr>
              <a:t>Mask: 255.255.248.0</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lang="en-US" sz="1000" dirty="0">
                <a:ea typeface="Open Sans" pitchFamily="34" charset="-122"/>
              </a:rPr>
              <a:t>Usable hosts: 12.0.0.1 – 12.0.7.254</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endParaRPr lang="en-US" sz="1000" dirty="0">
              <a:ea typeface="Open Sans" pitchFamily="34" charset="-122"/>
            </a:endParaRPr>
          </a:p>
          <a:p>
            <a:r>
              <a:rPr lang="en-US" b="1" dirty="0">
                <a:ea typeface="Open Sans" pitchFamily="34" charset="-122"/>
              </a:rPr>
              <a:t>2nd Subnetwork:</a:t>
            </a:r>
          </a:p>
          <a:p>
            <a:pPr marL="171450" indent="-171450">
              <a:buFont typeface="Wingdings" panose="05000000000000000000" pitchFamily="2" charset="2"/>
              <a:buChar char="ü"/>
            </a:pPr>
            <a:r>
              <a:rPr lang="en-US" sz="1000" dirty="0">
                <a:ea typeface="Open Sans" pitchFamily="34" charset="-122"/>
              </a:rPr>
              <a:t>Network ID: </a:t>
            </a:r>
            <a:r>
              <a:rPr lang="en-PK" sz="1000" dirty="0">
                <a:ea typeface="Open Sans" pitchFamily="34" charset="-122"/>
              </a:rPr>
              <a:t>12.0.8.0/21 </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Broadcast: </a:t>
            </a:r>
            <a:r>
              <a:rPr lang="en-PK" sz="1000" dirty="0">
                <a:ea typeface="Open Sans" pitchFamily="34" charset="-122"/>
              </a:rPr>
              <a:t>12.0.15.255</a:t>
            </a:r>
            <a:endParaRPr lang="en-US" sz="1000" dirty="0">
              <a:ea typeface="Open Sans" pitchFamily="34" charset="-122"/>
            </a:endParaRPr>
          </a:p>
          <a:p>
            <a:pPr marL="171450" lvl="0" indent="-171450" defTabSz="914400" eaLnBrk="1" fontAlgn="auto" latinLnBrk="0" hangingPunct="1">
              <a:buSzTx/>
              <a:buFont typeface="Wingdings" panose="05000000000000000000" pitchFamily="2" charset="2"/>
              <a:buChar char="ü"/>
              <a:tabLst/>
              <a:defRPr/>
            </a:pPr>
            <a:r>
              <a:rPr lang="en-US" sz="1000" dirty="0">
                <a:ea typeface="Open Sans" pitchFamily="34" charset="-122"/>
              </a:rPr>
              <a:t>Mask: 255.255.248.0</a:t>
            </a:r>
          </a:p>
          <a:p>
            <a:pPr marL="171450" lvl="0" indent="-171450" defTabSz="914400" eaLnBrk="1" fontAlgn="auto" latinLnBrk="0" hangingPunct="1">
              <a:buSzTx/>
              <a:buFont typeface="Wingdings" panose="05000000000000000000" pitchFamily="2" charset="2"/>
              <a:buChar char="ü"/>
              <a:tabLst/>
              <a:defRPr/>
            </a:pPr>
            <a:r>
              <a:rPr lang="en-US" sz="1000" dirty="0">
                <a:ea typeface="Open Sans" pitchFamily="34" charset="-122"/>
              </a:rPr>
              <a:t>Usable hosts: </a:t>
            </a:r>
            <a:r>
              <a:rPr lang="en-PK" sz="1000" dirty="0">
                <a:ea typeface="Open Sans" pitchFamily="34" charset="-122"/>
              </a:rPr>
              <a:t>12.0.8.1 – 12.0.15.254</a:t>
            </a:r>
            <a:endParaRPr lang="en-US" sz="1000" dirty="0">
              <a:ea typeface="Open Sans" pitchFamily="34" charset="-122"/>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endParaRPr lang="en-US" sz="1000" dirty="0">
              <a:ea typeface="Open Sans" pitchFamily="34" charset="-122"/>
            </a:endParaRPr>
          </a:p>
          <a:p>
            <a:r>
              <a:rPr lang="en-US" b="1" dirty="0">
                <a:ea typeface="Open Sans" pitchFamily="34" charset="-122"/>
              </a:rPr>
              <a:t>3rd Subnetwork:</a:t>
            </a:r>
          </a:p>
          <a:p>
            <a:pPr marL="171450" indent="-171450">
              <a:buFont typeface="Wingdings" panose="05000000000000000000" pitchFamily="2" charset="2"/>
              <a:buChar char="ü"/>
            </a:pPr>
            <a:r>
              <a:rPr lang="en-US" sz="1000" dirty="0">
                <a:ea typeface="Open Sans" pitchFamily="34" charset="-122"/>
              </a:rPr>
              <a:t>Network ID: </a:t>
            </a:r>
            <a:r>
              <a:rPr lang="en-PK" sz="1000" dirty="0">
                <a:ea typeface="Open Sans" pitchFamily="34" charset="-122"/>
              </a:rPr>
              <a:t>12.0.16.0/21</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Broadcast: </a:t>
            </a:r>
            <a:r>
              <a:rPr lang="en-PK" sz="1000" dirty="0">
                <a:ea typeface="Open Sans" pitchFamily="34" charset="-122"/>
              </a:rPr>
              <a:t>12.0.23.255</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Mask: 255.255.248.0</a:t>
            </a:r>
          </a:p>
          <a:p>
            <a:pPr marL="171450" lvl="0" indent="-171450" defTabSz="914400" eaLnBrk="1" fontAlgn="auto" latinLnBrk="0" hangingPunct="1">
              <a:buSzTx/>
              <a:buFont typeface="Wingdings" panose="05000000000000000000" pitchFamily="2" charset="2"/>
              <a:buChar char="ü"/>
              <a:tabLst/>
              <a:defRPr/>
            </a:pPr>
            <a:r>
              <a:rPr lang="en-US" sz="1000" dirty="0">
                <a:ea typeface="Open Sans" pitchFamily="34" charset="-122"/>
              </a:rPr>
              <a:t>Usable hosts: </a:t>
            </a:r>
            <a:r>
              <a:rPr lang="en-PK" sz="1000" dirty="0">
                <a:ea typeface="Open Sans" pitchFamily="34" charset="-122"/>
              </a:rPr>
              <a:t>12.0.16.1 – 12.0.23.254</a:t>
            </a:r>
            <a:endParaRPr lang="en-US" sz="1000" dirty="0">
              <a:ea typeface="Open Sans" pitchFamily="34" charset="-122"/>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endParaRPr lang="en-US" sz="1000" dirty="0">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ea typeface="Open Sans" pitchFamily="34" charset="-122"/>
              </a:rPr>
              <a:t>4</a:t>
            </a:r>
            <a:r>
              <a:rPr lang="en-US" b="1" baseline="30000" dirty="0">
                <a:ea typeface="Open Sans" pitchFamily="34" charset="-122"/>
              </a:rPr>
              <a:t>th</a:t>
            </a: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 Subnetwork:</a:t>
            </a:r>
          </a:p>
          <a:p>
            <a:pPr marL="171450" lvl="0" indent="-171450" defTabSz="914400" eaLnBrk="1" fontAlgn="auto" latinLnBrk="0" hangingPunct="1">
              <a:buSzTx/>
              <a:buFont typeface="Wingdings" panose="05000000000000000000" pitchFamily="2" charset="2"/>
              <a:buChar char="ü"/>
              <a:tabLst/>
              <a:defRPr/>
            </a:pPr>
            <a:r>
              <a:rPr lang="en-US" sz="1000" dirty="0">
                <a:ea typeface="Open Sans" pitchFamily="34" charset="-122"/>
              </a:rPr>
              <a:t>Network ID: </a:t>
            </a:r>
            <a:r>
              <a:rPr lang="en-PK" sz="1000" dirty="0">
                <a:ea typeface="Open Sans" pitchFamily="34" charset="-122"/>
              </a:rPr>
              <a:t>12.0.24.0/21 </a:t>
            </a:r>
            <a:endParaRPr lang="en-US" sz="1000" dirty="0">
              <a:ea typeface="Open Sans" pitchFamily="34" charset="-122"/>
            </a:endParaRPr>
          </a:p>
          <a:p>
            <a:pPr marL="171450" lvl="0" indent="-171450" defTabSz="914400" eaLnBrk="1" fontAlgn="auto" latinLnBrk="0" hangingPunct="1">
              <a:buSzTx/>
              <a:buFont typeface="Wingdings" panose="05000000000000000000" pitchFamily="2" charset="2"/>
              <a:buChar char="ü"/>
              <a:tabLst/>
              <a:defRPr/>
            </a:pPr>
            <a:r>
              <a:rPr lang="en-US" sz="1000" dirty="0">
                <a:ea typeface="Open Sans" pitchFamily="34" charset="-122"/>
              </a:rPr>
              <a:t>Broadcast: </a:t>
            </a:r>
            <a:r>
              <a:rPr lang="en-PK" sz="1000" dirty="0">
                <a:ea typeface="Open Sans" pitchFamily="34" charset="-122"/>
              </a:rPr>
              <a:t>12.0.31.255 </a:t>
            </a:r>
            <a:endParaRPr lang="en-US" sz="1000" dirty="0">
              <a:ea typeface="Open Sans" pitchFamily="34" charset="-122"/>
            </a:endParaRPr>
          </a:p>
          <a:p>
            <a:pPr marL="171450" lvl="0" indent="-171450" defTabSz="914400" eaLnBrk="1" fontAlgn="auto" latinLnBrk="0" hangingPunct="1">
              <a:buSzTx/>
              <a:buFont typeface="Wingdings" panose="05000000000000000000" pitchFamily="2" charset="2"/>
              <a:buChar char="ü"/>
              <a:tabLst/>
              <a:defRPr/>
            </a:pPr>
            <a:r>
              <a:rPr lang="en-US" sz="1000" dirty="0">
                <a:ea typeface="Open Sans" pitchFamily="34" charset="-122"/>
              </a:rPr>
              <a:t>Mask: 255.255.248.0</a:t>
            </a:r>
          </a:p>
          <a:p>
            <a:pPr marL="171450" lvl="0" indent="-171450" defTabSz="914400" eaLnBrk="1" fontAlgn="auto" latinLnBrk="0" hangingPunct="1">
              <a:buSzTx/>
              <a:buFont typeface="Wingdings" panose="05000000000000000000" pitchFamily="2" charset="2"/>
              <a:buChar char="ü"/>
              <a:tabLst/>
              <a:defRPr/>
            </a:pPr>
            <a:r>
              <a:rPr lang="en-US" sz="1000" dirty="0">
                <a:ea typeface="Open Sans" pitchFamily="34" charset="-122"/>
              </a:rPr>
              <a:t>Usable hosts: </a:t>
            </a:r>
            <a:r>
              <a:rPr lang="en-PK" sz="1000" dirty="0">
                <a:ea typeface="Open Sans" pitchFamily="34" charset="-122"/>
              </a:rPr>
              <a:t>12.0.24.1 – 12.0.31.254</a:t>
            </a:r>
            <a:endParaRPr lang="en-US" sz="1000" dirty="0">
              <a:ea typeface="Open Sans" pitchFamily="34" charset="-122"/>
            </a:endParaRPr>
          </a:p>
        </p:txBody>
      </p:sp>
      <p:sp>
        <p:nvSpPr>
          <p:cNvPr id="11" name="TextBox 10">
            <a:extLst>
              <a:ext uri="{FF2B5EF4-FFF2-40B4-BE49-F238E27FC236}">
                <a16:creationId xmlns:a16="http://schemas.microsoft.com/office/drawing/2014/main" id="{926F311E-FCFC-6DAB-92F1-E2104307CFB3}"/>
              </a:ext>
            </a:extLst>
          </p:cNvPr>
          <p:cNvSpPr txBox="1"/>
          <p:nvPr/>
        </p:nvSpPr>
        <p:spPr>
          <a:xfrm>
            <a:off x="5876955" y="994791"/>
            <a:ext cx="3109446" cy="304698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5</a:t>
            </a:r>
            <a:r>
              <a:rPr kumimoji="0" lang="en-US" sz="1400" b="1" i="0" u="none" strike="noStrike" kern="0" cap="none" spc="0" normalizeH="0" baseline="30000" noProof="0" dirty="0">
                <a:ln>
                  <a:noFill/>
                </a:ln>
                <a:solidFill>
                  <a:srgbClr val="000000"/>
                </a:solidFill>
                <a:effectLst/>
                <a:uLnTx/>
                <a:uFillTx/>
                <a:latin typeface="Arial"/>
                <a:ea typeface="Open Sans" pitchFamily="34" charset="-122"/>
                <a:cs typeface="Arial"/>
                <a:sym typeface="Arial"/>
              </a:rPr>
              <a:t>th</a:t>
            </a: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 Subnetwork:</a:t>
            </a:r>
          </a:p>
          <a:p>
            <a:pPr marL="171450" indent="-171450">
              <a:buFont typeface="Wingdings" panose="05000000000000000000" pitchFamily="2" charset="2"/>
              <a:buChar char="ü"/>
              <a:defRPr/>
            </a:pPr>
            <a:r>
              <a:rPr lang="en-US" sz="1000" dirty="0">
                <a:ea typeface="Open Sans" pitchFamily="34" charset="-122"/>
              </a:rPr>
              <a:t>Network ID: </a:t>
            </a:r>
            <a:r>
              <a:rPr lang="en-PK" sz="1000" dirty="0">
                <a:ea typeface="Open Sans" pitchFamily="34" charset="-122"/>
              </a:rPr>
              <a:t>12.0.32.0/21 </a:t>
            </a:r>
            <a:endParaRPr lang="en-US" sz="1000" dirty="0">
              <a:ea typeface="Open Sans" pitchFamily="34" charset="-122"/>
            </a:endParaRPr>
          </a:p>
          <a:p>
            <a:pPr marL="171450" indent="-171450">
              <a:buFont typeface="Wingdings" panose="05000000000000000000" pitchFamily="2" charset="2"/>
              <a:buChar char="ü"/>
              <a:defRPr/>
            </a:pPr>
            <a:r>
              <a:rPr lang="en-US" sz="1000" dirty="0">
                <a:ea typeface="Open Sans" pitchFamily="34" charset="-122"/>
              </a:rPr>
              <a:t>Broadcast: </a:t>
            </a:r>
            <a:r>
              <a:rPr lang="en-PK" sz="1000" dirty="0">
                <a:ea typeface="Open Sans" pitchFamily="34" charset="-122"/>
              </a:rPr>
              <a:t>12.0.39.255</a:t>
            </a:r>
            <a:endParaRPr lang="en-US" sz="1000" dirty="0">
              <a:ea typeface="Open Sans" pitchFamily="34" charset="-122"/>
            </a:endParaRPr>
          </a:p>
          <a:p>
            <a:pPr marL="171450" indent="-171450">
              <a:buFont typeface="Wingdings" panose="05000000000000000000" pitchFamily="2" charset="2"/>
              <a:buChar char="ü"/>
              <a:defRPr/>
            </a:pPr>
            <a:r>
              <a:rPr lang="en-US" sz="1000" dirty="0">
                <a:ea typeface="Open Sans" pitchFamily="34" charset="-122"/>
              </a:rPr>
              <a:t>Mask: 255.255.248.0</a:t>
            </a:r>
          </a:p>
          <a:p>
            <a:pPr marL="171450" indent="-171450">
              <a:buFont typeface="Wingdings" panose="05000000000000000000" pitchFamily="2" charset="2"/>
              <a:buChar char="ü"/>
              <a:defRPr/>
            </a:pPr>
            <a:r>
              <a:rPr lang="en-US" sz="1000" dirty="0">
                <a:ea typeface="Open Sans" pitchFamily="34" charset="-122"/>
              </a:rPr>
              <a:t>Usable hosts: </a:t>
            </a:r>
            <a:r>
              <a:rPr lang="en-PK" sz="1000" dirty="0">
                <a:ea typeface="Open Sans" pitchFamily="34" charset="-122"/>
              </a:rPr>
              <a:t>12.0.32.1 – 12.0.39.254</a:t>
            </a:r>
            <a:endParaRPr lang="en-US" sz="1000" dirty="0">
              <a:ea typeface="Open Sans" pitchFamily="34" charset="-122"/>
            </a:endParaRPr>
          </a:p>
          <a:p>
            <a:pPr>
              <a:defRPr/>
            </a:pPr>
            <a:endParaRPr lang="en-US" sz="1000" dirty="0">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ea typeface="Open Sans" pitchFamily="34" charset="-122"/>
              </a:rPr>
              <a:t>6</a:t>
            </a:r>
            <a:r>
              <a:rPr lang="en-US" b="1" baseline="30000" dirty="0">
                <a:ea typeface="Open Sans" pitchFamily="34" charset="-122"/>
              </a:rPr>
              <a:t>th </a:t>
            </a: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Subnetwork:</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Network ID: </a:t>
            </a:r>
            <a:r>
              <a:rPr kumimoji="0" lang="en-PK"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a:t>
            </a: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40</a:t>
            </a:r>
            <a:r>
              <a:rPr kumimoji="0" lang="en-PK"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.0/21 </a:t>
            </a: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Broadcast: </a:t>
            </a:r>
            <a:r>
              <a:rPr kumimoji="0" lang="en-PK"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a:t>
            </a: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47</a:t>
            </a:r>
            <a:r>
              <a:rPr kumimoji="0" lang="en-PK"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.255</a:t>
            </a: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Mask: 255.255.248.0</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Usable hosts: </a:t>
            </a:r>
            <a:r>
              <a:rPr lang="en-PK" sz="1000" dirty="0">
                <a:ea typeface="Open Sans" pitchFamily="34" charset="-122"/>
              </a:rPr>
              <a:t>12.0.40.1 – 12.0.47.254</a:t>
            </a:r>
            <a:endParaRPr lang="en-US" sz="1000" dirty="0">
              <a:ea typeface="Open Sans" pitchFamily="34" charset="-122"/>
            </a:endParaRPr>
          </a:p>
          <a:p>
            <a:pPr>
              <a:defRPr/>
            </a:pPr>
            <a:endParaRPr lang="en-US" sz="1000" dirty="0">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ea typeface="Open Sans" pitchFamily="34" charset="-122"/>
              </a:rPr>
              <a:t>7</a:t>
            </a:r>
            <a:r>
              <a:rPr lang="en-US" b="1" baseline="30000" dirty="0">
                <a:ea typeface="Open Sans" pitchFamily="34" charset="-122"/>
              </a:rPr>
              <a:t>th </a:t>
            </a: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Subnetwork:</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lang="en-US" sz="1000" dirty="0">
                <a:ea typeface="Open Sans" pitchFamily="34" charset="-122"/>
              </a:rPr>
              <a:t>Network ID: </a:t>
            </a:r>
            <a:r>
              <a:rPr lang="en-PK" sz="1000" dirty="0">
                <a:ea typeface="Open Sans" pitchFamily="34" charset="-122"/>
              </a:rPr>
              <a:t>12.0.48.0/21</a:t>
            </a:r>
            <a:endParaRPr lang="en-US" sz="1000" dirty="0">
              <a:ea typeface="Open Sans" pitchFamily="34" charset="-122"/>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lang="en-US" sz="1000" dirty="0">
                <a:ea typeface="Open Sans" pitchFamily="34" charset="-122"/>
              </a:rPr>
              <a:t>Broadcast: </a:t>
            </a:r>
            <a:r>
              <a:rPr lang="en-PK" sz="1000" dirty="0">
                <a:ea typeface="Open Sans" pitchFamily="34" charset="-122"/>
              </a:rPr>
              <a:t>12.0.55.255</a:t>
            </a:r>
            <a:endParaRPr lang="en-US" sz="1000" dirty="0">
              <a:ea typeface="Open Sans" pitchFamily="34" charset="-122"/>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lang="en-US" sz="1000" dirty="0">
                <a:ea typeface="Open Sans" pitchFamily="34" charset="-122"/>
              </a:rPr>
              <a:t>Mask: 255.255.248.0</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lang="en-US" sz="1000" dirty="0">
                <a:ea typeface="Open Sans" pitchFamily="34" charset="-122"/>
              </a:rPr>
              <a:t>Usable hosts: </a:t>
            </a:r>
            <a:r>
              <a:rPr lang="en-PK" sz="1000" dirty="0">
                <a:ea typeface="Open Sans" pitchFamily="34" charset="-122"/>
              </a:rPr>
              <a:t>12.0.48.1 – 12.0.55.254</a:t>
            </a:r>
            <a:endParaRPr lang="en-US" sz="1000" dirty="0">
              <a:ea typeface="Open Sans" pitchFamily="34" charset="-122"/>
            </a:endParaRPr>
          </a:p>
          <a:p>
            <a:pPr>
              <a:defRPr/>
            </a:pPr>
            <a:endParaRPr lang="en-US" sz="1000" dirty="0">
              <a:ea typeface="Open Sans" pitchFamily="34" charset="-122"/>
            </a:endParaRPr>
          </a:p>
        </p:txBody>
      </p:sp>
    </p:spTree>
    <p:extLst>
      <p:ext uri="{BB962C8B-B14F-4D97-AF65-F5344CB8AC3E}">
        <p14:creationId xmlns:p14="http://schemas.microsoft.com/office/powerpoint/2010/main" val="273620622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81178-9441-0E07-8F17-1F7F5F46F4A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B8CDF5C-855C-4C81-A544-EBA641E07D18}"/>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07DCCF70-D01C-2C8C-C1F1-06BB6F2E259A}"/>
              </a:ext>
            </a:extLst>
          </p:cNvPr>
          <p:cNvSpPr txBox="1"/>
          <p:nvPr/>
        </p:nvSpPr>
        <p:spPr>
          <a:xfrm>
            <a:off x="101600" y="554575"/>
            <a:ext cx="9042400" cy="30777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000000"/>
                </a:solidFill>
                <a:effectLst/>
                <a:highlight>
                  <a:srgbClr val="00FFFF"/>
                </a:highlight>
                <a:uLnTx/>
                <a:uFillTx/>
                <a:latin typeface="Arial"/>
                <a:cs typeface="Arial"/>
                <a:sym typeface="Arial"/>
              </a:rPr>
              <a:t>Q2: </a:t>
            </a:r>
            <a:r>
              <a:rPr kumimoji="0" lang="en-US" sz="1400" b="1" i="0" u="none" strike="noStrike" kern="0" cap="none" spc="0" normalizeH="0" baseline="0" noProof="0" dirty="0" err="1">
                <a:ln>
                  <a:noFill/>
                </a:ln>
                <a:solidFill>
                  <a:srgbClr val="000000"/>
                </a:solidFill>
                <a:effectLst/>
                <a:highlight>
                  <a:srgbClr val="00FFFF"/>
                </a:highlight>
                <a:uLnTx/>
                <a:uFillTx/>
                <a:latin typeface="Arial"/>
                <a:cs typeface="Arial"/>
                <a:sym typeface="Arial"/>
              </a:rPr>
              <a:t>Practical,Using</a:t>
            </a:r>
            <a:r>
              <a:rPr kumimoji="0" lang="en-US" sz="1400" b="1" i="0" u="none" strike="noStrike" kern="0" cap="none" spc="0" normalizeH="0" baseline="0" noProof="0" dirty="0">
                <a:ln>
                  <a:noFill/>
                </a:ln>
                <a:solidFill>
                  <a:srgbClr val="000000"/>
                </a:solidFill>
                <a:effectLst/>
                <a:highlight>
                  <a:srgbClr val="00FFFF"/>
                </a:highlight>
                <a:uLnTx/>
                <a:uFillTx/>
                <a:latin typeface="Arial"/>
                <a:cs typeface="Arial"/>
                <a:sym typeface="Arial"/>
              </a:rPr>
              <a:t> RIPv2</a:t>
            </a:r>
          </a:p>
        </p:txBody>
      </p:sp>
      <p:pic>
        <p:nvPicPr>
          <p:cNvPr id="8" name="Picture 7">
            <a:extLst>
              <a:ext uri="{FF2B5EF4-FFF2-40B4-BE49-F238E27FC236}">
                <a16:creationId xmlns:a16="http://schemas.microsoft.com/office/drawing/2014/main" id="{9F2881D2-5E46-AD79-3B1A-F124DAE3C8A2}"/>
              </a:ext>
            </a:extLst>
          </p:cNvPr>
          <p:cNvPicPr>
            <a:picLocks noChangeAspect="1"/>
          </p:cNvPicPr>
          <p:nvPr/>
        </p:nvPicPr>
        <p:blipFill>
          <a:blip r:embed="rId2"/>
          <a:stretch>
            <a:fillRect/>
          </a:stretch>
        </p:blipFill>
        <p:spPr>
          <a:xfrm>
            <a:off x="0" y="1227667"/>
            <a:ext cx="9144000" cy="3915832"/>
          </a:xfrm>
          <a:prstGeom prst="rect">
            <a:avLst/>
          </a:prstGeom>
        </p:spPr>
      </p:pic>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4CFCB109-C1E4-C20B-4FB9-5A8F71422D99}"/>
                  </a:ext>
                </a:extLst>
              </p14:cNvPr>
              <p14:cNvContentPartPr/>
              <p14:nvPr/>
            </p14:nvContentPartPr>
            <p14:xfrm>
              <a:off x="107173" y="1910053"/>
              <a:ext cx="1815840" cy="3036240"/>
            </p14:xfrm>
          </p:contentPart>
        </mc:Choice>
        <mc:Fallback xmlns="">
          <p:pic>
            <p:nvPicPr>
              <p:cNvPr id="9" name="Ink 8">
                <a:extLst>
                  <a:ext uri="{FF2B5EF4-FFF2-40B4-BE49-F238E27FC236}">
                    <a16:creationId xmlns:a16="http://schemas.microsoft.com/office/drawing/2014/main" id="{4CFCB109-C1E4-C20B-4FB9-5A8F71422D99}"/>
                  </a:ext>
                </a:extLst>
              </p:cNvPr>
              <p:cNvPicPr/>
              <p:nvPr/>
            </p:nvPicPr>
            <p:blipFill>
              <a:blip r:embed="rId4"/>
              <a:stretch>
                <a:fillRect/>
              </a:stretch>
            </p:blipFill>
            <p:spPr>
              <a:xfrm>
                <a:off x="98171" y="1901053"/>
                <a:ext cx="1833483" cy="3053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5" name="Ink 14">
                <a:extLst>
                  <a:ext uri="{FF2B5EF4-FFF2-40B4-BE49-F238E27FC236}">
                    <a16:creationId xmlns:a16="http://schemas.microsoft.com/office/drawing/2014/main" id="{CF5B2AE6-5CAB-9068-7B6D-AAD2FC79DDBD}"/>
                  </a:ext>
                </a:extLst>
              </p14:cNvPr>
              <p14:cNvContentPartPr/>
              <p14:nvPr/>
            </p14:nvContentPartPr>
            <p14:xfrm>
              <a:off x="1912213" y="1936693"/>
              <a:ext cx="968400" cy="3145320"/>
            </p14:xfrm>
          </p:contentPart>
        </mc:Choice>
        <mc:Fallback xmlns="">
          <p:pic>
            <p:nvPicPr>
              <p:cNvPr id="15" name="Ink 14">
                <a:extLst>
                  <a:ext uri="{FF2B5EF4-FFF2-40B4-BE49-F238E27FC236}">
                    <a16:creationId xmlns:a16="http://schemas.microsoft.com/office/drawing/2014/main" id="{CF5B2AE6-5CAB-9068-7B6D-AAD2FC79DDBD}"/>
                  </a:ext>
                </a:extLst>
              </p:cNvPr>
              <p:cNvPicPr/>
              <p:nvPr/>
            </p:nvPicPr>
            <p:blipFill>
              <a:blip r:embed="rId6"/>
              <a:stretch>
                <a:fillRect/>
              </a:stretch>
            </p:blipFill>
            <p:spPr>
              <a:xfrm>
                <a:off x="1903213" y="1927693"/>
                <a:ext cx="986040" cy="3162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6" name="Ink 15">
                <a:extLst>
                  <a:ext uri="{FF2B5EF4-FFF2-40B4-BE49-F238E27FC236}">
                    <a16:creationId xmlns:a16="http://schemas.microsoft.com/office/drawing/2014/main" id="{A7D4CE4E-AEFA-68C2-F653-BB7290617AEE}"/>
                  </a:ext>
                </a:extLst>
              </p14:cNvPr>
              <p14:cNvContentPartPr/>
              <p14:nvPr/>
            </p14:nvContentPartPr>
            <p14:xfrm>
              <a:off x="3360853" y="1987813"/>
              <a:ext cx="1601640" cy="3127320"/>
            </p14:xfrm>
          </p:contentPart>
        </mc:Choice>
        <mc:Fallback xmlns="">
          <p:pic>
            <p:nvPicPr>
              <p:cNvPr id="16" name="Ink 15">
                <a:extLst>
                  <a:ext uri="{FF2B5EF4-FFF2-40B4-BE49-F238E27FC236}">
                    <a16:creationId xmlns:a16="http://schemas.microsoft.com/office/drawing/2014/main" id="{A7D4CE4E-AEFA-68C2-F653-BB7290617AEE}"/>
                  </a:ext>
                </a:extLst>
              </p:cNvPr>
              <p:cNvPicPr/>
              <p:nvPr/>
            </p:nvPicPr>
            <p:blipFill>
              <a:blip r:embed="rId8"/>
              <a:stretch>
                <a:fillRect/>
              </a:stretch>
            </p:blipFill>
            <p:spPr>
              <a:xfrm>
                <a:off x="3351853" y="1978813"/>
                <a:ext cx="1619280" cy="31449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8" name="Ink 17">
                <a:extLst>
                  <a:ext uri="{FF2B5EF4-FFF2-40B4-BE49-F238E27FC236}">
                    <a16:creationId xmlns:a16="http://schemas.microsoft.com/office/drawing/2014/main" id="{C192EDAA-7EDF-84BF-24F9-B21CF506774D}"/>
                  </a:ext>
                </a:extLst>
              </p14:cNvPr>
              <p14:cNvContentPartPr/>
              <p14:nvPr/>
            </p14:nvContentPartPr>
            <p14:xfrm>
              <a:off x="4960693" y="1994653"/>
              <a:ext cx="2144160" cy="3064680"/>
            </p14:xfrm>
          </p:contentPart>
        </mc:Choice>
        <mc:Fallback xmlns="">
          <p:pic>
            <p:nvPicPr>
              <p:cNvPr id="18" name="Ink 17">
                <a:extLst>
                  <a:ext uri="{FF2B5EF4-FFF2-40B4-BE49-F238E27FC236}">
                    <a16:creationId xmlns:a16="http://schemas.microsoft.com/office/drawing/2014/main" id="{C192EDAA-7EDF-84BF-24F9-B21CF506774D}"/>
                  </a:ext>
                </a:extLst>
              </p:cNvPr>
              <p:cNvPicPr/>
              <p:nvPr/>
            </p:nvPicPr>
            <p:blipFill>
              <a:blip r:embed="rId10"/>
              <a:stretch>
                <a:fillRect/>
              </a:stretch>
            </p:blipFill>
            <p:spPr>
              <a:xfrm>
                <a:off x="4951693" y="1985653"/>
                <a:ext cx="2161800" cy="30823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0" name="Ink 19">
                <a:extLst>
                  <a:ext uri="{FF2B5EF4-FFF2-40B4-BE49-F238E27FC236}">
                    <a16:creationId xmlns:a16="http://schemas.microsoft.com/office/drawing/2014/main" id="{9DB49937-DE8B-D555-D1C1-AFEC5B95ED87}"/>
                  </a:ext>
                </a:extLst>
              </p14:cNvPr>
              <p14:cNvContentPartPr/>
              <p14:nvPr/>
            </p14:nvContentPartPr>
            <p14:xfrm>
              <a:off x="7466293" y="1783693"/>
              <a:ext cx="1501920" cy="3213360"/>
            </p14:xfrm>
          </p:contentPart>
        </mc:Choice>
        <mc:Fallback xmlns="">
          <p:pic>
            <p:nvPicPr>
              <p:cNvPr id="20" name="Ink 19">
                <a:extLst>
                  <a:ext uri="{FF2B5EF4-FFF2-40B4-BE49-F238E27FC236}">
                    <a16:creationId xmlns:a16="http://schemas.microsoft.com/office/drawing/2014/main" id="{9DB49937-DE8B-D555-D1C1-AFEC5B95ED87}"/>
                  </a:ext>
                </a:extLst>
              </p:cNvPr>
              <p:cNvPicPr/>
              <p:nvPr/>
            </p:nvPicPr>
            <p:blipFill>
              <a:blip r:embed="rId12"/>
              <a:stretch>
                <a:fillRect/>
              </a:stretch>
            </p:blipFill>
            <p:spPr>
              <a:xfrm>
                <a:off x="7457293" y="1774693"/>
                <a:ext cx="1519560" cy="3231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2" name="Ink 21">
                <a:extLst>
                  <a:ext uri="{FF2B5EF4-FFF2-40B4-BE49-F238E27FC236}">
                    <a16:creationId xmlns:a16="http://schemas.microsoft.com/office/drawing/2014/main" id="{39689B79-CA03-1474-B845-86C39DA63B3F}"/>
                  </a:ext>
                </a:extLst>
              </p14:cNvPr>
              <p14:cNvContentPartPr/>
              <p14:nvPr/>
            </p14:nvContentPartPr>
            <p14:xfrm>
              <a:off x="2192653" y="1294093"/>
              <a:ext cx="2499480" cy="763920"/>
            </p14:xfrm>
          </p:contentPart>
        </mc:Choice>
        <mc:Fallback xmlns="">
          <p:pic>
            <p:nvPicPr>
              <p:cNvPr id="22" name="Ink 21">
                <a:extLst>
                  <a:ext uri="{FF2B5EF4-FFF2-40B4-BE49-F238E27FC236}">
                    <a16:creationId xmlns:a16="http://schemas.microsoft.com/office/drawing/2014/main" id="{39689B79-CA03-1474-B845-86C39DA63B3F}"/>
                  </a:ext>
                </a:extLst>
              </p:cNvPr>
              <p:cNvPicPr/>
              <p:nvPr/>
            </p:nvPicPr>
            <p:blipFill>
              <a:blip r:embed="rId14"/>
              <a:stretch>
                <a:fillRect/>
              </a:stretch>
            </p:blipFill>
            <p:spPr>
              <a:xfrm>
                <a:off x="2183652" y="1285097"/>
                <a:ext cx="2517123" cy="781552"/>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4" name="Ink 23">
                <a:extLst>
                  <a:ext uri="{FF2B5EF4-FFF2-40B4-BE49-F238E27FC236}">
                    <a16:creationId xmlns:a16="http://schemas.microsoft.com/office/drawing/2014/main" id="{654DCFBA-1C58-5616-BB4F-DEF984E936A1}"/>
                  </a:ext>
                </a:extLst>
              </p14:cNvPr>
              <p14:cNvContentPartPr/>
              <p14:nvPr/>
            </p14:nvContentPartPr>
            <p14:xfrm>
              <a:off x="4978333" y="1396333"/>
              <a:ext cx="2700720" cy="704520"/>
            </p14:xfrm>
          </p:contentPart>
        </mc:Choice>
        <mc:Fallback xmlns="">
          <p:pic>
            <p:nvPicPr>
              <p:cNvPr id="24" name="Ink 23">
                <a:extLst>
                  <a:ext uri="{FF2B5EF4-FFF2-40B4-BE49-F238E27FC236}">
                    <a16:creationId xmlns:a16="http://schemas.microsoft.com/office/drawing/2014/main" id="{654DCFBA-1C58-5616-BB4F-DEF984E936A1}"/>
                  </a:ext>
                </a:extLst>
              </p:cNvPr>
              <p:cNvPicPr/>
              <p:nvPr/>
            </p:nvPicPr>
            <p:blipFill>
              <a:blip r:embed="rId16"/>
              <a:stretch>
                <a:fillRect/>
              </a:stretch>
            </p:blipFill>
            <p:spPr>
              <a:xfrm>
                <a:off x="4969333" y="1387338"/>
                <a:ext cx="2718360" cy="722151"/>
              </a:xfrm>
              <a:prstGeom prst="rect">
                <a:avLst/>
              </a:prstGeom>
            </p:spPr>
          </p:pic>
        </mc:Fallback>
      </mc:AlternateContent>
      <p:sp>
        <p:nvSpPr>
          <p:cNvPr id="27" name="TextBox 26">
            <a:extLst>
              <a:ext uri="{FF2B5EF4-FFF2-40B4-BE49-F238E27FC236}">
                <a16:creationId xmlns:a16="http://schemas.microsoft.com/office/drawing/2014/main" id="{99C90718-C384-1C34-3735-721F4E98CA80}"/>
              </a:ext>
            </a:extLst>
          </p:cNvPr>
          <p:cNvSpPr txBox="1"/>
          <p:nvPr/>
        </p:nvSpPr>
        <p:spPr>
          <a:xfrm>
            <a:off x="2242025" y="2469195"/>
            <a:ext cx="926583"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2 </a:t>
            </a:r>
            <a:endParaRPr kumimoji="0" lang="en-PK" sz="1400" b="1"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29" name="TextBox 28">
            <a:extLst>
              <a:ext uri="{FF2B5EF4-FFF2-40B4-BE49-F238E27FC236}">
                <a16:creationId xmlns:a16="http://schemas.microsoft.com/office/drawing/2014/main" id="{836229E3-75A6-E09B-99EF-B2ABBEC7BC16}"/>
              </a:ext>
            </a:extLst>
          </p:cNvPr>
          <p:cNvSpPr txBox="1"/>
          <p:nvPr/>
        </p:nvSpPr>
        <p:spPr>
          <a:xfrm>
            <a:off x="3728409" y="2509783"/>
            <a:ext cx="847795"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a:t>
            </a:r>
            <a:r>
              <a:rPr lang="en-US" sz="1000" b="1" dirty="0">
                <a:highlight>
                  <a:srgbClr val="00FF00"/>
                </a:highlight>
                <a:ea typeface="Open Sans" pitchFamily="34" charset="-122"/>
              </a:rPr>
              <a:t>3</a:t>
            </a:r>
            <a:endParaRPr kumimoji="0" lang="en-PK" sz="1400" b="1"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31" name="TextBox 30">
            <a:extLst>
              <a:ext uri="{FF2B5EF4-FFF2-40B4-BE49-F238E27FC236}">
                <a16:creationId xmlns:a16="http://schemas.microsoft.com/office/drawing/2014/main" id="{CE6CEA47-92C9-87B9-E63C-78AC78F5FF80}"/>
              </a:ext>
            </a:extLst>
          </p:cNvPr>
          <p:cNvSpPr txBox="1"/>
          <p:nvPr/>
        </p:nvSpPr>
        <p:spPr>
          <a:xfrm>
            <a:off x="5929734" y="2904645"/>
            <a:ext cx="797917"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4 </a:t>
            </a:r>
            <a:endParaRPr kumimoji="0" lang="en-PK" sz="1400" b="1"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33" name="TextBox 32">
            <a:extLst>
              <a:ext uri="{FF2B5EF4-FFF2-40B4-BE49-F238E27FC236}">
                <a16:creationId xmlns:a16="http://schemas.microsoft.com/office/drawing/2014/main" id="{F86A6B72-3E2F-0EB8-5EBD-926F44E3D7F6}"/>
              </a:ext>
            </a:extLst>
          </p:cNvPr>
          <p:cNvSpPr txBox="1"/>
          <p:nvPr/>
        </p:nvSpPr>
        <p:spPr>
          <a:xfrm>
            <a:off x="3106278" y="1409410"/>
            <a:ext cx="797917"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6 </a:t>
            </a:r>
            <a:endParaRPr kumimoji="0" lang="en-PK" sz="1400" b="1"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35" name="TextBox 34">
            <a:extLst>
              <a:ext uri="{FF2B5EF4-FFF2-40B4-BE49-F238E27FC236}">
                <a16:creationId xmlns:a16="http://schemas.microsoft.com/office/drawing/2014/main" id="{A0D0E1CF-2BF9-B8A5-ECBC-6C2F2DF780F4}"/>
              </a:ext>
            </a:extLst>
          </p:cNvPr>
          <p:cNvSpPr txBox="1"/>
          <p:nvPr/>
        </p:nvSpPr>
        <p:spPr>
          <a:xfrm>
            <a:off x="6328693" y="1453098"/>
            <a:ext cx="797917"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a:t>
            </a:r>
            <a:r>
              <a:rPr lang="en-US" sz="1000" b="1" dirty="0">
                <a:highlight>
                  <a:srgbClr val="00FF00"/>
                </a:highlight>
                <a:ea typeface="Open Sans" pitchFamily="34" charset="-122"/>
              </a:rPr>
              <a:t>7</a:t>
            </a:r>
            <a:endParaRPr kumimoji="0" lang="en-PK" sz="1400" b="1"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37" name="TextBox 36">
            <a:extLst>
              <a:ext uri="{FF2B5EF4-FFF2-40B4-BE49-F238E27FC236}">
                <a16:creationId xmlns:a16="http://schemas.microsoft.com/office/drawing/2014/main" id="{59839088-958A-1E7F-6BA0-71CA3C3A5A2A}"/>
              </a:ext>
            </a:extLst>
          </p:cNvPr>
          <p:cNvSpPr txBox="1"/>
          <p:nvPr/>
        </p:nvSpPr>
        <p:spPr>
          <a:xfrm>
            <a:off x="7450453" y="2325528"/>
            <a:ext cx="74093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5 </a:t>
            </a:r>
            <a:endParaRPr kumimoji="0" lang="en-PK" sz="1400" b="1"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39" name="TextBox 38">
            <a:extLst>
              <a:ext uri="{FF2B5EF4-FFF2-40B4-BE49-F238E27FC236}">
                <a16:creationId xmlns:a16="http://schemas.microsoft.com/office/drawing/2014/main" id="{3B27F163-835D-3234-7D1F-017ABF52D34F}"/>
              </a:ext>
            </a:extLst>
          </p:cNvPr>
          <p:cNvSpPr txBox="1"/>
          <p:nvPr/>
        </p:nvSpPr>
        <p:spPr>
          <a:xfrm>
            <a:off x="510762" y="2448639"/>
            <a:ext cx="89069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Network</a:t>
            </a:r>
            <a:r>
              <a:rPr kumimoji="0" lang="en-US" sz="1000" b="1"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 1 </a:t>
            </a:r>
            <a:endParaRPr kumimoji="0" lang="en-PK" sz="1400" b="1" i="0" u="none" strike="noStrike" kern="0" cap="none" spc="0" normalizeH="0" baseline="0" noProof="0" dirty="0">
              <a:ln>
                <a:noFill/>
              </a:ln>
              <a:solidFill>
                <a:srgbClr val="000000"/>
              </a:solidFill>
              <a:effectLst/>
              <a:highlight>
                <a:srgbClr val="00FF00"/>
              </a:highlight>
              <a:uLnTx/>
              <a:uFillTx/>
              <a:latin typeface="Arial"/>
              <a:cs typeface="Arial"/>
              <a:sym typeface="Arial"/>
            </a:endParaRPr>
          </a:p>
        </p:txBody>
      </p:sp>
      <p:sp>
        <p:nvSpPr>
          <p:cNvPr id="3" name="TextBox 2">
            <a:extLst>
              <a:ext uri="{FF2B5EF4-FFF2-40B4-BE49-F238E27FC236}">
                <a16:creationId xmlns:a16="http://schemas.microsoft.com/office/drawing/2014/main" id="{C53F968A-535F-A3A2-B580-B8E0E7B0EE21}"/>
              </a:ext>
            </a:extLst>
          </p:cNvPr>
          <p:cNvSpPr txBox="1"/>
          <p:nvPr/>
        </p:nvSpPr>
        <p:spPr>
          <a:xfrm>
            <a:off x="1089064" y="1957972"/>
            <a:ext cx="985686" cy="246221"/>
          </a:xfrm>
          <a:prstGeom prst="rect">
            <a:avLst/>
          </a:prstGeom>
          <a:noFill/>
        </p:spPr>
        <p:txBody>
          <a:bodyPr wrap="square">
            <a:spAutoFit/>
          </a:bodyPr>
          <a:lstStyle/>
          <a:p>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12.0.0.1</a:t>
            </a:r>
            <a:endParaRPr lang="en-PK" dirty="0"/>
          </a:p>
        </p:txBody>
      </p:sp>
      <p:sp>
        <p:nvSpPr>
          <p:cNvPr id="7" name="TextBox 6">
            <a:extLst>
              <a:ext uri="{FF2B5EF4-FFF2-40B4-BE49-F238E27FC236}">
                <a16:creationId xmlns:a16="http://schemas.microsoft.com/office/drawing/2014/main" id="{10D335FC-B2AE-4AEB-2A92-E7B41D2B5597}"/>
              </a:ext>
            </a:extLst>
          </p:cNvPr>
          <p:cNvSpPr txBox="1"/>
          <p:nvPr/>
        </p:nvSpPr>
        <p:spPr>
          <a:xfrm>
            <a:off x="1976889" y="2144690"/>
            <a:ext cx="769273" cy="246221"/>
          </a:xfrm>
          <a:prstGeom prst="rect">
            <a:avLst/>
          </a:prstGeom>
          <a:noFill/>
        </p:spPr>
        <p:txBody>
          <a:bodyPr wrap="square">
            <a:spAutoFit/>
          </a:bodyPr>
          <a:lstStyle/>
          <a:p>
            <a:r>
              <a:rPr kumimoji="0" lang="en-PK"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12.0.8.1 </a:t>
            </a:r>
            <a:endParaRPr lang="en-PK" dirty="0"/>
          </a:p>
        </p:txBody>
      </p:sp>
      <p:sp>
        <p:nvSpPr>
          <p:cNvPr id="11" name="TextBox 10">
            <a:extLst>
              <a:ext uri="{FF2B5EF4-FFF2-40B4-BE49-F238E27FC236}">
                <a16:creationId xmlns:a16="http://schemas.microsoft.com/office/drawing/2014/main" id="{4B330877-2916-8A72-2F67-01F10F4C2AEB}"/>
              </a:ext>
            </a:extLst>
          </p:cNvPr>
          <p:cNvSpPr txBox="1"/>
          <p:nvPr/>
        </p:nvSpPr>
        <p:spPr>
          <a:xfrm>
            <a:off x="3877279" y="2325528"/>
            <a:ext cx="714765" cy="246221"/>
          </a:xfrm>
          <a:prstGeom prst="rect">
            <a:avLst/>
          </a:prstGeom>
          <a:noFill/>
        </p:spPr>
        <p:txBody>
          <a:bodyPr wrap="square">
            <a:spAutoFit/>
          </a:bodyPr>
          <a:lstStyle/>
          <a:p>
            <a:r>
              <a:rPr kumimoji="0" lang="en-PK"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12.0.16.1</a:t>
            </a:r>
            <a:endParaRPr lang="en-PK" dirty="0"/>
          </a:p>
        </p:txBody>
      </p:sp>
      <p:sp>
        <p:nvSpPr>
          <p:cNvPr id="13" name="TextBox 12">
            <a:extLst>
              <a:ext uri="{FF2B5EF4-FFF2-40B4-BE49-F238E27FC236}">
                <a16:creationId xmlns:a16="http://schemas.microsoft.com/office/drawing/2014/main" id="{4A6A1346-80CB-0187-D925-3B534E395CD1}"/>
              </a:ext>
            </a:extLst>
          </p:cNvPr>
          <p:cNvSpPr txBox="1"/>
          <p:nvPr/>
        </p:nvSpPr>
        <p:spPr>
          <a:xfrm>
            <a:off x="4996380" y="2115744"/>
            <a:ext cx="985686" cy="246221"/>
          </a:xfrm>
          <a:prstGeom prst="rect">
            <a:avLst/>
          </a:prstGeom>
          <a:noFill/>
        </p:spPr>
        <p:txBody>
          <a:bodyPr wrap="square">
            <a:spAutoFit/>
          </a:bodyPr>
          <a:lstStyle/>
          <a:p>
            <a:r>
              <a:rPr kumimoji="0" lang="en-PK"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12.0.24.1</a:t>
            </a:r>
            <a:endParaRPr lang="en-PK" dirty="0"/>
          </a:p>
        </p:txBody>
      </p:sp>
      <p:sp>
        <p:nvSpPr>
          <p:cNvPr id="17" name="TextBox 16">
            <a:extLst>
              <a:ext uri="{FF2B5EF4-FFF2-40B4-BE49-F238E27FC236}">
                <a16:creationId xmlns:a16="http://schemas.microsoft.com/office/drawing/2014/main" id="{98ACDC96-7A3D-E46B-6FA9-733F3E0BC127}"/>
              </a:ext>
            </a:extLst>
          </p:cNvPr>
          <p:cNvSpPr txBox="1"/>
          <p:nvPr/>
        </p:nvSpPr>
        <p:spPr>
          <a:xfrm>
            <a:off x="7418076" y="2111092"/>
            <a:ext cx="943258" cy="246221"/>
          </a:xfrm>
          <a:prstGeom prst="rect">
            <a:avLst/>
          </a:prstGeom>
          <a:noFill/>
        </p:spPr>
        <p:txBody>
          <a:bodyPr wrap="square">
            <a:spAutoFit/>
          </a:bodyPr>
          <a:lstStyle/>
          <a:p>
            <a:r>
              <a:rPr kumimoji="0" lang="en-PK"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12.0.32.1</a:t>
            </a:r>
            <a:endParaRPr lang="en-PK" dirty="0"/>
          </a:p>
        </p:txBody>
      </p:sp>
      <p:sp>
        <p:nvSpPr>
          <p:cNvPr id="21" name="TextBox 20">
            <a:extLst>
              <a:ext uri="{FF2B5EF4-FFF2-40B4-BE49-F238E27FC236}">
                <a16:creationId xmlns:a16="http://schemas.microsoft.com/office/drawing/2014/main" id="{57041383-228D-7437-4234-E24A693979BE}"/>
              </a:ext>
            </a:extLst>
          </p:cNvPr>
          <p:cNvSpPr txBox="1"/>
          <p:nvPr/>
        </p:nvSpPr>
        <p:spPr>
          <a:xfrm>
            <a:off x="2318340" y="1575500"/>
            <a:ext cx="844082" cy="246221"/>
          </a:xfrm>
          <a:prstGeom prst="rect">
            <a:avLst/>
          </a:prstGeom>
          <a:noFill/>
        </p:spPr>
        <p:txBody>
          <a:bodyPr wrap="square">
            <a:spAutoFit/>
          </a:bodyPr>
          <a:lstStyle/>
          <a:p>
            <a:r>
              <a:rPr kumimoji="0" lang="en-PK"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12.0.40.1</a:t>
            </a:r>
            <a:endParaRPr lang="en-PK" dirty="0"/>
          </a:p>
        </p:txBody>
      </p:sp>
      <p:sp>
        <p:nvSpPr>
          <p:cNvPr id="25" name="TextBox 24">
            <a:extLst>
              <a:ext uri="{FF2B5EF4-FFF2-40B4-BE49-F238E27FC236}">
                <a16:creationId xmlns:a16="http://schemas.microsoft.com/office/drawing/2014/main" id="{67A5FD35-CE64-6227-BFCA-6CD4E6B94621}"/>
              </a:ext>
            </a:extLst>
          </p:cNvPr>
          <p:cNvSpPr txBox="1"/>
          <p:nvPr/>
        </p:nvSpPr>
        <p:spPr>
          <a:xfrm>
            <a:off x="3805767" y="1502372"/>
            <a:ext cx="707015" cy="246221"/>
          </a:xfrm>
          <a:prstGeom prst="rect">
            <a:avLst/>
          </a:prstGeom>
          <a:noFill/>
        </p:spPr>
        <p:txBody>
          <a:bodyPr wrap="square">
            <a:spAutoFit/>
          </a:bodyPr>
          <a:lstStyle/>
          <a:p>
            <a:r>
              <a:rPr kumimoji="0" lang="en-PK"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12.0.40.</a:t>
            </a: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a:t>
            </a:r>
            <a:endParaRPr lang="en-PK" dirty="0"/>
          </a:p>
        </p:txBody>
      </p:sp>
      <p:sp>
        <p:nvSpPr>
          <p:cNvPr id="28" name="TextBox 27">
            <a:extLst>
              <a:ext uri="{FF2B5EF4-FFF2-40B4-BE49-F238E27FC236}">
                <a16:creationId xmlns:a16="http://schemas.microsoft.com/office/drawing/2014/main" id="{FAB6B10B-B1DD-56F9-63E6-2DEE58E1E0C0}"/>
              </a:ext>
            </a:extLst>
          </p:cNvPr>
          <p:cNvSpPr txBox="1"/>
          <p:nvPr/>
        </p:nvSpPr>
        <p:spPr>
          <a:xfrm>
            <a:off x="5298223" y="1587666"/>
            <a:ext cx="956053" cy="246221"/>
          </a:xfrm>
          <a:prstGeom prst="rect">
            <a:avLst/>
          </a:prstGeom>
          <a:noFill/>
        </p:spPr>
        <p:txBody>
          <a:bodyPr wrap="square">
            <a:spAutoFit/>
          </a:bodyPr>
          <a:lstStyle/>
          <a:p>
            <a:r>
              <a:rPr kumimoji="0" lang="en-PK"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12.0.48.1</a:t>
            </a:r>
            <a:endParaRPr lang="en-PK" dirty="0"/>
          </a:p>
        </p:txBody>
      </p:sp>
      <p:sp>
        <p:nvSpPr>
          <p:cNvPr id="32" name="TextBox 31">
            <a:extLst>
              <a:ext uri="{FF2B5EF4-FFF2-40B4-BE49-F238E27FC236}">
                <a16:creationId xmlns:a16="http://schemas.microsoft.com/office/drawing/2014/main" id="{CF7E30BB-3F8A-5A03-24EB-42B2C6EA2470}"/>
              </a:ext>
            </a:extLst>
          </p:cNvPr>
          <p:cNvSpPr txBox="1"/>
          <p:nvPr/>
        </p:nvSpPr>
        <p:spPr>
          <a:xfrm>
            <a:off x="7164522" y="1275474"/>
            <a:ext cx="772379" cy="246221"/>
          </a:xfrm>
          <a:prstGeom prst="rect">
            <a:avLst/>
          </a:prstGeom>
          <a:noFill/>
        </p:spPr>
        <p:txBody>
          <a:bodyPr wrap="square">
            <a:spAutoFit/>
          </a:bodyPr>
          <a:lstStyle/>
          <a:p>
            <a:r>
              <a:rPr kumimoji="0" lang="en-PK"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12.0.48.</a:t>
            </a: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a:t>
            </a:r>
            <a:endParaRPr lang="en-PK" dirty="0"/>
          </a:p>
        </p:txBody>
      </p:sp>
      <p:sp>
        <p:nvSpPr>
          <p:cNvPr id="36" name="TextBox 35">
            <a:extLst>
              <a:ext uri="{FF2B5EF4-FFF2-40B4-BE49-F238E27FC236}">
                <a16:creationId xmlns:a16="http://schemas.microsoft.com/office/drawing/2014/main" id="{E0CFB103-A1AD-5667-6A7A-13B63308FD70}"/>
              </a:ext>
            </a:extLst>
          </p:cNvPr>
          <p:cNvSpPr txBox="1"/>
          <p:nvPr/>
        </p:nvSpPr>
        <p:spPr>
          <a:xfrm>
            <a:off x="1698867" y="1453098"/>
            <a:ext cx="375883" cy="230832"/>
          </a:xfrm>
          <a:prstGeom prst="rect">
            <a:avLst/>
          </a:prstGeom>
          <a:noFill/>
        </p:spPr>
        <p:txBody>
          <a:bodyPr wrap="square">
            <a:spAutoFit/>
          </a:bodyPr>
          <a:lstStyle/>
          <a:p>
            <a:r>
              <a:rPr kumimoji="0" lang="en-US" sz="900" b="1" i="0" u="none" strike="noStrike" kern="0" cap="none" spc="0" normalizeH="0" baseline="0" noProof="0" dirty="0">
                <a:ln>
                  <a:noFill/>
                </a:ln>
                <a:solidFill>
                  <a:srgbClr val="000000"/>
                </a:solidFill>
                <a:effectLst/>
                <a:highlight>
                  <a:srgbClr val="00FFFF"/>
                </a:highlight>
                <a:uLnTx/>
                <a:uFillTx/>
                <a:latin typeface="Arial"/>
                <a:ea typeface="Open Sans" pitchFamily="34" charset="-122"/>
                <a:cs typeface="Arial"/>
                <a:sym typeface="Arial"/>
              </a:rPr>
              <a:t>R1</a:t>
            </a:r>
            <a:endParaRPr lang="en-PK" dirty="0">
              <a:highlight>
                <a:srgbClr val="00FFFF"/>
              </a:highlight>
            </a:endParaRPr>
          </a:p>
        </p:txBody>
      </p:sp>
      <p:sp>
        <p:nvSpPr>
          <p:cNvPr id="38" name="TextBox 37">
            <a:extLst>
              <a:ext uri="{FF2B5EF4-FFF2-40B4-BE49-F238E27FC236}">
                <a16:creationId xmlns:a16="http://schemas.microsoft.com/office/drawing/2014/main" id="{DFDFF0AC-9389-EC42-0A94-772D9343A841}"/>
              </a:ext>
            </a:extLst>
          </p:cNvPr>
          <p:cNvSpPr txBox="1"/>
          <p:nvPr/>
        </p:nvSpPr>
        <p:spPr>
          <a:xfrm>
            <a:off x="7815500" y="1336671"/>
            <a:ext cx="375883" cy="230832"/>
          </a:xfrm>
          <a:prstGeom prst="rect">
            <a:avLst/>
          </a:prstGeom>
          <a:noFill/>
        </p:spPr>
        <p:txBody>
          <a:bodyPr wrap="square">
            <a:spAutoFit/>
          </a:bodyPr>
          <a:lstStyle/>
          <a:p>
            <a:r>
              <a:rPr kumimoji="0" lang="en-US" sz="900" b="1" i="0" u="none" strike="noStrike" kern="0" cap="none" spc="0" normalizeH="0" baseline="0" noProof="0" dirty="0">
                <a:ln>
                  <a:noFill/>
                </a:ln>
                <a:solidFill>
                  <a:srgbClr val="000000"/>
                </a:solidFill>
                <a:effectLst/>
                <a:highlight>
                  <a:srgbClr val="00FFFF"/>
                </a:highlight>
                <a:uLnTx/>
                <a:uFillTx/>
                <a:latin typeface="Arial"/>
                <a:ea typeface="Open Sans" pitchFamily="34" charset="-122"/>
                <a:cs typeface="Arial"/>
                <a:sym typeface="Arial"/>
              </a:rPr>
              <a:t>R3</a:t>
            </a:r>
            <a:endParaRPr lang="en-PK" dirty="0">
              <a:highlight>
                <a:srgbClr val="00FFFF"/>
              </a:highlight>
            </a:endParaRPr>
          </a:p>
        </p:txBody>
      </p:sp>
      <p:sp>
        <p:nvSpPr>
          <p:cNvPr id="40" name="TextBox 39">
            <a:extLst>
              <a:ext uri="{FF2B5EF4-FFF2-40B4-BE49-F238E27FC236}">
                <a16:creationId xmlns:a16="http://schemas.microsoft.com/office/drawing/2014/main" id="{953EC2E6-EFC7-02A6-10AA-9CAC4960BEA6}"/>
              </a:ext>
            </a:extLst>
          </p:cNvPr>
          <p:cNvSpPr txBox="1"/>
          <p:nvPr/>
        </p:nvSpPr>
        <p:spPr>
          <a:xfrm>
            <a:off x="4637063" y="1468055"/>
            <a:ext cx="375883" cy="230832"/>
          </a:xfrm>
          <a:prstGeom prst="rect">
            <a:avLst/>
          </a:prstGeom>
          <a:noFill/>
        </p:spPr>
        <p:txBody>
          <a:bodyPr wrap="square">
            <a:spAutoFit/>
          </a:bodyPr>
          <a:lstStyle/>
          <a:p>
            <a:r>
              <a:rPr kumimoji="0" lang="en-US" sz="900" b="1" i="0" u="none" strike="noStrike" kern="0" cap="none" spc="0" normalizeH="0" baseline="0" noProof="0" dirty="0">
                <a:ln>
                  <a:noFill/>
                </a:ln>
                <a:solidFill>
                  <a:srgbClr val="000000"/>
                </a:solidFill>
                <a:effectLst/>
                <a:highlight>
                  <a:srgbClr val="00FFFF"/>
                </a:highlight>
                <a:uLnTx/>
                <a:uFillTx/>
                <a:latin typeface="Arial"/>
                <a:ea typeface="Open Sans" pitchFamily="34" charset="-122"/>
                <a:cs typeface="Arial"/>
                <a:sym typeface="Arial"/>
              </a:rPr>
              <a:t>R2</a:t>
            </a:r>
            <a:endParaRPr lang="en-PK" dirty="0">
              <a:highlight>
                <a:srgbClr val="00FFFF"/>
              </a:highlight>
            </a:endParaRPr>
          </a:p>
        </p:txBody>
      </p:sp>
    </p:spTree>
    <p:extLst>
      <p:ext uri="{BB962C8B-B14F-4D97-AF65-F5344CB8AC3E}">
        <p14:creationId xmlns:p14="http://schemas.microsoft.com/office/powerpoint/2010/main" val="49648193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38DA4-7C76-BA5D-2E85-6D1D639EFC9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3B316BF-1ED5-C447-CE35-A550597A5E4B}"/>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E89BD014-DEA8-88AC-16E6-9709FA247DA8}"/>
              </a:ext>
            </a:extLst>
          </p:cNvPr>
          <p:cNvSpPr txBox="1"/>
          <p:nvPr/>
        </p:nvSpPr>
        <p:spPr>
          <a:xfrm>
            <a:off x="101600" y="472659"/>
            <a:ext cx="9042400" cy="307777"/>
          </a:xfrm>
          <a:prstGeom prst="rect">
            <a:avLst/>
          </a:prstGeom>
          <a:noFill/>
        </p:spPr>
        <p:txBody>
          <a:bodyPr wrap="square">
            <a:spAutoFit/>
          </a:bodyPr>
          <a:lstStyle/>
          <a:p>
            <a:pPr algn="just"/>
            <a:r>
              <a:rPr kumimoji="0" lang="en-US" sz="1400" b="1" i="0" u="none" strike="noStrike" kern="0" cap="none" spc="0" normalizeH="0" baseline="0" noProof="0" dirty="0">
                <a:ln>
                  <a:noFill/>
                </a:ln>
                <a:solidFill>
                  <a:srgbClr val="000000"/>
                </a:solidFill>
                <a:effectLst/>
                <a:highlight>
                  <a:srgbClr val="00FFFF"/>
                </a:highlight>
                <a:uLnTx/>
                <a:uFillTx/>
                <a:latin typeface="Arial"/>
                <a:cs typeface="Arial"/>
                <a:sym typeface="Arial"/>
              </a:rPr>
              <a:t>Q2: Practical,</a:t>
            </a:r>
            <a:r>
              <a:rPr lang="en-US" b="1" dirty="0">
                <a:highlight>
                  <a:srgbClr val="00FFFF"/>
                </a:highlight>
              </a:rPr>
              <a:t>Using RIPv2</a:t>
            </a:r>
          </a:p>
        </p:txBody>
      </p:sp>
      <p:sp>
        <p:nvSpPr>
          <p:cNvPr id="3" name="TextBox 2">
            <a:extLst>
              <a:ext uri="{FF2B5EF4-FFF2-40B4-BE49-F238E27FC236}">
                <a16:creationId xmlns:a16="http://schemas.microsoft.com/office/drawing/2014/main" id="{6449BD99-33ED-05BA-E418-85EE13229B76}"/>
              </a:ext>
            </a:extLst>
          </p:cNvPr>
          <p:cNvSpPr txBox="1"/>
          <p:nvPr/>
        </p:nvSpPr>
        <p:spPr>
          <a:xfrm>
            <a:off x="198966" y="765886"/>
            <a:ext cx="3788833" cy="4108817"/>
          </a:xfrm>
          <a:prstGeom prst="rect">
            <a:avLst/>
          </a:prstGeom>
          <a:noFill/>
        </p:spPr>
        <p:txBody>
          <a:bodyPr wrap="square">
            <a:spAutoFit/>
          </a:bodyPr>
          <a:lstStyle/>
          <a:p>
            <a:r>
              <a:rPr lang="en-US" sz="1800" b="1" dirty="0">
                <a:highlight>
                  <a:srgbClr val="00FFFF"/>
                </a:highlight>
              </a:rPr>
              <a:t>R1</a:t>
            </a:r>
          </a:p>
          <a:p>
            <a:pPr marL="171450" indent="-171450">
              <a:buFont typeface="Wingdings" panose="05000000000000000000" pitchFamily="2" charset="2"/>
              <a:buChar char="q"/>
            </a:pPr>
            <a:r>
              <a:rPr lang="en-US" sz="900" dirty="0"/>
              <a:t>Router&gt; enable</a:t>
            </a:r>
          </a:p>
          <a:p>
            <a:pPr marL="171450" indent="-171450">
              <a:buFont typeface="Wingdings" panose="05000000000000000000" pitchFamily="2" charset="2"/>
              <a:buChar char="q"/>
            </a:pPr>
            <a:r>
              <a:rPr lang="en-US" sz="900" dirty="0"/>
              <a:t>Router# configure terminal</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FastEthernet0/0</a:t>
            </a:r>
          </a:p>
          <a:p>
            <a:pPr marL="171450" indent="-171450">
              <a:buFont typeface="Wingdings" panose="05000000000000000000" pitchFamily="2" charset="2"/>
              <a:buChar char="q"/>
            </a:pPr>
            <a:r>
              <a:rPr lang="en-US" sz="900" dirty="0"/>
              <a:t>Router(config-if)# </a:t>
            </a:r>
            <a:r>
              <a:rPr lang="en-US" sz="900" dirty="0" err="1"/>
              <a:t>ip</a:t>
            </a:r>
            <a:r>
              <a:rPr lang="en-US" sz="900" dirty="0"/>
              <a:t> address </a:t>
            </a:r>
            <a:r>
              <a:rPr kumimoji="0" lang="en-US" sz="9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12.0.0.1</a:t>
            </a:r>
            <a:r>
              <a:rPr lang="en-US" sz="900" dirty="0"/>
              <a:t> 255.255.248.0</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FastEthernet0/1</a:t>
            </a:r>
          </a:p>
          <a:p>
            <a:pPr marL="171450" indent="-171450">
              <a:buFont typeface="Wingdings" panose="05000000000000000000" pitchFamily="2" charset="2"/>
              <a:buChar char="q"/>
            </a:pPr>
            <a:r>
              <a:rPr lang="en-US" sz="900" dirty="0"/>
              <a:t>Router(config-if)# </a:t>
            </a:r>
            <a:r>
              <a:rPr lang="en-US" sz="900" dirty="0" err="1"/>
              <a:t>ip</a:t>
            </a:r>
            <a:r>
              <a:rPr lang="en-US" sz="900" dirty="0"/>
              <a:t> address </a:t>
            </a:r>
            <a:r>
              <a:rPr kumimoji="0" lang="en-PK" sz="9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12.0.8.1</a:t>
            </a:r>
            <a:r>
              <a:rPr lang="en-US" sz="900" dirty="0"/>
              <a:t> 255.255.248.0</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endParaRPr lang="en-US" sz="900" dirty="0"/>
          </a:p>
          <a:p>
            <a:pPr marL="171450" indent="-171450">
              <a:buFont typeface="Wingdings" panose="05000000000000000000" pitchFamily="2" charset="2"/>
              <a:buChar char="q"/>
            </a:pPr>
            <a:r>
              <a:rPr lang="en-US" sz="900" dirty="0"/>
              <a:t>Router(config)# interface Serial0/0</a:t>
            </a:r>
          </a:p>
          <a:p>
            <a:pPr marL="171450" indent="-171450">
              <a:buFont typeface="Wingdings" panose="05000000000000000000" pitchFamily="2" charset="2"/>
              <a:buChar char="q"/>
            </a:pPr>
            <a:r>
              <a:rPr lang="en-US" sz="900" dirty="0"/>
              <a:t>Router(config-if)# </a:t>
            </a:r>
            <a:r>
              <a:rPr lang="en-US" sz="900" dirty="0" err="1"/>
              <a:t>ip</a:t>
            </a:r>
            <a:r>
              <a:rPr lang="en-US" sz="900" dirty="0"/>
              <a:t> address </a:t>
            </a:r>
            <a:r>
              <a:rPr kumimoji="0" lang="en-PK" sz="9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12.0.40.1</a:t>
            </a:r>
            <a:r>
              <a:rPr lang="en-US" sz="900" dirty="0"/>
              <a:t> 255.255.248.0 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router rip</a:t>
            </a:r>
          </a:p>
          <a:p>
            <a:pPr marL="171450" indent="-171450">
              <a:buFont typeface="Wingdings" panose="05000000000000000000" pitchFamily="2" charset="2"/>
              <a:buChar char="q"/>
            </a:pPr>
            <a:r>
              <a:rPr lang="en-US" sz="900" dirty="0"/>
              <a:t>Router(config-router)# version 2</a:t>
            </a:r>
          </a:p>
          <a:p>
            <a:pPr marL="171450" indent="-171450">
              <a:buFont typeface="Wingdings" panose="05000000000000000000" pitchFamily="2" charset="2"/>
              <a:buChar char="q"/>
            </a:pPr>
            <a:r>
              <a:rPr lang="en-US" sz="900" dirty="0"/>
              <a:t>Router(config-router)# network </a:t>
            </a:r>
            <a:r>
              <a:rPr lang="en-PK" sz="900" dirty="0">
                <a:ea typeface="Open Sans" pitchFamily="34" charset="-122"/>
              </a:rPr>
              <a:t>1</a:t>
            </a:r>
            <a:r>
              <a:rPr lang="en-US" sz="900" dirty="0">
                <a:ea typeface="Open Sans" pitchFamily="34" charset="-122"/>
              </a:rPr>
              <a:t>2</a:t>
            </a:r>
            <a:r>
              <a:rPr lang="en-PK" sz="900" dirty="0">
                <a:ea typeface="Open Sans" pitchFamily="34" charset="-122"/>
              </a:rPr>
              <a:t>.0.0.</a:t>
            </a:r>
            <a:r>
              <a:rPr lang="en-US" sz="900" dirty="0">
                <a:ea typeface="Open Sans" pitchFamily="34" charset="-122"/>
              </a:rPr>
              <a:t>0</a:t>
            </a:r>
            <a:endParaRPr lang="en-US" sz="900" dirty="0"/>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900" b="0" i="0" u="none" strike="noStrike" kern="0" cap="none" spc="0" normalizeH="0" baseline="0" noProof="0" dirty="0">
                <a:ln>
                  <a:noFill/>
                </a:ln>
                <a:solidFill>
                  <a:srgbClr val="000000"/>
                </a:solidFill>
                <a:effectLst/>
                <a:uLnTx/>
                <a:uFillTx/>
                <a:latin typeface="Arial"/>
                <a:cs typeface="Arial"/>
                <a:sym typeface="Arial"/>
              </a:rPr>
              <a:t>Router(config-router)# no  auto-summary</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Router(config-router)# exit</a:t>
            </a:r>
          </a:p>
          <a:p>
            <a:pPr marL="171450" indent="-171450">
              <a:buFont typeface="Wingdings" panose="05000000000000000000" pitchFamily="2" charset="2"/>
              <a:buChar char="q"/>
            </a:pPr>
            <a:r>
              <a:rPr lang="en-US" sz="900" dirty="0"/>
              <a:t>Router(config)# exit</a:t>
            </a:r>
          </a:p>
          <a:p>
            <a:pPr marL="171450" indent="-171450">
              <a:buFont typeface="Wingdings" panose="05000000000000000000" pitchFamily="2" charset="2"/>
              <a:buChar char="q"/>
            </a:pPr>
            <a:r>
              <a:rPr lang="en-US" sz="900" dirty="0"/>
              <a:t>Router#</a:t>
            </a:r>
          </a:p>
        </p:txBody>
      </p:sp>
      <p:sp>
        <p:nvSpPr>
          <p:cNvPr id="8" name="TextBox 7">
            <a:extLst>
              <a:ext uri="{FF2B5EF4-FFF2-40B4-BE49-F238E27FC236}">
                <a16:creationId xmlns:a16="http://schemas.microsoft.com/office/drawing/2014/main" id="{CAAEDC6C-06BE-B1E1-919B-7BE7518A3BE7}"/>
              </a:ext>
            </a:extLst>
          </p:cNvPr>
          <p:cNvSpPr txBox="1"/>
          <p:nvPr/>
        </p:nvSpPr>
        <p:spPr>
          <a:xfrm>
            <a:off x="4253441" y="603796"/>
            <a:ext cx="4580466" cy="4678204"/>
          </a:xfrm>
          <a:prstGeom prst="rect">
            <a:avLst/>
          </a:prstGeom>
          <a:noFill/>
        </p:spPr>
        <p:txBody>
          <a:bodyPr wrap="square">
            <a:spAutoFit/>
          </a:bodyPr>
          <a:lstStyle/>
          <a:p>
            <a:r>
              <a:rPr lang="en-US" sz="1800" b="1" dirty="0">
                <a:highlight>
                  <a:srgbClr val="00FFFF"/>
                </a:highlight>
              </a:rPr>
              <a:t>R2</a:t>
            </a:r>
          </a:p>
          <a:p>
            <a:pPr marL="171450" indent="-171450">
              <a:buFont typeface="Wingdings" panose="05000000000000000000" pitchFamily="2" charset="2"/>
              <a:buChar char="q"/>
            </a:pPr>
            <a:r>
              <a:rPr lang="en-US" sz="900" dirty="0"/>
              <a:t>Router&gt; enable</a:t>
            </a:r>
          </a:p>
          <a:p>
            <a:pPr marL="171450" indent="-171450">
              <a:buFont typeface="Wingdings" panose="05000000000000000000" pitchFamily="2" charset="2"/>
              <a:buChar char="q"/>
            </a:pPr>
            <a:r>
              <a:rPr lang="en-US" sz="900" dirty="0"/>
              <a:t>Router# configure terminal</a:t>
            </a:r>
          </a:p>
          <a:p>
            <a:pPr marL="171450" indent="-171450">
              <a:buFont typeface="Wingdings" panose="05000000000000000000" pitchFamily="2" charset="2"/>
              <a:buChar char="q"/>
            </a:pPr>
            <a:r>
              <a:rPr lang="en-US" sz="900" dirty="0"/>
              <a:t>Router(config)# interface FastEthernet0/0</a:t>
            </a:r>
          </a:p>
          <a:p>
            <a:pPr marL="171450" indent="-171450">
              <a:buFont typeface="Wingdings" panose="05000000000000000000" pitchFamily="2" charset="2"/>
              <a:buChar char="q"/>
            </a:pPr>
            <a:r>
              <a:rPr lang="en-US" sz="900" dirty="0"/>
              <a:t>Router(config-if)# </a:t>
            </a:r>
            <a:r>
              <a:rPr lang="en-US" sz="900" dirty="0" err="1"/>
              <a:t>ip</a:t>
            </a:r>
            <a:r>
              <a:rPr lang="en-US" sz="900" dirty="0"/>
              <a:t> address </a:t>
            </a:r>
            <a:r>
              <a:rPr kumimoji="0" lang="en-PK" sz="9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12.0.16.1</a:t>
            </a:r>
            <a:r>
              <a:rPr lang="en-PK" sz="900" dirty="0"/>
              <a:t> </a:t>
            </a:r>
            <a:r>
              <a:rPr lang="en-US" sz="900" dirty="0"/>
              <a:t>255.255.248.0</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FastEthernet0/1</a:t>
            </a:r>
          </a:p>
          <a:p>
            <a:pPr marL="171450" indent="-171450">
              <a:buFont typeface="Wingdings" panose="05000000000000000000" pitchFamily="2" charset="2"/>
              <a:buChar char="q"/>
            </a:pPr>
            <a:r>
              <a:rPr lang="en-US" sz="900" dirty="0"/>
              <a:t>Router(config-if)# </a:t>
            </a:r>
            <a:r>
              <a:rPr lang="en-US" sz="900" dirty="0" err="1"/>
              <a:t>ip</a:t>
            </a:r>
            <a:r>
              <a:rPr lang="en-US" sz="900" dirty="0"/>
              <a:t> address </a:t>
            </a:r>
            <a:r>
              <a:rPr kumimoji="0" lang="en-PK" sz="9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12.0.24.1</a:t>
            </a:r>
            <a:r>
              <a:rPr lang="en-PK" sz="900" dirty="0"/>
              <a:t> </a:t>
            </a:r>
            <a:r>
              <a:rPr lang="en-US" sz="900" dirty="0"/>
              <a:t>255.255.248.0</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endParaRPr lang="en-US" sz="900" dirty="0"/>
          </a:p>
          <a:p>
            <a:pPr marL="171450" indent="-171450">
              <a:buFont typeface="Wingdings" panose="05000000000000000000" pitchFamily="2" charset="2"/>
              <a:buChar char="q"/>
            </a:pPr>
            <a:r>
              <a:rPr lang="en-US" sz="900" dirty="0"/>
              <a:t>Router(config)# interface  Serial0/0</a:t>
            </a:r>
          </a:p>
          <a:p>
            <a:pPr marL="171450" indent="-171450">
              <a:buFont typeface="Wingdings" panose="05000000000000000000" pitchFamily="2" charset="2"/>
              <a:buChar char="q"/>
            </a:pPr>
            <a:r>
              <a:rPr lang="en-US" sz="900" dirty="0"/>
              <a:t>Router(config-if)# </a:t>
            </a:r>
            <a:r>
              <a:rPr lang="en-US" sz="900" dirty="0" err="1"/>
              <a:t>ip</a:t>
            </a:r>
            <a:r>
              <a:rPr lang="en-US" sz="900" dirty="0"/>
              <a:t> address </a:t>
            </a:r>
            <a:r>
              <a:rPr kumimoji="0" lang="en-PK" sz="9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12.0.40.</a:t>
            </a:r>
            <a:r>
              <a:rPr kumimoji="0" lang="en-US" sz="9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  </a:t>
            </a:r>
            <a:r>
              <a:rPr lang="en-US" sz="900" dirty="0"/>
              <a:t>255.255.248.0</a:t>
            </a:r>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Serial0/1</a:t>
            </a:r>
          </a:p>
          <a:p>
            <a:pPr marL="171450" indent="-171450">
              <a:buFont typeface="Wingdings" panose="05000000000000000000" pitchFamily="2" charset="2"/>
              <a:buChar char="q"/>
            </a:pPr>
            <a:r>
              <a:rPr lang="en-US" sz="900" dirty="0"/>
              <a:t>Router(config-if)# </a:t>
            </a:r>
            <a:r>
              <a:rPr lang="en-US" sz="900" dirty="0" err="1"/>
              <a:t>ip</a:t>
            </a:r>
            <a:r>
              <a:rPr lang="en-US" sz="900" dirty="0"/>
              <a:t>  address </a:t>
            </a:r>
            <a:r>
              <a:rPr kumimoji="0" lang="en-PK" sz="9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12.0.48.1</a:t>
            </a:r>
            <a:r>
              <a:rPr kumimoji="0" lang="en-US" sz="9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 </a:t>
            </a:r>
            <a:r>
              <a:rPr lang="en-US" sz="900" dirty="0">
                <a:ea typeface="Open Sans" pitchFamily="34" charset="-122"/>
              </a:rPr>
              <a:t> </a:t>
            </a: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255.255.248.0</a:t>
            </a:r>
            <a:endParaRPr lang="en-US" sz="900" dirty="0"/>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router rip</a:t>
            </a:r>
          </a:p>
          <a:p>
            <a:pPr marL="171450" indent="-171450">
              <a:buFont typeface="Wingdings" panose="05000000000000000000" pitchFamily="2" charset="2"/>
              <a:buChar char="q"/>
            </a:pPr>
            <a:r>
              <a:rPr lang="en-US" sz="900" dirty="0"/>
              <a:t>Router(config-router)# version 2</a:t>
            </a:r>
          </a:p>
          <a:p>
            <a:pPr marL="171450" indent="-171450">
              <a:buFont typeface="Wingdings" panose="05000000000000000000" pitchFamily="2" charset="2"/>
              <a:buChar char="q"/>
            </a:pPr>
            <a:r>
              <a:rPr lang="en-US" sz="900" dirty="0"/>
              <a:t>Router(config-router)# network </a:t>
            </a:r>
            <a:r>
              <a:rPr lang="en-PK" sz="900" dirty="0">
                <a:ea typeface="Open Sans" pitchFamily="34" charset="-122"/>
              </a:rPr>
              <a:t>1</a:t>
            </a:r>
            <a:r>
              <a:rPr lang="en-US" sz="900" dirty="0">
                <a:ea typeface="Open Sans" pitchFamily="34" charset="-122"/>
              </a:rPr>
              <a:t>2</a:t>
            </a:r>
            <a:r>
              <a:rPr lang="en-PK" sz="900" dirty="0">
                <a:ea typeface="Open Sans" pitchFamily="34" charset="-122"/>
              </a:rPr>
              <a:t>.0.0.</a:t>
            </a:r>
            <a:r>
              <a:rPr lang="en-US" sz="900" dirty="0">
                <a:ea typeface="Open Sans" pitchFamily="34" charset="-122"/>
              </a:rPr>
              <a:t>0</a:t>
            </a:r>
            <a:endParaRPr lang="en-US" sz="900" dirty="0"/>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900" b="0" i="0" u="none" strike="noStrike" kern="0" cap="none" spc="0" normalizeH="0" baseline="0" noProof="0" dirty="0">
                <a:ln>
                  <a:noFill/>
                </a:ln>
                <a:solidFill>
                  <a:srgbClr val="000000"/>
                </a:solidFill>
                <a:effectLst/>
                <a:uLnTx/>
                <a:uFillTx/>
                <a:latin typeface="Arial"/>
                <a:cs typeface="Arial"/>
                <a:sym typeface="Arial"/>
              </a:rPr>
              <a:t>Router(config-router)# no  auto-summary</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Router(config-router)# exit</a:t>
            </a:r>
          </a:p>
          <a:p>
            <a:pPr marL="171450" indent="-171450">
              <a:buFont typeface="Wingdings" panose="05000000000000000000" pitchFamily="2" charset="2"/>
              <a:buChar char="q"/>
            </a:pPr>
            <a:r>
              <a:rPr lang="en-US" sz="900" dirty="0"/>
              <a:t>Router(config)# exit</a:t>
            </a:r>
          </a:p>
          <a:p>
            <a:pPr marL="171450" indent="-171450">
              <a:buFont typeface="Wingdings" panose="05000000000000000000" pitchFamily="2" charset="2"/>
              <a:buChar char="q"/>
            </a:pPr>
            <a:r>
              <a:rPr lang="en-US" sz="900" dirty="0"/>
              <a:t>Router#</a:t>
            </a:r>
          </a:p>
        </p:txBody>
      </p:sp>
    </p:spTree>
    <p:extLst>
      <p:ext uri="{BB962C8B-B14F-4D97-AF65-F5344CB8AC3E}">
        <p14:creationId xmlns:p14="http://schemas.microsoft.com/office/powerpoint/2010/main" val="285097542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50BD4-61DB-4ED8-B03A-E57D0E7A5F7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9EFAE0A-F06B-77AA-0124-901B17803241}"/>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1BEEE8CC-6C27-41D6-1D42-9E271945BDDF}"/>
              </a:ext>
            </a:extLst>
          </p:cNvPr>
          <p:cNvSpPr txBox="1"/>
          <p:nvPr/>
        </p:nvSpPr>
        <p:spPr>
          <a:xfrm>
            <a:off x="101600" y="652389"/>
            <a:ext cx="9042400" cy="30777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000000"/>
                </a:solidFill>
                <a:effectLst/>
                <a:highlight>
                  <a:srgbClr val="00FFFF"/>
                </a:highlight>
                <a:uLnTx/>
                <a:uFillTx/>
                <a:latin typeface="Arial"/>
                <a:cs typeface="Arial"/>
                <a:sym typeface="Arial"/>
              </a:rPr>
              <a:t>Q2: </a:t>
            </a:r>
            <a:r>
              <a:rPr kumimoji="0" lang="en-US" sz="1400" b="1" i="0" u="none" strike="noStrike" kern="0" cap="none" spc="0" normalizeH="0" baseline="0" noProof="0" dirty="0">
                <a:ln>
                  <a:noFill/>
                </a:ln>
                <a:solidFill>
                  <a:srgbClr val="000000"/>
                </a:solidFill>
                <a:effectLst/>
                <a:highlight>
                  <a:srgbClr val="00FFFF"/>
                </a:highlight>
                <a:uLnTx/>
                <a:uFillTx/>
                <a:latin typeface="Arial"/>
                <a:cs typeface="Arial"/>
                <a:sym typeface="Arial"/>
              </a:rPr>
              <a:t>Practical, Using RIPv2</a:t>
            </a:r>
          </a:p>
        </p:txBody>
      </p:sp>
      <p:sp>
        <p:nvSpPr>
          <p:cNvPr id="3" name="TextBox 2">
            <a:extLst>
              <a:ext uri="{FF2B5EF4-FFF2-40B4-BE49-F238E27FC236}">
                <a16:creationId xmlns:a16="http://schemas.microsoft.com/office/drawing/2014/main" id="{FCEF2549-6929-A095-8842-B78E10485483}"/>
              </a:ext>
            </a:extLst>
          </p:cNvPr>
          <p:cNvSpPr txBox="1"/>
          <p:nvPr/>
        </p:nvSpPr>
        <p:spPr>
          <a:xfrm>
            <a:off x="219074" y="1082119"/>
            <a:ext cx="4034367" cy="3277820"/>
          </a:xfrm>
          <a:prstGeom prst="rect">
            <a:avLst/>
          </a:prstGeom>
          <a:noFill/>
        </p:spPr>
        <p:txBody>
          <a:bodyPr wrap="square">
            <a:spAutoFit/>
          </a:bodyPr>
          <a:lstStyle/>
          <a:p>
            <a:r>
              <a:rPr lang="en-US" sz="1800" b="1" dirty="0">
                <a:highlight>
                  <a:srgbClr val="00FFFF"/>
                </a:highlight>
              </a:rPr>
              <a:t>R3</a:t>
            </a:r>
          </a:p>
          <a:p>
            <a:pPr marL="171450" indent="-171450">
              <a:buFont typeface="Wingdings" panose="05000000000000000000" pitchFamily="2" charset="2"/>
              <a:buChar char="q"/>
            </a:pPr>
            <a:r>
              <a:rPr lang="en-US" sz="900" dirty="0"/>
              <a:t>Router&gt; enable</a:t>
            </a:r>
          </a:p>
          <a:p>
            <a:pPr marL="171450" indent="-171450">
              <a:buFont typeface="Wingdings" panose="05000000000000000000" pitchFamily="2" charset="2"/>
              <a:buChar char="q"/>
            </a:pPr>
            <a:r>
              <a:rPr lang="en-US" sz="900" dirty="0"/>
              <a:t>Router# configure terminal</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FastEthernet0/0</a:t>
            </a:r>
          </a:p>
          <a:p>
            <a:pPr marL="171450" indent="-171450">
              <a:buFont typeface="Wingdings" panose="05000000000000000000" pitchFamily="2" charset="2"/>
              <a:buChar char="q"/>
            </a:pPr>
            <a:r>
              <a:rPr lang="en-US" sz="900" dirty="0"/>
              <a:t>Router(config-if)# </a:t>
            </a:r>
            <a:r>
              <a:rPr lang="en-US" sz="900" dirty="0" err="1"/>
              <a:t>ip</a:t>
            </a:r>
            <a:r>
              <a:rPr lang="en-US" sz="900" dirty="0"/>
              <a:t>  address </a:t>
            </a:r>
            <a:r>
              <a:rPr kumimoji="0" lang="en-PK" sz="9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12.0.32.1</a:t>
            </a:r>
            <a:r>
              <a:rPr lang="en-US" sz="900" dirty="0"/>
              <a:t> 255.255.248.0</a:t>
            </a:r>
          </a:p>
          <a:p>
            <a:pPr marL="171450" indent="-171450">
              <a:buFont typeface="Wingdings" panose="05000000000000000000" pitchFamily="2" charset="2"/>
              <a:buChar char="q"/>
            </a:pPr>
            <a:r>
              <a:rPr lang="en-US" sz="900" dirty="0"/>
              <a:t> 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interface Serial0/0</a:t>
            </a:r>
          </a:p>
          <a:p>
            <a:pPr marL="171450" indent="-171450">
              <a:buFont typeface="Wingdings" panose="05000000000000000000" pitchFamily="2" charset="2"/>
              <a:buChar char="q"/>
            </a:pPr>
            <a:r>
              <a:rPr lang="en-US" sz="900" dirty="0"/>
              <a:t>Router(config-if)# </a:t>
            </a:r>
            <a:r>
              <a:rPr lang="en-US" sz="900" dirty="0" err="1"/>
              <a:t>ip</a:t>
            </a:r>
            <a:r>
              <a:rPr lang="en-US" sz="900" dirty="0"/>
              <a:t>  address </a:t>
            </a:r>
            <a:r>
              <a:rPr kumimoji="0" lang="en-PK" sz="9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12.0.48.</a:t>
            </a:r>
            <a:r>
              <a:rPr kumimoji="0" lang="en-US" sz="9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  </a:t>
            </a:r>
            <a:r>
              <a:rPr lang="en-US" sz="900" dirty="0">
                <a:ea typeface="Open Sans" pitchFamily="34" charset="-122"/>
              </a:rPr>
              <a:t>255.255.248.0</a:t>
            </a:r>
            <a:endParaRPr lang="en-US" sz="900" dirty="0"/>
          </a:p>
          <a:p>
            <a:pPr marL="171450" indent="-171450">
              <a:buFont typeface="Wingdings" panose="05000000000000000000" pitchFamily="2" charset="2"/>
              <a:buChar char="q"/>
            </a:pPr>
            <a:r>
              <a:rPr lang="en-US" sz="900" dirty="0"/>
              <a:t>Router(config-if)# no  shutdown</a:t>
            </a:r>
          </a:p>
          <a:p>
            <a:pPr marL="171450" indent="-171450">
              <a:buFont typeface="Wingdings" panose="05000000000000000000" pitchFamily="2" charset="2"/>
              <a:buChar char="q"/>
            </a:pPr>
            <a:r>
              <a:rPr lang="en-US" sz="900" dirty="0"/>
              <a:t>Router(config-if)#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router  rip</a:t>
            </a:r>
          </a:p>
          <a:p>
            <a:pPr marL="171450" indent="-171450">
              <a:buFont typeface="Wingdings" panose="05000000000000000000" pitchFamily="2" charset="2"/>
              <a:buChar char="q"/>
            </a:pPr>
            <a:r>
              <a:rPr lang="en-US" sz="900" dirty="0"/>
              <a:t>Router(config-router)# version  2</a:t>
            </a:r>
          </a:p>
          <a:p>
            <a:pPr marL="171450" indent="-171450">
              <a:buFont typeface="Wingdings" panose="05000000000000000000" pitchFamily="2" charset="2"/>
              <a:buChar char="q"/>
            </a:pPr>
            <a:r>
              <a:rPr lang="en-US" sz="900" dirty="0"/>
              <a:t>Router(config-router)# network  </a:t>
            </a:r>
            <a:r>
              <a:rPr lang="en-PK" sz="900" dirty="0">
                <a:ea typeface="Open Sans" pitchFamily="34" charset="-122"/>
              </a:rPr>
              <a:t>1</a:t>
            </a:r>
            <a:r>
              <a:rPr lang="en-US" sz="900" dirty="0">
                <a:ea typeface="Open Sans" pitchFamily="34" charset="-122"/>
              </a:rPr>
              <a:t>2</a:t>
            </a:r>
            <a:r>
              <a:rPr lang="en-PK" sz="900" dirty="0">
                <a:ea typeface="Open Sans" pitchFamily="34" charset="-122"/>
              </a:rPr>
              <a:t>.0.0.</a:t>
            </a:r>
            <a:r>
              <a:rPr lang="en-US" sz="900" dirty="0">
                <a:ea typeface="Open Sans" pitchFamily="34" charset="-122"/>
              </a:rPr>
              <a:t>0</a:t>
            </a:r>
            <a:endParaRPr lang="en-US" sz="900" dirty="0"/>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900" b="0" i="0" u="none" strike="noStrike" kern="0" cap="none" spc="0" normalizeH="0" baseline="0" noProof="0" dirty="0">
                <a:ln>
                  <a:noFill/>
                </a:ln>
                <a:solidFill>
                  <a:srgbClr val="000000"/>
                </a:solidFill>
                <a:effectLst/>
                <a:uLnTx/>
                <a:uFillTx/>
                <a:latin typeface="Arial"/>
                <a:cs typeface="Arial"/>
                <a:sym typeface="Arial"/>
              </a:rPr>
              <a:t>Router(config-router)# no  auto-summary</a:t>
            </a:r>
            <a:endParaRPr lang="en-US" sz="900" dirty="0"/>
          </a:p>
          <a:p>
            <a:pPr marL="171450" indent="-171450">
              <a:buFont typeface="Wingdings" panose="05000000000000000000" pitchFamily="2" charset="2"/>
              <a:buChar char="q"/>
            </a:pPr>
            <a:r>
              <a:rPr lang="en-US" sz="900" dirty="0"/>
              <a:t>Router(config-router)# exit</a:t>
            </a:r>
          </a:p>
          <a:p>
            <a:pPr marL="171450" indent="-171450">
              <a:buFont typeface="Wingdings" panose="05000000000000000000" pitchFamily="2" charset="2"/>
              <a:buChar char="q"/>
            </a:pPr>
            <a:endParaRPr lang="en-US" sz="900" dirty="0"/>
          </a:p>
          <a:p>
            <a:pPr marL="171450" indent="-171450">
              <a:buFont typeface="Wingdings" panose="05000000000000000000" pitchFamily="2" charset="2"/>
              <a:buChar char="q"/>
            </a:pPr>
            <a:r>
              <a:rPr lang="en-US" sz="900" dirty="0"/>
              <a:t>Router(config)# exit</a:t>
            </a:r>
          </a:p>
          <a:p>
            <a:pPr marL="171450" indent="-171450">
              <a:buFont typeface="Wingdings" panose="05000000000000000000" pitchFamily="2" charset="2"/>
              <a:buChar char="q"/>
            </a:pPr>
            <a:r>
              <a:rPr lang="en-US" sz="900" dirty="0"/>
              <a:t>Router#</a:t>
            </a:r>
          </a:p>
        </p:txBody>
      </p:sp>
      <p:sp>
        <p:nvSpPr>
          <p:cNvPr id="6" name="TextBox 5">
            <a:extLst>
              <a:ext uri="{FF2B5EF4-FFF2-40B4-BE49-F238E27FC236}">
                <a16:creationId xmlns:a16="http://schemas.microsoft.com/office/drawing/2014/main" id="{BFBD93F8-7EF1-5518-6DB5-1220B4BAB95B}"/>
              </a:ext>
            </a:extLst>
          </p:cNvPr>
          <p:cNvSpPr txBox="1"/>
          <p:nvPr/>
        </p:nvSpPr>
        <p:spPr>
          <a:xfrm>
            <a:off x="219074" y="4852425"/>
            <a:ext cx="791739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highlight>
                  <a:srgbClr val="00FFFF"/>
                </a:highlight>
              </a:rPr>
              <a:t>n</a:t>
            </a:r>
            <a:r>
              <a:rPr kumimoji="0" lang="en-US" sz="1200" b="0" i="0" u="none" strike="noStrike" kern="0" cap="none" spc="0" normalizeH="0" baseline="0" noProof="0" dirty="0">
                <a:ln>
                  <a:noFill/>
                </a:ln>
                <a:solidFill>
                  <a:srgbClr val="000000"/>
                </a:solidFill>
                <a:effectLst/>
                <a:highlight>
                  <a:srgbClr val="00FFFF"/>
                </a:highlight>
                <a:uLnTx/>
                <a:uFillTx/>
                <a:latin typeface="Arial"/>
                <a:cs typeface="Arial"/>
                <a:sym typeface="Arial"/>
              </a:rPr>
              <a:t>o auto-summary in RIP is used to stop RIP from shortening routes and instead send the full subnet information</a:t>
            </a:r>
            <a:endParaRPr kumimoji="0" lang="en-PK" sz="1200" b="0" i="0" u="none" strike="noStrike" kern="0" cap="none" spc="0" normalizeH="0" baseline="0" noProof="0" dirty="0">
              <a:ln>
                <a:noFill/>
              </a:ln>
              <a:solidFill>
                <a:srgbClr val="000000"/>
              </a:solidFill>
              <a:effectLst/>
              <a:highlight>
                <a:srgbClr val="00FFFF"/>
              </a:highlight>
              <a:uLnTx/>
              <a:uFillTx/>
              <a:latin typeface="Arial"/>
              <a:cs typeface="Arial"/>
              <a:sym typeface="Arial"/>
            </a:endParaRPr>
          </a:p>
        </p:txBody>
      </p:sp>
    </p:spTree>
    <p:extLst>
      <p:ext uri="{BB962C8B-B14F-4D97-AF65-F5344CB8AC3E}">
        <p14:creationId xmlns:p14="http://schemas.microsoft.com/office/powerpoint/2010/main" val="286776260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E9A7B-EF53-4F01-0591-87DED43D1B1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EF5A6E3-945E-36C3-4587-BC73F02A752A}"/>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4FC0B59F-96C5-ED20-8948-3451A727BD05}"/>
              </a:ext>
            </a:extLst>
          </p:cNvPr>
          <p:cNvSpPr txBox="1"/>
          <p:nvPr/>
        </p:nvSpPr>
        <p:spPr>
          <a:xfrm>
            <a:off x="101600" y="626548"/>
            <a:ext cx="8559800" cy="3139321"/>
          </a:xfrm>
          <a:prstGeom prst="rect">
            <a:avLst/>
          </a:prstGeom>
          <a:noFill/>
        </p:spPr>
        <p:txBody>
          <a:bodyPr wrap="square">
            <a:spAutoFit/>
          </a:bodyPr>
          <a:lstStyle/>
          <a:p>
            <a:pPr algn="just"/>
            <a:r>
              <a:rPr lang="en-US" b="1" dirty="0">
                <a:highlight>
                  <a:srgbClr val="00FFFF"/>
                </a:highlight>
              </a:rPr>
              <a:t>Other Practical:</a:t>
            </a:r>
          </a:p>
          <a:p>
            <a:pPr algn="just"/>
            <a:endParaRPr lang="en-US" b="1" dirty="0">
              <a:highlight>
                <a:srgbClr val="00FFFF"/>
              </a:highlight>
            </a:endParaRPr>
          </a:p>
          <a:p>
            <a:pPr algn="just"/>
            <a:r>
              <a:rPr lang="en-US" dirty="0">
                <a:solidFill>
                  <a:schemeClr val="bg1"/>
                </a:solidFill>
              </a:rPr>
              <a:t>Assignment:</a:t>
            </a:r>
          </a:p>
          <a:p>
            <a:pPr algn="just"/>
            <a:endParaRPr lang="en-US" dirty="0">
              <a:solidFill>
                <a:schemeClr val="bg1"/>
              </a:solidFill>
            </a:endParaRPr>
          </a:p>
          <a:p>
            <a:pPr algn="just"/>
            <a:r>
              <a:rPr lang="en-US" sz="1600" b="1" dirty="0">
                <a:solidFill>
                  <a:schemeClr val="bg1"/>
                </a:solidFill>
              </a:rPr>
              <a:t>Class A : </a:t>
            </a:r>
          </a:p>
          <a:p>
            <a:pPr marL="342900" indent="-342900" algn="just">
              <a:buFont typeface="+mj-lt"/>
              <a:buAutoNum type="arabicPeriod"/>
            </a:pPr>
            <a:r>
              <a:rPr lang="en-US" dirty="0">
                <a:solidFill>
                  <a:schemeClr val="bg1"/>
                </a:solidFill>
              </a:rPr>
              <a:t>10.10.10.100/8,   Connect 3 branches, 45 users each</a:t>
            </a:r>
          </a:p>
          <a:p>
            <a:pPr marL="342900" indent="-342900" algn="just">
              <a:buFont typeface="+mj-lt"/>
              <a:buAutoNum type="arabicPeriod"/>
            </a:pPr>
            <a:endParaRPr lang="en-US" dirty="0">
              <a:solidFill>
                <a:schemeClr val="bg1"/>
              </a:solidFill>
            </a:endParaRPr>
          </a:p>
          <a:p>
            <a:pPr marL="342900" indent="-342900" algn="just">
              <a:buFont typeface="+mj-lt"/>
              <a:buAutoNum type="arabicPeriod"/>
            </a:pPr>
            <a:r>
              <a:rPr lang="en-US" dirty="0">
                <a:solidFill>
                  <a:schemeClr val="bg1"/>
                </a:solidFill>
              </a:rPr>
              <a:t>10.10.10.10/8,     Connect 3 branches, 60 users each</a:t>
            </a:r>
          </a:p>
          <a:p>
            <a:pPr marL="342900" indent="-342900" algn="just">
              <a:buFont typeface="+mj-lt"/>
              <a:buAutoNum type="arabicPeriod"/>
            </a:pPr>
            <a:endParaRPr lang="en-US" dirty="0">
              <a:solidFill>
                <a:schemeClr val="bg1"/>
              </a:solidFill>
            </a:endParaRPr>
          </a:p>
          <a:p>
            <a:pPr marL="342900" indent="-342900" algn="just">
              <a:buFont typeface="+mj-lt"/>
              <a:buAutoNum type="arabicPeriod"/>
            </a:pPr>
            <a:r>
              <a:rPr lang="en-US" dirty="0">
                <a:solidFill>
                  <a:schemeClr val="bg1"/>
                </a:solidFill>
              </a:rPr>
              <a:t>20.10.10.30/8,     Connect 4 branches, 50 users each</a:t>
            </a:r>
          </a:p>
          <a:p>
            <a:pPr marL="342900" indent="-342900" algn="just">
              <a:buFont typeface="+mj-lt"/>
              <a:buAutoNum type="arabicPeriod"/>
            </a:pPr>
            <a:endParaRPr lang="en-US" dirty="0">
              <a:solidFill>
                <a:schemeClr val="bg1"/>
              </a:solidFill>
            </a:endParaRPr>
          </a:p>
          <a:p>
            <a:pPr marL="342900" indent="-342900" algn="just">
              <a:buFont typeface="+mj-lt"/>
              <a:buAutoNum type="arabicPeriod"/>
            </a:pPr>
            <a:r>
              <a:rPr lang="en-US" dirty="0">
                <a:solidFill>
                  <a:schemeClr val="bg1"/>
                </a:solidFill>
              </a:rPr>
              <a:t>30.20.20.20/8,     Connect 7 branches, 20 users each</a:t>
            </a:r>
          </a:p>
          <a:p>
            <a:pPr marL="342900" indent="-342900" algn="just">
              <a:buFont typeface="+mj-lt"/>
              <a:buAutoNum type="arabicPeriod"/>
            </a:pPr>
            <a:endParaRPr lang="en-US" dirty="0">
              <a:solidFill>
                <a:schemeClr val="bg1"/>
              </a:solidFill>
            </a:endParaRPr>
          </a:p>
          <a:p>
            <a:pPr marL="342900" indent="-342900" algn="just">
              <a:buFont typeface="+mj-lt"/>
              <a:buAutoNum type="arabicPeriod"/>
            </a:pPr>
            <a:r>
              <a:rPr lang="en-US" dirty="0">
                <a:solidFill>
                  <a:schemeClr val="bg1"/>
                </a:solidFill>
              </a:rPr>
              <a:t>40.40.40.30/8,     Connect 2 branches, 118 users each</a:t>
            </a:r>
          </a:p>
        </p:txBody>
      </p:sp>
    </p:spTree>
    <p:extLst>
      <p:ext uri="{BB962C8B-B14F-4D97-AF65-F5344CB8AC3E}">
        <p14:creationId xmlns:p14="http://schemas.microsoft.com/office/powerpoint/2010/main" val="98848469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D7A67-A392-0515-A7BD-71E6D7C18C9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C97EBC0-3C11-7F8A-A199-AACD4F4579C1}"/>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6" name="TextBox 5">
            <a:extLst>
              <a:ext uri="{FF2B5EF4-FFF2-40B4-BE49-F238E27FC236}">
                <a16:creationId xmlns:a16="http://schemas.microsoft.com/office/drawing/2014/main" id="{373D2B50-202B-F1FB-B842-861A654DABC0}"/>
              </a:ext>
            </a:extLst>
          </p:cNvPr>
          <p:cNvSpPr txBox="1"/>
          <p:nvPr/>
        </p:nvSpPr>
        <p:spPr>
          <a:xfrm>
            <a:off x="956733" y="1956197"/>
            <a:ext cx="7518399" cy="1231106"/>
          </a:xfrm>
          <a:prstGeom prst="rect">
            <a:avLst/>
          </a:prstGeom>
          <a:noFill/>
        </p:spPr>
        <p:txBody>
          <a:bodyPr wrap="square">
            <a:spAutoFit/>
          </a:bodyPr>
          <a:lstStyle/>
          <a:p>
            <a:r>
              <a:rPr lang="en-US" sz="6000" dirty="0">
                <a:highlight>
                  <a:srgbClr val="00FFFF"/>
                </a:highlight>
                <a:ea typeface="Open Sans" pitchFamily="34" charset="-122"/>
              </a:rPr>
              <a:t>VLSM Using Class C:</a:t>
            </a:r>
          </a:p>
          <a:p>
            <a:endParaRPr lang="en-US" sz="1400" dirty="0">
              <a:ea typeface="Open Sans" pitchFamily="34" charset="-122"/>
            </a:endParaRPr>
          </a:p>
        </p:txBody>
      </p:sp>
    </p:spTree>
    <p:extLst>
      <p:ext uri="{BB962C8B-B14F-4D97-AF65-F5344CB8AC3E}">
        <p14:creationId xmlns:p14="http://schemas.microsoft.com/office/powerpoint/2010/main" val="391590645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ADCBA-A2BE-9EAA-1C7C-E14F4D7B66B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B7BE4DC-5D92-98A3-4A22-D4E8AA391B37}"/>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3F877A9A-8579-27D0-D118-32EE7F7F9AC3}"/>
              </a:ext>
            </a:extLst>
          </p:cNvPr>
          <p:cNvSpPr txBox="1"/>
          <p:nvPr/>
        </p:nvSpPr>
        <p:spPr>
          <a:xfrm>
            <a:off x="101600" y="554575"/>
            <a:ext cx="9042400" cy="307777"/>
          </a:xfrm>
          <a:prstGeom prst="rect">
            <a:avLst/>
          </a:prstGeom>
          <a:noFill/>
        </p:spPr>
        <p:txBody>
          <a:bodyPr wrap="square">
            <a:spAutoFit/>
          </a:bodyPr>
          <a:lstStyle/>
          <a:p>
            <a:pPr algn="just"/>
            <a:r>
              <a:rPr lang="en-US" b="1" dirty="0">
                <a:highlight>
                  <a:srgbClr val="00FFFF"/>
                </a:highlight>
              </a:rPr>
              <a:t>Q1: </a:t>
            </a:r>
            <a:r>
              <a:rPr lang="en-US" dirty="0">
                <a:highlight>
                  <a:srgbClr val="00FFFF"/>
                </a:highlight>
              </a:rPr>
              <a:t>Company bought an IP 197.10.10.0 ; company says connect 4 branches, Each branch users 30,20,10,4.</a:t>
            </a:r>
          </a:p>
        </p:txBody>
      </p:sp>
      <p:pic>
        <p:nvPicPr>
          <p:cNvPr id="6" name="Picture 5">
            <a:extLst>
              <a:ext uri="{FF2B5EF4-FFF2-40B4-BE49-F238E27FC236}">
                <a16:creationId xmlns:a16="http://schemas.microsoft.com/office/drawing/2014/main" id="{96566C20-F359-C00A-F787-A3893F8D64C9}"/>
              </a:ext>
            </a:extLst>
          </p:cNvPr>
          <p:cNvPicPr>
            <a:picLocks noChangeAspect="1"/>
          </p:cNvPicPr>
          <p:nvPr/>
        </p:nvPicPr>
        <p:blipFill>
          <a:blip r:embed="rId2"/>
          <a:stretch>
            <a:fillRect/>
          </a:stretch>
        </p:blipFill>
        <p:spPr>
          <a:xfrm>
            <a:off x="-1" y="1397001"/>
            <a:ext cx="9144001" cy="3746500"/>
          </a:xfrm>
          <a:prstGeom prst="rect">
            <a:avLst/>
          </a:prstGeom>
        </p:spPr>
      </p:pic>
      <p:sp>
        <p:nvSpPr>
          <p:cNvPr id="8" name="TextBox 7">
            <a:extLst>
              <a:ext uri="{FF2B5EF4-FFF2-40B4-BE49-F238E27FC236}">
                <a16:creationId xmlns:a16="http://schemas.microsoft.com/office/drawing/2014/main" id="{662ED132-D202-78CB-6E78-730DAE59156C}"/>
              </a:ext>
            </a:extLst>
          </p:cNvPr>
          <p:cNvSpPr txBox="1"/>
          <p:nvPr/>
        </p:nvSpPr>
        <p:spPr>
          <a:xfrm>
            <a:off x="101600" y="4281148"/>
            <a:ext cx="1210733" cy="307777"/>
          </a:xfrm>
          <a:prstGeom prst="rect">
            <a:avLst/>
          </a:prstGeom>
          <a:noFill/>
        </p:spPr>
        <p:txBody>
          <a:bodyPr wrap="square">
            <a:spAutoFit/>
          </a:bodyPr>
          <a:lstStyle/>
          <a:p>
            <a:r>
              <a:rPr lang="en-US" b="1" dirty="0">
                <a:ea typeface="Open Sans" pitchFamily="34" charset="-122"/>
              </a:rPr>
              <a:t>30 users</a:t>
            </a:r>
            <a:endParaRPr lang="en-PK" b="1" dirty="0">
              <a:ea typeface="Open Sans" pitchFamily="34" charset="-122"/>
            </a:endParaRPr>
          </a:p>
        </p:txBody>
      </p:sp>
      <p:sp>
        <p:nvSpPr>
          <p:cNvPr id="15" name="TextBox 14">
            <a:extLst>
              <a:ext uri="{FF2B5EF4-FFF2-40B4-BE49-F238E27FC236}">
                <a16:creationId xmlns:a16="http://schemas.microsoft.com/office/drawing/2014/main" id="{C6C1AE46-F91F-6A8E-468B-01645BA86877}"/>
              </a:ext>
            </a:extLst>
          </p:cNvPr>
          <p:cNvSpPr txBox="1"/>
          <p:nvPr/>
        </p:nvSpPr>
        <p:spPr>
          <a:xfrm>
            <a:off x="7945967" y="4577417"/>
            <a:ext cx="884766" cy="307777"/>
          </a:xfrm>
          <a:prstGeom prst="rect">
            <a:avLst/>
          </a:prstGeom>
          <a:noFill/>
        </p:spPr>
        <p:txBody>
          <a:bodyPr wrap="square">
            <a:spAutoFit/>
          </a:bodyPr>
          <a:lstStyle/>
          <a:p>
            <a:r>
              <a:rPr lang="en-US" b="1" dirty="0">
                <a:ea typeface="Open Sans" pitchFamily="34" charset="-122"/>
              </a:rPr>
              <a:t>4 users</a:t>
            </a:r>
            <a:endParaRPr lang="en-PK" b="1" dirty="0">
              <a:ea typeface="Open Sans" pitchFamily="34" charset="-122"/>
            </a:endParaRPr>
          </a:p>
        </p:txBody>
      </p:sp>
      <p:sp>
        <p:nvSpPr>
          <p:cNvPr id="18" name="TextBox 17">
            <a:extLst>
              <a:ext uri="{FF2B5EF4-FFF2-40B4-BE49-F238E27FC236}">
                <a16:creationId xmlns:a16="http://schemas.microsoft.com/office/drawing/2014/main" id="{2602B744-EEC7-7E97-FC5E-0808650B5B3F}"/>
              </a:ext>
            </a:extLst>
          </p:cNvPr>
          <p:cNvSpPr txBox="1"/>
          <p:nvPr/>
        </p:nvSpPr>
        <p:spPr>
          <a:xfrm>
            <a:off x="5545666" y="4731306"/>
            <a:ext cx="1097492" cy="307777"/>
          </a:xfrm>
          <a:prstGeom prst="rect">
            <a:avLst/>
          </a:prstGeom>
          <a:noFill/>
        </p:spPr>
        <p:txBody>
          <a:bodyPr wrap="square">
            <a:spAutoFit/>
          </a:bodyPr>
          <a:lstStyle/>
          <a:p>
            <a:r>
              <a:rPr lang="en-US" b="1" dirty="0">
                <a:ea typeface="Open Sans" pitchFamily="34" charset="-122"/>
              </a:rPr>
              <a:t>10 Users </a:t>
            </a:r>
            <a:endParaRPr lang="en-PK" b="1" dirty="0">
              <a:ea typeface="Open Sans" pitchFamily="34" charset="-122"/>
            </a:endParaRPr>
          </a:p>
        </p:txBody>
      </p:sp>
      <p:sp>
        <p:nvSpPr>
          <p:cNvPr id="22" name="TextBox 21">
            <a:extLst>
              <a:ext uri="{FF2B5EF4-FFF2-40B4-BE49-F238E27FC236}">
                <a16:creationId xmlns:a16="http://schemas.microsoft.com/office/drawing/2014/main" id="{9ED91BC5-07D7-C32B-FFC6-AACB33844702}"/>
              </a:ext>
            </a:extLst>
          </p:cNvPr>
          <p:cNvSpPr txBox="1"/>
          <p:nvPr/>
        </p:nvSpPr>
        <p:spPr>
          <a:xfrm>
            <a:off x="2434167" y="4731306"/>
            <a:ext cx="1060197" cy="307777"/>
          </a:xfrm>
          <a:prstGeom prst="rect">
            <a:avLst/>
          </a:prstGeom>
          <a:noFill/>
        </p:spPr>
        <p:txBody>
          <a:bodyPr wrap="square">
            <a:spAutoFit/>
          </a:bodyPr>
          <a:lstStyle/>
          <a:p>
            <a:r>
              <a:rPr lang="en-US" b="1" dirty="0">
                <a:ea typeface="Open Sans" pitchFamily="34" charset="-122"/>
              </a:rPr>
              <a:t>20 users</a:t>
            </a:r>
            <a:endParaRPr lang="en-PK" b="1" dirty="0">
              <a:ea typeface="Open Sans" pitchFamily="34" charset="-122"/>
            </a:endParaRPr>
          </a:p>
        </p:txBody>
      </p:sp>
      <mc:AlternateContent xmlns:mc="http://schemas.openxmlformats.org/markup-compatibility/2006">
        <mc:Choice xmlns:p14="http://schemas.microsoft.com/office/powerpoint/2010/main" Requires="p14">
          <p:contentPart p14:bwMode="auto" r:id="rId3">
            <p14:nvContentPartPr>
              <p14:cNvPr id="24" name="Ink 23">
                <a:extLst>
                  <a:ext uri="{FF2B5EF4-FFF2-40B4-BE49-F238E27FC236}">
                    <a16:creationId xmlns:a16="http://schemas.microsoft.com/office/drawing/2014/main" id="{B4B756E6-5891-C7A3-4962-A3997242F35C}"/>
                  </a:ext>
                </a:extLst>
              </p14:cNvPr>
              <p14:cNvContentPartPr/>
              <p14:nvPr/>
            </p14:nvContentPartPr>
            <p14:xfrm>
              <a:off x="58213" y="1926613"/>
              <a:ext cx="2677680" cy="3055680"/>
            </p14:xfrm>
          </p:contentPart>
        </mc:Choice>
        <mc:Fallback>
          <p:pic>
            <p:nvPicPr>
              <p:cNvPr id="24" name="Ink 23">
                <a:extLst>
                  <a:ext uri="{FF2B5EF4-FFF2-40B4-BE49-F238E27FC236}">
                    <a16:creationId xmlns:a16="http://schemas.microsoft.com/office/drawing/2014/main" id="{B4B756E6-5891-C7A3-4962-A3997242F35C}"/>
                  </a:ext>
                </a:extLst>
              </p:cNvPr>
              <p:cNvPicPr/>
              <p:nvPr/>
            </p:nvPicPr>
            <p:blipFill>
              <a:blip r:embed="rId4"/>
              <a:stretch>
                <a:fillRect/>
              </a:stretch>
            </p:blipFill>
            <p:spPr>
              <a:xfrm>
                <a:off x="49573" y="1917613"/>
                <a:ext cx="2695320" cy="30733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26" name="Ink 25">
                <a:extLst>
                  <a:ext uri="{FF2B5EF4-FFF2-40B4-BE49-F238E27FC236}">
                    <a16:creationId xmlns:a16="http://schemas.microsoft.com/office/drawing/2014/main" id="{00B66CBF-E70B-64A2-B100-7937AEE4EC4D}"/>
                  </a:ext>
                </a:extLst>
              </p14:cNvPr>
              <p14:cNvContentPartPr/>
              <p14:nvPr/>
            </p14:nvContentPartPr>
            <p14:xfrm>
              <a:off x="2233586" y="2109385"/>
              <a:ext cx="1204560" cy="2983320"/>
            </p14:xfrm>
          </p:contentPart>
        </mc:Choice>
        <mc:Fallback>
          <p:pic>
            <p:nvPicPr>
              <p:cNvPr id="26" name="Ink 25">
                <a:extLst>
                  <a:ext uri="{FF2B5EF4-FFF2-40B4-BE49-F238E27FC236}">
                    <a16:creationId xmlns:a16="http://schemas.microsoft.com/office/drawing/2014/main" id="{00B66CBF-E70B-64A2-B100-7937AEE4EC4D}"/>
                  </a:ext>
                </a:extLst>
              </p:cNvPr>
              <p:cNvPicPr/>
              <p:nvPr/>
            </p:nvPicPr>
            <p:blipFill>
              <a:blip r:embed="rId6"/>
              <a:stretch>
                <a:fillRect/>
              </a:stretch>
            </p:blipFill>
            <p:spPr>
              <a:xfrm>
                <a:off x="2224586" y="2100745"/>
                <a:ext cx="1222200" cy="30009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27" name="Ink 26">
                <a:extLst>
                  <a:ext uri="{FF2B5EF4-FFF2-40B4-BE49-F238E27FC236}">
                    <a16:creationId xmlns:a16="http://schemas.microsoft.com/office/drawing/2014/main" id="{440268DA-53C4-F49A-B839-90D3B54E2E9D}"/>
                  </a:ext>
                </a:extLst>
              </p14:cNvPr>
              <p14:cNvContentPartPr/>
              <p14:nvPr/>
            </p14:nvContentPartPr>
            <p14:xfrm>
              <a:off x="5087053" y="2081053"/>
              <a:ext cx="1762560" cy="2968920"/>
            </p14:xfrm>
          </p:contentPart>
        </mc:Choice>
        <mc:Fallback>
          <p:pic>
            <p:nvPicPr>
              <p:cNvPr id="27" name="Ink 26">
                <a:extLst>
                  <a:ext uri="{FF2B5EF4-FFF2-40B4-BE49-F238E27FC236}">
                    <a16:creationId xmlns:a16="http://schemas.microsoft.com/office/drawing/2014/main" id="{440268DA-53C4-F49A-B839-90D3B54E2E9D}"/>
                  </a:ext>
                </a:extLst>
              </p:cNvPr>
              <p:cNvPicPr/>
              <p:nvPr/>
            </p:nvPicPr>
            <p:blipFill>
              <a:blip r:embed="rId8"/>
              <a:stretch>
                <a:fillRect/>
              </a:stretch>
            </p:blipFill>
            <p:spPr>
              <a:xfrm>
                <a:off x="5078413" y="2072413"/>
                <a:ext cx="1780200" cy="29865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8" name="Ink 27">
                <a:extLst>
                  <a:ext uri="{FF2B5EF4-FFF2-40B4-BE49-F238E27FC236}">
                    <a16:creationId xmlns:a16="http://schemas.microsoft.com/office/drawing/2014/main" id="{4502C436-5B0B-CA7F-E84F-86F5947F0E9C}"/>
                  </a:ext>
                </a:extLst>
              </p14:cNvPr>
              <p14:cNvContentPartPr/>
              <p14:nvPr/>
            </p14:nvContentPartPr>
            <p14:xfrm>
              <a:off x="6263173" y="1782973"/>
              <a:ext cx="2797560" cy="3222360"/>
            </p14:xfrm>
          </p:contentPart>
        </mc:Choice>
        <mc:Fallback>
          <p:pic>
            <p:nvPicPr>
              <p:cNvPr id="28" name="Ink 27">
                <a:extLst>
                  <a:ext uri="{FF2B5EF4-FFF2-40B4-BE49-F238E27FC236}">
                    <a16:creationId xmlns:a16="http://schemas.microsoft.com/office/drawing/2014/main" id="{4502C436-5B0B-CA7F-E84F-86F5947F0E9C}"/>
                  </a:ext>
                </a:extLst>
              </p:cNvPr>
              <p:cNvPicPr/>
              <p:nvPr/>
            </p:nvPicPr>
            <p:blipFill>
              <a:blip r:embed="rId10"/>
              <a:stretch>
                <a:fillRect/>
              </a:stretch>
            </p:blipFill>
            <p:spPr>
              <a:xfrm>
                <a:off x="6254173" y="1773973"/>
                <a:ext cx="2815200" cy="3240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9" name="Ink 28">
                <a:extLst>
                  <a:ext uri="{FF2B5EF4-FFF2-40B4-BE49-F238E27FC236}">
                    <a16:creationId xmlns:a16="http://schemas.microsoft.com/office/drawing/2014/main" id="{805AC825-9D76-2453-7065-CF6291DDBA67}"/>
                  </a:ext>
                </a:extLst>
              </p14:cNvPr>
              <p14:cNvContentPartPr/>
              <p14:nvPr/>
            </p14:nvContentPartPr>
            <p14:xfrm>
              <a:off x="2919133" y="1615933"/>
              <a:ext cx="2985480" cy="645840"/>
            </p14:xfrm>
          </p:contentPart>
        </mc:Choice>
        <mc:Fallback>
          <p:pic>
            <p:nvPicPr>
              <p:cNvPr id="29" name="Ink 28">
                <a:extLst>
                  <a:ext uri="{FF2B5EF4-FFF2-40B4-BE49-F238E27FC236}">
                    <a16:creationId xmlns:a16="http://schemas.microsoft.com/office/drawing/2014/main" id="{805AC825-9D76-2453-7065-CF6291DDBA67}"/>
                  </a:ext>
                </a:extLst>
              </p:cNvPr>
              <p:cNvPicPr/>
              <p:nvPr/>
            </p:nvPicPr>
            <p:blipFill>
              <a:blip r:embed="rId12"/>
              <a:stretch>
                <a:fillRect/>
              </a:stretch>
            </p:blipFill>
            <p:spPr>
              <a:xfrm>
                <a:off x="2910493" y="1606933"/>
                <a:ext cx="3003120" cy="663480"/>
              </a:xfrm>
              <a:prstGeom prst="rect">
                <a:avLst/>
              </a:prstGeom>
            </p:spPr>
          </p:pic>
        </mc:Fallback>
      </mc:AlternateContent>
      <p:sp>
        <p:nvSpPr>
          <p:cNvPr id="31" name="TextBox 30">
            <a:extLst>
              <a:ext uri="{FF2B5EF4-FFF2-40B4-BE49-F238E27FC236}">
                <a16:creationId xmlns:a16="http://schemas.microsoft.com/office/drawing/2014/main" id="{3E90E2D8-2A19-05A0-20B6-388DFD009655}"/>
              </a:ext>
            </a:extLst>
          </p:cNvPr>
          <p:cNvSpPr txBox="1"/>
          <p:nvPr/>
        </p:nvSpPr>
        <p:spPr>
          <a:xfrm>
            <a:off x="3854985" y="1608399"/>
            <a:ext cx="1366290" cy="307777"/>
          </a:xfrm>
          <a:prstGeom prst="rect">
            <a:avLst/>
          </a:prstGeom>
          <a:noFill/>
        </p:spPr>
        <p:txBody>
          <a:bodyPr wrap="square">
            <a:spAutoFit/>
          </a:bodyPr>
          <a:lstStyle/>
          <a:p>
            <a:r>
              <a:rPr lang="en-US" sz="1400" dirty="0">
                <a:highlight>
                  <a:srgbClr val="00FF00"/>
                </a:highlight>
                <a:ea typeface="Open Sans" pitchFamily="34" charset="-122"/>
              </a:rPr>
              <a:t>Network 5</a:t>
            </a:r>
            <a:endParaRPr lang="en-PK" dirty="0"/>
          </a:p>
        </p:txBody>
      </p:sp>
      <p:sp>
        <p:nvSpPr>
          <p:cNvPr id="33" name="TextBox 32">
            <a:extLst>
              <a:ext uri="{FF2B5EF4-FFF2-40B4-BE49-F238E27FC236}">
                <a16:creationId xmlns:a16="http://schemas.microsoft.com/office/drawing/2014/main" id="{C768F87E-C266-0450-37F8-5FA6A29FEFAB}"/>
              </a:ext>
            </a:extLst>
          </p:cNvPr>
          <p:cNvSpPr txBox="1"/>
          <p:nvPr/>
        </p:nvSpPr>
        <p:spPr>
          <a:xfrm>
            <a:off x="7851412" y="3330917"/>
            <a:ext cx="1181779" cy="307777"/>
          </a:xfrm>
          <a:prstGeom prst="rect">
            <a:avLst/>
          </a:prstGeom>
          <a:noFill/>
        </p:spPr>
        <p:txBody>
          <a:bodyPr wrap="square">
            <a:spAutoFit/>
          </a:bodyPr>
          <a:lstStyle/>
          <a:p>
            <a:r>
              <a:rPr lang="en-US" sz="1400" dirty="0">
                <a:highlight>
                  <a:srgbClr val="00FF00"/>
                </a:highlight>
                <a:ea typeface="Open Sans" pitchFamily="34" charset="-122"/>
              </a:rPr>
              <a:t>Network 4</a:t>
            </a:r>
            <a:endParaRPr lang="en-PK" dirty="0"/>
          </a:p>
        </p:txBody>
      </p:sp>
      <p:sp>
        <p:nvSpPr>
          <p:cNvPr id="35" name="TextBox 34">
            <a:extLst>
              <a:ext uri="{FF2B5EF4-FFF2-40B4-BE49-F238E27FC236}">
                <a16:creationId xmlns:a16="http://schemas.microsoft.com/office/drawing/2014/main" id="{60CE6DA7-6A31-8AF8-3BD9-2F405C129AAA}"/>
              </a:ext>
            </a:extLst>
          </p:cNvPr>
          <p:cNvSpPr txBox="1"/>
          <p:nvPr/>
        </p:nvSpPr>
        <p:spPr>
          <a:xfrm>
            <a:off x="5100588" y="3642667"/>
            <a:ext cx="1027690" cy="307777"/>
          </a:xfrm>
          <a:prstGeom prst="rect">
            <a:avLst/>
          </a:prstGeom>
          <a:noFill/>
        </p:spPr>
        <p:txBody>
          <a:bodyPr wrap="square">
            <a:spAutoFit/>
          </a:bodyPr>
          <a:lstStyle/>
          <a:p>
            <a:r>
              <a:rPr lang="en-US" sz="1400" dirty="0">
                <a:highlight>
                  <a:srgbClr val="00FF00"/>
                </a:highlight>
                <a:ea typeface="Open Sans" pitchFamily="34" charset="-122"/>
              </a:rPr>
              <a:t>Network 3</a:t>
            </a:r>
            <a:endParaRPr lang="en-PK" dirty="0"/>
          </a:p>
        </p:txBody>
      </p:sp>
      <p:sp>
        <p:nvSpPr>
          <p:cNvPr id="37" name="TextBox 36">
            <a:extLst>
              <a:ext uri="{FF2B5EF4-FFF2-40B4-BE49-F238E27FC236}">
                <a16:creationId xmlns:a16="http://schemas.microsoft.com/office/drawing/2014/main" id="{E19DF3D4-5FE6-165E-C7A9-AE5CE58A618E}"/>
              </a:ext>
            </a:extLst>
          </p:cNvPr>
          <p:cNvSpPr txBox="1"/>
          <p:nvPr/>
        </p:nvSpPr>
        <p:spPr>
          <a:xfrm>
            <a:off x="2746368" y="3601045"/>
            <a:ext cx="1060197" cy="307777"/>
          </a:xfrm>
          <a:prstGeom prst="rect">
            <a:avLst/>
          </a:prstGeom>
          <a:noFill/>
        </p:spPr>
        <p:txBody>
          <a:bodyPr wrap="square">
            <a:spAutoFit/>
          </a:bodyPr>
          <a:lstStyle/>
          <a:p>
            <a:r>
              <a:rPr lang="en-US" sz="1400" dirty="0">
                <a:highlight>
                  <a:srgbClr val="00FF00"/>
                </a:highlight>
                <a:ea typeface="Open Sans" pitchFamily="34" charset="-122"/>
              </a:rPr>
              <a:t>Network 2</a:t>
            </a:r>
            <a:endParaRPr lang="en-PK" dirty="0"/>
          </a:p>
        </p:txBody>
      </p:sp>
      <p:sp>
        <p:nvSpPr>
          <p:cNvPr id="39" name="TextBox 38">
            <a:extLst>
              <a:ext uri="{FF2B5EF4-FFF2-40B4-BE49-F238E27FC236}">
                <a16:creationId xmlns:a16="http://schemas.microsoft.com/office/drawing/2014/main" id="{CCF56009-BEEE-E0A7-03DB-A7D602968BBB}"/>
              </a:ext>
            </a:extLst>
          </p:cNvPr>
          <p:cNvSpPr txBox="1"/>
          <p:nvPr/>
        </p:nvSpPr>
        <p:spPr>
          <a:xfrm>
            <a:off x="831849" y="3620724"/>
            <a:ext cx="1140883" cy="307777"/>
          </a:xfrm>
          <a:prstGeom prst="rect">
            <a:avLst/>
          </a:prstGeom>
          <a:noFill/>
        </p:spPr>
        <p:txBody>
          <a:bodyPr wrap="square">
            <a:spAutoFit/>
          </a:bodyPr>
          <a:lstStyle/>
          <a:p>
            <a:r>
              <a:rPr lang="en-US" sz="1400" dirty="0">
                <a:highlight>
                  <a:srgbClr val="00FF00"/>
                </a:highlight>
                <a:ea typeface="Open Sans" pitchFamily="34" charset="-122"/>
              </a:rPr>
              <a:t>Network 1</a:t>
            </a:r>
            <a:endParaRPr lang="en-PK" dirty="0"/>
          </a:p>
        </p:txBody>
      </p:sp>
    </p:spTree>
    <p:extLst>
      <p:ext uri="{BB962C8B-B14F-4D97-AF65-F5344CB8AC3E}">
        <p14:creationId xmlns:p14="http://schemas.microsoft.com/office/powerpoint/2010/main" val="242954251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346C2-995C-04BD-61C4-0847A44B0D1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9475D79-6418-7E03-B744-5E3183CDCF8E}"/>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7BB6F594-66FF-CB55-36DE-C16DA5C841DA}"/>
              </a:ext>
            </a:extLst>
          </p:cNvPr>
          <p:cNvSpPr txBox="1"/>
          <p:nvPr/>
        </p:nvSpPr>
        <p:spPr>
          <a:xfrm>
            <a:off x="101599" y="626548"/>
            <a:ext cx="7636933" cy="307777"/>
          </a:xfrm>
          <a:prstGeom prst="rect">
            <a:avLst/>
          </a:prstGeom>
          <a:noFill/>
        </p:spPr>
        <p:txBody>
          <a:bodyPr wrap="square">
            <a:spAutoFit/>
          </a:bodyPr>
          <a:lstStyle/>
          <a:p>
            <a:pPr algn="just"/>
            <a:r>
              <a:rPr lang="en-US" b="1" dirty="0">
                <a:highlight>
                  <a:srgbClr val="00FFFF"/>
                </a:highlight>
              </a:rPr>
              <a:t>Here we have 5 Network, so let's begin , First start from the maximum users and go on </a:t>
            </a:r>
          </a:p>
        </p:txBody>
      </p:sp>
      <p:sp>
        <p:nvSpPr>
          <p:cNvPr id="3" name="TextBox 2">
            <a:extLst>
              <a:ext uri="{FF2B5EF4-FFF2-40B4-BE49-F238E27FC236}">
                <a16:creationId xmlns:a16="http://schemas.microsoft.com/office/drawing/2014/main" id="{BCD053BD-BC3A-EF01-2C2E-EAE38B459B66}"/>
              </a:ext>
            </a:extLst>
          </p:cNvPr>
          <p:cNvSpPr txBox="1"/>
          <p:nvPr/>
        </p:nvSpPr>
        <p:spPr>
          <a:xfrm>
            <a:off x="254120" y="934325"/>
            <a:ext cx="3090333" cy="417037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First Subnetwork:</a:t>
            </a:r>
            <a:endParaRPr lang="en-US" sz="1000" dirty="0">
              <a:ea typeface="Open Sans" pitchFamily="34" charset="-122"/>
            </a:endParaRPr>
          </a:p>
          <a:p>
            <a:r>
              <a:rPr lang="en-US" sz="1000" dirty="0">
                <a:ea typeface="Open Sans" pitchFamily="34" charset="-122"/>
              </a:rPr>
              <a:t>197.10.10.00000000</a:t>
            </a:r>
          </a:p>
          <a:p>
            <a:endParaRPr lang="en-US" sz="1000" dirty="0">
              <a:ea typeface="Open Sans" pitchFamily="34" charset="-122"/>
            </a:endParaRPr>
          </a:p>
          <a:p>
            <a:r>
              <a:rPr lang="en-US" sz="1000" dirty="0">
                <a:ea typeface="Open Sans" pitchFamily="34" charset="-122"/>
              </a:rPr>
              <a:t>2^5 − 2 = &gt;30</a:t>
            </a:r>
          </a:p>
          <a:p>
            <a:r>
              <a:rPr lang="en-US" sz="1000" dirty="0">
                <a:ea typeface="Open Sans" pitchFamily="34" charset="-122"/>
              </a:rPr>
              <a:t>32 -2=&gt;30</a:t>
            </a:r>
          </a:p>
          <a:p>
            <a:r>
              <a:rPr lang="en-US" sz="1000" dirty="0">
                <a:ea typeface="Open Sans" pitchFamily="34" charset="-122"/>
              </a:rPr>
              <a:t>30=&gt;30  (Satisfied)</a:t>
            </a:r>
          </a:p>
          <a:p>
            <a:r>
              <a:rPr lang="en-US" sz="1000" dirty="0">
                <a:highlight>
                  <a:srgbClr val="00FF00"/>
                </a:highlight>
                <a:ea typeface="Open Sans" pitchFamily="34" charset="-122"/>
              </a:rPr>
              <a:t>n = 5 host bits required.</a:t>
            </a:r>
          </a:p>
          <a:p>
            <a:endParaRPr lang="en-US" sz="1000" dirty="0">
              <a:highlight>
                <a:srgbClr val="00FF00"/>
              </a:highlight>
              <a:ea typeface="Open Sans" pitchFamily="34" charset="-122"/>
            </a:endParaRPr>
          </a:p>
          <a:p>
            <a:r>
              <a:rPr lang="en-US" sz="1000" dirty="0">
                <a:ea typeface="Open Sans" pitchFamily="34" charset="-122"/>
              </a:rPr>
              <a:t>Step 3: 197.10.10.00000000 </a:t>
            </a:r>
          </a:p>
          <a:p>
            <a:endParaRPr lang="en-US" sz="1000" dirty="0">
              <a:ea typeface="Open Sans" pitchFamily="34" charset="-122"/>
            </a:endParaRPr>
          </a:p>
          <a:p>
            <a:r>
              <a:rPr lang="en-US" sz="1000" dirty="0">
                <a:ea typeface="Open Sans" pitchFamily="34" charset="-122"/>
              </a:rPr>
              <a:t>n=5 so , From right to left in first octet, count 5 zeros , And make remaining zeros 1</a:t>
            </a:r>
          </a:p>
          <a:p>
            <a:endParaRPr lang="en-US" sz="1000" dirty="0">
              <a:ea typeface="Open Sans" pitchFamily="34" charset="-122"/>
            </a:endParaRPr>
          </a:p>
          <a:p>
            <a:r>
              <a:rPr lang="en-US" sz="1000" dirty="0">
                <a:ea typeface="Open Sans" pitchFamily="34" charset="-122"/>
              </a:rPr>
              <a:t>197.10.10.11100000</a:t>
            </a:r>
          </a:p>
          <a:p>
            <a:r>
              <a:rPr lang="en-US" sz="1000" dirty="0">
                <a:ea typeface="Open Sans" pitchFamily="34" charset="-122"/>
              </a:rPr>
              <a:t>197.10.10.224</a:t>
            </a:r>
          </a:p>
          <a:p>
            <a:endParaRPr lang="en-US" sz="1000" dirty="0">
              <a:ea typeface="Open Sans" pitchFamily="34" charset="-122"/>
            </a:endParaRPr>
          </a:p>
          <a:p>
            <a:r>
              <a:rPr lang="en-US" sz="1000" dirty="0">
                <a:highlight>
                  <a:srgbClr val="00FF00"/>
                </a:highlight>
                <a:ea typeface="Open Sans" pitchFamily="34" charset="-122"/>
              </a:rPr>
              <a:t>Subnet mask = 255.255.255.224</a:t>
            </a:r>
          </a:p>
          <a:p>
            <a:endParaRPr lang="en-US" sz="1000" dirty="0">
              <a:highlight>
                <a:srgbClr val="00FF00"/>
              </a:highlight>
              <a:ea typeface="Open Sans" pitchFamily="34" charset="-122"/>
            </a:endParaRPr>
          </a:p>
          <a:p>
            <a:r>
              <a:rPr lang="en-US" sz="1000" dirty="0">
                <a:highlight>
                  <a:srgbClr val="00FF00"/>
                </a:highlight>
                <a:ea typeface="Open Sans" pitchFamily="34" charset="-122"/>
              </a:rPr>
              <a:t>IPs</a:t>
            </a:r>
          </a:p>
          <a:p>
            <a:pPr marL="171450" indent="-171450">
              <a:buFont typeface="Wingdings" panose="05000000000000000000" pitchFamily="2" charset="2"/>
              <a:buChar char="ü"/>
            </a:pPr>
            <a:r>
              <a:rPr lang="en-US" sz="1000" dirty="0">
                <a:ea typeface="Open Sans" pitchFamily="34" charset="-122"/>
              </a:rPr>
              <a:t>Network ID: 197.10.10.0/27</a:t>
            </a:r>
          </a:p>
          <a:p>
            <a:pPr marL="171450" indent="-171450">
              <a:buFont typeface="Wingdings" panose="05000000000000000000" pitchFamily="2" charset="2"/>
              <a:buChar char="ü"/>
            </a:pPr>
            <a:r>
              <a:rPr lang="en-US" sz="1000" dirty="0">
                <a:ea typeface="Open Sans" pitchFamily="34" charset="-122"/>
              </a:rPr>
              <a:t>Mask: 255.255.255.224</a:t>
            </a:r>
          </a:p>
          <a:p>
            <a:pPr marL="171450" indent="-171450">
              <a:buFont typeface="Wingdings" panose="05000000000000000000" pitchFamily="2" charset="2"/>
              <a:buChar char="ü"/>
            </a:pPr>
            <a:r>
              <a:rPr lang="en-US" sz="1000" dirty="0">
                <a:ea typeface="Open Sans" pitchFamily="34" charset="-122"/>
              </a:rPr>
              <a:t>Broadcast: 197.10.10.31/27</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Usable hosts: 197.10.10.1 → 197.10.10.30</a:t>
            </a:r>
            <a:endParaRPr lang="en-US" sz="1000" dirty="0">
              <a:ea typeface="Open Sans" pitchFamily="34" charset="-122"/>
            </a:endParaRPr>
          </a:p>
          <a:p>
            <a:pPr marL="171450" indent="-171450">
              <a:buFont typeface="Wingdings" panose="05000000000000000000" pitchFamily="2" charset="2"/>
              <a:buChar char="ü"/>
            </a:pPr>
            <a:endParaRPr lang="en-US" sz="1000" dirty="0">
              <a:ea typeface="Open Sans" pitchFamily="34" charset="-122"/>
            </a:endParaRPr>
          </a:p>
          <a:p>
            <a:r>
              <a:rPr lang="en-US" sz="1100" b="1" dirty="0">
                <a:ea typeface="Open Sans" pitchFamily="34" charset="-122"/>
              </a:rPr>
              <a:t>Next network will start from 197.10.10.32</a:t>
            </a:r>
            <a:endParaRPr lang="en-US" sz="1000" b="1" dirty="0">
              <a:ea typeface="Open Sans" pitchFamily="34" charset="-122"/>
            </a:endParaRPr>
          </a:p>
        </p:txBody>
      </p:sp>
      <p:sp>
        <p:nvSpPr>
          <p:cNvPr id="6" name="Arrow: Down 5">
            <a:extLst>
              <a:ext uri="{FF2B5EF4-FFF2-40B4-BE49-F238E27FC236}">
                <a16:creationId xmlns:a16="http://schemas.microsoft.com/office/drawing/2014/main" id="{A2383B53-ED1D-F549-2332-2B5543FB6BCE}"/>
              </a:ext>
            </a:extLst>
          </p:cNvPr>
          <p:cNvSpPr/>
          <p:nvPr/>
        </p:nvSpPr>
        <p:spPr>
          <a:xfrm rot="5400000">
            <a:off x="1706622" y="2284414"/>
            <a:ext cx="58087" cy="33866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9" name="TextBox 8">
            <a:extLst>
              <a:ext uri="{FF2B5EF4-FFF2-40B4-BE49-F238E27FC236}">
                <a16:creationId xmlns:a16="http://schemas.microsoft.com/office/drawing/2014/main" id="{0EBE1516-A915-E606-5DB8-8ED8956888F1}"/>
              </a:ext>
            </a:extLst>
          </p:cNvPr>
          <p:cNvSpPr txBox="1"/>
          <p:nvPr/>
        </p:nvSpPr>
        <p:spPr>
          <a:xfrm>
            <a:off x="3920065" y="885773"/>
            <a:ext cx="2865485" cy="432426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2nd Subnetwork: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197.10.10.00000000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2^n  -2 =&gt;20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2^5  -2 =&gt; 20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32-2 =&gt; 20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30 =&gt;20   ,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 = 5 host bits required.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197.10.10.00000000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n=5 so , From right to left in first octet, count 5 zeros , And make remaining zeros 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000" dirty="0">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197.10.10.11100000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ea typeface="Open Sans" pitchFamily="34" charset="-122"/>
              </a:rPr>
              <a:t>197.10.10.224</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000" dirty="0">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highlight>
                  <a:srgbClr val="00FF00"/>
                </a:highlight>
                <a:ea typeface="Open Sans" pitchFamily="34" charset="-122"/>
              </a:rPr>
              <a:t>Subnet mask = 255.255.255.224</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000" dirty="0">
              <a:highlight>
                <a:srgbClr val="00FF00"/>
              </a:highlight>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highlight>
                  <a:srgbClr val="00FF00"/>
                </a:highlight>
                <a:ea typeface="Open Sans" pitchFamily="34" charset="-122"/>
              </a:rPr>
              <a:t>IPs</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lang="en-US" sz="1000" dirty="0">
                <a:ea typeface="Open Sans" pitchFamily="34" charset="-122"/>
              </a:rPr>
              <a:t>Network ID : 197.10.10.32/27</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lang="en-US" sz="1000" dirty="0">
                <a:ea typeface="Open Sans" pitchFamily="34" charset="-122"/>
              </a:rPr>
              <a:t>Mask: 255.255.255.224</a:t>
            </a:r>
          </a:p>
          <a:p>
            <a:pPr marL="171450" indent="-171450">
              <a:buFont typeface="Wingdings" panose="05000000000000000000" pitchFamily="2" charset="2"/>
              <a:buChar char="ü"/>
              <a:defRPr/>
            </a:pPr>
            <a:r>
              <a:rPr lang="en-US" sz="1000" dirty="0">
                <a:ea typeface="Open Sans" pitchFamily="34" charset="-122"/>
              </a:rPr>
              <a:t>Broadcast : 197.10.10.63/27</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lang="en-US" sz="1000" dirty="0">
                <a:ea typeface="Open Sans" pitchFamily="34" charset="-122"/>
              </a:rPr>
              <a:t>Usable IPs : 197.10.10.33 to 197.10.10.62</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000" dirty="0">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1" dirty="0">
                <a:ea typeface="Open Sans" pitchFamily="34" charset="-122"/>
              </a:rPr>
              <a:t>Next network will start from 197.10.10.64</a:t>
            </a:r>
          </a:p>
        </p:txBody>
      </p:sp>
      <p:sp>
        <p:nvSpPr>
          <p:cNvPr id="10" name="Arrow: Down 9">
            <a:extLst>
              <a:ext uri="{FF2B5EF4-FFF2-40B4-BE49-F238E27FC236}">
                <a16:creationId xmlns:a16="http://schemas.microsoft.com/office/drawing/2014/main" id="{B77F69EC-528A-57CB-EB88-6A05F42E93CF}"/>
              </a:ext>
            </a:extLst>
          </p:cNvPr>
          <p:cNvSpPr/>
          <p:nvPr/>
        </p:nvSpPr>
        <p:spPr>
          <a:xfrm rot="5400000">
            <a:off x="4937096" y="2354762"/>
            <a:ext cx="88960" cy="34501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extLst>
      <p:ext uri="{BB962C8B-B14F-4D97-AF65-F5344CB8AC3E}">
        <p14:creationId xmlns:p14="http://schemas.microsoft.com/office/powerpoint/2010/main" val="3826693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0E976-16E0-2837-F62E-430F57BCA06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CE2B67A-6E82-10BA-30B2-FA61E91E88F7}"/>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17D16617-4C9F-DF91-378E-585A79E855F5}"/>
              </a:ext>
            </a:extLst>
          </p:cNvPr>
          <p:cNvSpPr txBox="1"/>
          <p:nvPr/>
        </p:nvSpPr>
        <p:spPr>
          <a:xfrm>
            <a:off x="101599" y="626548"/>
            <a:ext cx="7636933" cy="307777"/>
          </a:xfrm>
          <a:prstGeom prst="rect">
            <a:avLst/>
          </a:prstGeom>
          <a:noFill/>
        </p:spPr>
        <p:txBody>
          <a:bodyPr wrap="square">
            <a:spAutoFit/>
          </a:bodyPr>
          <a:lstStyle/>
          <a:p>
            <a:pPr algn="just"/>
            <a:r>
              <a:rPr lang="en-US" b="1" dirty="0">
                <a:highlight>
                  <a:srgbClr val="00FFFF"/>
                </a:highlight>
              </a:rPr>
              <a:t>Here we have 5 Network, so let's begin , First start from the maximum users and go on </a:t>
            </a:r>
          </a:p>
        </p:txBody>
      </p:sp>
      <p:sp>
        <p:nvSpPr>
          <p:cNvPr id="3" name="TextBox 2">
            <a:extLst>
              <a:ext uri="{FF2B5EF4-FFF2-40B4-BE49-F238E27FC236}">
                <a16:creationId xmlns:a16="http://schemas.microsoft.com/office/drawing/2014/main" id="{F91AA805-A878-DD74-CEE0-80E9D4B39360}"/>
              </a:ext>
            </a:extLst>
          </p:cNvPr>
          <p:cNvSpPr txBox="1"/>
          <p:nvPr/>
        </p:nvSpPr>
        <p:spPr>
          <a:xfrm>
            <a:off x="254120" y="934325"/>
            <a:ext cx="3090333" cy="417037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ea typeface="Open Sans" pitchFamily="34" charset="-122"/>
              </a:rPr>
              <a:t>3rd</a:t>
            </a: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 Subnetwork:</a:t>
            </a:r>
            <a:endParaRPr lang="en-US" sz="1000" dirty="0">
              <a:ea typeface="Open Sans" pitchFamily="34" charset="-122"/>
            </a:endParaRPr>
          </a:p>
          <a:p>
            <a:r>
              <a:rPr lang="en-US" sz="1000" dirty="0">
                <a:ea typeface="Open Sans" pitchFamily="34" charset="-122"/>
              </a:rPr>
              <a:t>197.10.10.00000000</a:t>
            </a:r>
          </a:p>
          <a:p>
            <a:endParaRPr lang="en-US" sz="1000" dirty="0">
              <a:ea typeface="Open Sans" pitchFamily="34" charset="-122"/>
            </a:endParaRPr>
          </a:p>
          <a:p>
            <a:r>
              <a:rPr lang="en-US" sz="1000" dirty="0">
                <a:ea typeface="Open Sans" pitchFamily="34" charset="-122"/>
              </a:rPr>
              <a:t>2^4 − 2 = &gt;10</a:t>
            </a:r>
          </a:p>
          <a:p>
            <a:r>
              <a:rPr lang="en-US" sz="1000" dirty="0">
                <a:ea typeface="Open Sans" pitchFamily="34" charset="-122"/>
              </a:rPr>
              <a:t>16 -2=&gt;10</a:t>
            </a:r>
          </a:p>
          <a:p>
            <a:r>
              <a:rPr lang="en-US" sz="1000" dirty="0">
                <a:ea typeface="Open Sans" pitchFamily="34" charset="-122"/>
              </a:rPr>
              <a:t>14=&gt;10  (Satisfied)</a:t>
            </a:r>
          </a:p>
          <a:p>
            <a:r>
              <a:rPr lang="en-US" sz="1000" dirty="0">
                <a:highlight>
                  <a:srgbClr val="00FF00"/>
                </a:highlight>
                <a:ea typeface="Open Sans" pitchFamily="34" charset="-122"/>
              </a:rPr>
              <a:t>n = 4 host bits required.</a:t>
            </a:r>
          </a:p>
          <a:p>
            <a:endParaRPr lang="en-US" sz="1000" dirty="0">
              <a:highlight>
                <a:srgbClr val="00FF00"/>
              </a:highlight>
              <a:ea typeface="Open Sans" pitchFamily="34" charset="-122"/>
            </a:endParaRPr>
          </a:p>
          <a:p>
            <a:r>
              <a:rPr lang="en-US" sz="1000" dirty="0">
                <a:ea typeface="Open Sans" pitchFamily="34" charset="-122"/>
              </a:rPr>
              <a:t>Step 3: 197.10.10.00000000 </a:t>
            </a:r>
          </a:p>
          <a:p>
            <a:endParaRPr lang="en-US" sz="1000" dirty="0">
              <a:ea typeface="Open Sans" pitchFamily="34" charset="-122"/>
            </a:endParaRPr>
          </a:p>
          <a:p>
            <a:r>
              <a:rPr lang="en-US" sz="1000" dirty="0">
                <a:ea typeface="Open Sans" pitchFamily="34" charset="-122"/>
              </a:rPr>
              <a:t>n=4 so , From right to left in first octet, count 4 zeros , And make remaining zeros 1</a:t>
            </a:r>
          </a:p>
          <a:p>
            <a:endParaRPr lang="en-US" sz="1000" dirty="0">
              <a:ea typeface="Open Sans" pitchFamily="34" charset="-122"/>
            </a:endParaRPr>
          </a:p>
          <a:p>
            <a:r>
              <a:rPr lang="en-US" sz="1000" dirty="0">
                <a:ea typeface="Open Sans" pitchFamily="34" charset="-122"/>
              </a:rPr>
              <a:t>197.10.10.11110000</a:t>
            </a:r>
          </a:p>
          <a:p>
            <a:r>
              <a:rPr lang="en-US" sz="1000" dirty="0">
                <a:ea typeface="Open Sans" pitchFamily="34" charset="-122"/>
              </a:rPr>
              <a:t>197.10.10.240</a:t>
            </a:r>
          </a:p>
          <a:p>
            <a:endParaRPr lang="en-US" sz="1000" dirty="0">
              <a:ea typeface="Open Sans" pitchFamily="34" charset="-122"/>
            </a:endParaRPr>
          </a:p>
          <a:p>
            <a:r>
              <a:rPr lang="en-US" sz="1000" dirty="0">
                <a:highlight>
                  <a:srgbClr val="00FF00"/>
                </a:highlight>
                <a:ea typeface="Open Sans" pitchFamily="34" charset="-122"/>
              </a:rPr>
              <a:t>Subnet mask = 255.255.255.240</a:t>
            </a:r>
          </a:p>
          <a:p>
            <a:endParaRPr lang="en-US" sz="1000" dirty="0">
              <a:highlight>
                <a:srgbClr val="00FF00"/>
              </a:highlight>
              <a:ea typeface="Open Sans" pitchFamily="34" charset="-122"/>
            </a:endParaRPr>
          </a:p>
          <a:p>
            <a:r>
              <a:rPr lang="en-US" sz="1000" dirty="0">
                <a:highlight>
                  <a:srgbClr val="00FF00"/>
                </a:highlight>
                <a:ea typeface="Open Sans" pitchFamily="34" charset="-122"/>
              </a:rPr>
              <a:t>IPS</a:t>
            </a:r>
          </a:p>
          <a:p>
            <a:pPr marL="171450" indent="-171450">
              <a:buFont typeface="Wingdings" panose="05000000000000000000" pitchFamily="2" charset="2"/>
              <a:buChar char="ü"/>
            </a:pPr>
            <a:r>
              <a:rPr lang="en-US" sz="1000" dirty="0">
                <a:ea typeface="Open Sans" pitchFamily="34" charset="-122"/>
              </a:rPr>
              <a:t>Network ID: 197.10.10.64/28</a:t>
            </a:r>
          </a:p>
          <a:p>
            <a:pPr marL="171450" indent="-171450">
              <a:buFont typeface="Wingdings" panose="05000000000000000000" pitchFamily="2" charset="2"/>
              <a:buChar char="ü"/>
            </a:pPr>
            <a:r>
              <a:rPr lang="en-US" sz="1000" dirty="0">
                <a:ea typeface="Open Sans" pitchFamily="34" charset="-122"/>
              </a:rPr>
              <a:t>Mask: 255.255.255.224</a:t>
            </a:r>
          </a:p>
          <a:p>
            <a:pPr marL="171450" indent="-171450">
              <a:buFont typeface="Wingdings" panose="05000000000000000000" pitchFamily="2" charset="2"/>
              <a:buChar char="ü"/>
            </a:pPr>
            <a:r>
              <a:rPr lang="en-US" sz="1000" dirty="0">
                <a:ea typeface="Open Sans" pitchFamily="34" charset="-122"/>
              </a:rPr>
              <a:t>Broadcast: 197.10.10.79/28</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Usable hosts: 197.10.10.65 → 197.10.10.78</a:t>
            </a:r>
            <a:endParaRPr lang="en-US" sz="1000" dirty="0">
              <a:ea typeface="Open Sans" pitchFamily="34" charset="-122"/>
            </a:endParaRPr>
          </a:p>
          <a:p>
            <a:pPr marL="171450" indent="-171450">
              <a:buFont typeface="Wingdings" panose="05000000000000000000" pitchFamily="2" charset="2"/>
              <a:buChar char="ü"/>
            </a:pPr>
            <a:endParaRPr lang="en-US" sz="1000" dirty="0">
              <a:ea typeface="Open Sans" pitchFamily="34" charset="-122"/>
            </a:endParaRPr>
          </a:p>
          <a:p>
            <a:r>
              <a:rPr lang="en-US" sz="1100" b="1" dirty="0">
                <a:ea typeface="Open Sans" pitchFamily="34" charset="-122"/>
              </a:rPr>
              <a:t>Next network will start from 197.10.10.80</a:t>
            </a:r>
            <a:endParaRPr lang="en-US" sz="1000" b="1" dirty="0">
              <a:ea typeface="Open Sans" pitchFamily="34" charset="-122"/>
            </a:endParaRPr>
          </a:p>
        </p:txBody>
      </p:sp>
      <p:sp>
        <p:nvSpPr>
          <p:cNvPr id="6" name="Arrow: Down 5">
            <a:extLst>
              <a:ext uri="{FF2B5EF4-FFF2-40B4-BE49-F238E27FC236}">
                <a16:creationId xmlns:a16="http://schemas.microsoft.com/office/drawing/2014/main" id="{9D77B573-5D8F-0A7D-8BBF-BA2D7CA73F25}"/>
              </a:ext>
            </a:extLst>
          </p:cNvPr>
          <p:cNvSpPr/>
          <p:nvPr/>
        </p:nvSpPr>
        <p:spPr>
          <a:xfrm rot="5400000">
            <a:off x="1746460" y="2280682"/>
            <a:ext cx="105650" cy="26881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9" name="TextBox 8">
            <a:extLst>
              <a:ext uri="{FF2B5EF4-FFF2-40B4-BE49-F238E27FC236}">
                <a16:creationId xmlns:a16="http://schemas.microsoft.com/office/drawing/2014/main" id="{51BAC964-E6DE-E71A-3033-DF5F23AB19F8}"/>
              </a:ext>
            </a:extLst>
          </p:cNvPr>
          <p:cNvSpPr txBox="1"/>
          <p:nvPr/>
        </p:nvSpPr>
        <p:spPr>
          <a:xfrm>
            <a:off x="3920065" y="885773"/>
            <a:ext cx="2865485" cy="417037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ea typeface="Open Sans" pitchFamily="34" charset="-122"/>
              </a:rPr>
              <a:t>4th</a:t>
            </a: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 Subnetwork: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197.10.10.00000000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2^n  -2 =&gt;4</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2^3  -2 =&gt; </a:t>
            </a:r>
            <a:r>
              <a:rPr lang="en-US" sz="1000" dirty="0">
                <a:ea typeface="Open Sans" pitchFamily="34" charset="-122"/>
              </a:rPr>
              <a:t>4</a:t>
            </a: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ea typeface="Open Sans" pitchFamily="34" charset="-122"/>
              </a:rPr>
              <a:t>8</a:t>
            </a: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-2 =&gt; </a:t>
            </a:r>
            <a:r>
              <a:rPr lang="en-US" sz="1000" dirty="0">
                <a:ea typeface="Open Sans" pitchFamily="34" charset="-122"/>
              </a:rPr>
              <a:t>4</a:t>
            </a: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ea typeface="Open Sans" pitchFamily="34" charset="-122"/>
              </a:rPr>
              <a:t>6</a:t>
            </a: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 =&gt;</a:t>
            </a:r>
            <a:r>
              <a:rPr lang="en-US" sz="1000" dirty="0">
                <a:ea typeface="Open Sans" pitchFamily="34" charset="-122"/>
              </a:rPr>
              <a:t>4</a:t>
            </a: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   ,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rPr>
              <a:t>n = 3 host bits required.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highlight>
                <a:srgbClr val="00FF00"/>
              </a:highlight>
              <a:uLnTx/>
              <a:uFillTx/>
              <a:latin typeface="Arial"/>
              <a:ea typeface="Open Sans" pitchFamily="34" charset="-122"/>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197.10.10.00000000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n=3 so , From right to left in first octet, count 3 zeros , And make remaining zeros 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000" dirty="0">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197.10.10.1111</a:t>
            </a:r>
            <a:r>
              <a:rPr lang="en-US" sz="1000" dirty="0">
                <a:ea typeface="Open Sans" pitchFamily="34" charset="-122"/>
              </a:rPr>
              <a:t>1</a:t>
            </a: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000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ea typeface="Open Sans" pitchFamily="34" charset="-122"/>
              </a:rPr>
              <a:t>197.10.10.248</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000" dirty="0">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highlight>
                  <a:srgbClr val="00FF00"/>
                </a:highlight>
                <a:ea typeface="Open Sans" pitchFamily="34" charset="-122"/>
              </a:rPr>
              <a:t>Subnet mask = 255.255.255.248</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000" dirty="0">
              <a:highlight>
                <a:srgbClr val="00FF00"/>
              </a:highlight>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highlight>
                  <a:srgbClr val="00FF00"/>
                </a:highlight>
                <a:ea typeface="Open Sans" pitchFamily="34" charset="-122"/>
              </a:rPr>
              <a:t>IPS</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lang="en-US" sz="1000" dirty="0">
                <a:ea typeface="Open Sans" pitchFamily="34" charset="-122"/>
              </a:rPr>
              <a:t>Network ID : 197.10.10.80/29</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lang="en-US" sz="1000" dirty="0">
                <a:ea typeface="Open Sans" pitchFamily="34" charset="-122"/>
              </a:rPr>
              <a:t>Mask: 255.255.255.248</a:t>
            </a:r>
          </a:p>
          <a:p>
            <a:pPr marL="171450" indent="-171450">
              <a:buFont typeface="Wingdings" panose="05000000000000000000" pitchFamily="2" charset="2"/>
              <a:buChar char="ü"/>
              <a:defRPr/>
            </a:pPr>
            <a:r>
              <a:rPr lang="en-US" sz="1000" dirty="0">
                <a:ea typeface="Open Sans" pitchFamily="34" charset="-122"/>
              </a:rPr>
              <a:t>Broadcast : 197.10.10.87/29</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lang="en-US" sz="1000" dirty="0">
                <a:ea typeface="Open Sans" pitchFamily="34" charset="-122"/>
              </a:rPr>
              <a:t>Usable IPs : 197.10.10.81 to 197.10.10.86</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000" dirty="0">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1" dirty="0">
                <a:ea typeface="Open Sans" pitchFamily="34" charset="-122"/>
              </a:rPr>
              <a:t>Next network will start from 197.10.10.88</a:t>
            </a:r>
          </a:p>
        </p:txBody>
      </p:sp>
      <p:sp>
        <p:nvSpPr>
          <p:cNvPr id="10" name="Arrow: Down 9">
            <a:extLst>
              <a:ext uri="{FF2B5EF4-FFF2-40B4-BE49-F238E27FC236}">
                <a16:creationId xmlns:a16="http://schemas.microsoft.com/office/drawing/2014/main" id="{5F4BBDFA-D907-F682-A524-6B327AEFB19C}"/>
              </a:ext>
            </a:extLst>
          </p:cNvPr>
          <p:cNvSpPr/>
          <p:nvPr/>
        </p:nvSpPr>
        <p:spPr>
          <a:xfrm rot="5400000">
            <a:off x="5037130" y="2437862"/>
            <a:ext cx="58226" cy="20955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extLst>
      <p:ext uri="{BB962C8B-B14F-4D97-AF65-F5344CB8AC3E}">
        <p14:creationId xmlns:p14="http://schemas.microsoft.com/office/powerpoint/2010/main" val="423026339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0C998-2671-9F9A-F2BF-90039AFE623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F630373-2C09-65E1-D4B4-360698143FA4}"/>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776A3F0B-1CB6-BCD1-7B00-CFF3965E14B7}"/>
              </a:ext>
            </a:extLst>
          </p:cNvPr>
          <p:cNvSpPr txBox="1"/>
          <p:nvPr/>
        </p:nvSpPr>
        <p:spPr>
          <a:xfrm>
            <a:off x="101599" y="626548"/>
            <a:ext cx="7636933" cy="307777"/>
          </a:xfrm>
          <a:prstGeom prst="rect">
            <a:avLst/>
          </a:prstGeom>
          <a:noFill/>
        </p:spPr>
        <p:txBody>
          <a:bodyPr wrap="square">
            <a:spAutoFit/>
          </a:bodyPr>
          <a:lstStyle/>
          <a:p>
            <a:pPr algn="just"/>
            <a:r>
              <a:rPr lang="en-US" b="1" dirty="0">
                <a:highlight>
                  <a:srgbClr val="00FFFF"/>
                </a:highlight>
              </a:rPr>
              <a:t>Here we have 5 Network, so let's begin , First start from the maximum users and go on </a:t>
            </a:r>
          </a:p>
        </p:txBody>
      </p:sp>
      <p:sp>
        <p:nvSpPr>
          <p:cNvPr id="3" name="TextBox 2">
            <a:extLst>
              <a:ext uri="{FF2B5EF4-FFF2-40B4-BE49-F238E27FC236}">
                <a16:creationId xmlns:a16="http://schemas.microsoft.com/office/drawing/2014/main" id="{F267B3B1-5AD4-F47A-79B0-AD727A1ED9D5}"/>
              </a:ext>
            </a:extLst>
          </p:cNvPr>
          <p:cNvSpPr txBox="1"/>
          <p:nvPr/>
        </p:nvSpPr>
        <p:spPr>
          <a:xfrm>
            <a:off x="254120" y="934325"/>
            <a:ext cx="3090333" cy="417037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5th Subnetwork:</a:t>
            </a:r>
            <a:endParaRPr lang="en-US" sz="1000" dirty="0">
              <a:ea typeface="Open Sans" pitchFamily="34" charset="-122"/>
            </a:endParaRPr>
          </a:p>
          <a:p>
            <a:r>
              <a:rPr lang="en-US" sz="1000" dirty="0">
                <a:ea typeface="Open Sans" pitchFamily="34" charset="-122"/>
              </a:rPr>
              <a:t>197.10.10.00000000</a:t>
            </a:r>
          </a:p>
          <a:p>
            <a:endParaRPr lang="en-US" sz="1000" dirty="0">
              <a:ea typeface="Open Sans" pitchFamily="34" charset="-122"/>
            </a:endParaRPr>
          </a:p>
          <a:p>
            <a:r>
              <a:rPr lang="en-US" sz="1000" dirty="0">
                <a:ea typeface="Open Sans" pitchFamily="34" charset="-122"/>
              </a:rPr>
              <a:t>2^2 − 2 = &gt;2</a:t>
            </a:r>
          </a:p>
          <a:p>
            <a:r>
              <a:rPr lang="en-US" sz="1000" dirty="0">
                <a:ea typeface="Open Sans" pitchFamily="34" charset="-122"/>
              </a:rPr>
              <a:t>4 -2=&gt;2</a:t>
            </a:r>
          </a:p>
          <a:p>
            <a:r>
              <a:rPr lang="en-US" sz="1000" dirty="0">
                <a:ea typeface="Open Sans" pitchFamily="34" charset="-122"/>
              </a:rPr>
              <a:t>2=&gt;2  (Satisfied)</a:t>
            </a:r>
          </a:p>
          <a:p>
            <a:r>
              <a:rPr lang="en-US" sz="1000" dirty="0">
                <a:highlight>
                  <a:srgbClr val="00FF00"/>
                </a:highlight>
                <a:ea typeface="Open Sans" pitchFamily="34" charset="-122"/>
              </a:rPr>
              <a:t>n = 2 host bits required.</a:t>
            </a:r>
          </a:p>
          <a:p>
            <a:endParaRPr lang="en-US" sz="1000" dirty="0">
              <a:highlight>
                <a:srgbClr val="00FF00"/>
              </a:highlight>
              <a:ea typeface="Open Sans" pitchFamily="34" charset="-122"/>
            </a:endParaRPr>
          </a:p>
          <a:p>
            <a:r>
              <a:rPr lang="en-US" sz="1000" dirty="0">
                <a:ea typeface="Open Sans" pitchFamily="34" charset="-122"/>
              </a:rPr>
              <a:t>Step 3: 197.10.10.00000000 </a:t>
            </a:r>
          </a:p>
          <a:p>
            <a:endParaRPr lang="en-US" sz="1000" dirty="0">
              <a:ea typeface="Open Sans" pitchFamily="34" charset="-122"/>
            </a:endParaRPr>
          </a:p>
          <a:p>
            <a:r>
              <a:rPr lang="en-US" sz="1000" dirty="0">
                <a:ea typeface="Open Sans" pitchFamily="34" charset="-122"/>
              </a:rPr>
              <a:t>n=2 so , From right to left in first octet, count 2 zeros , And make remaining zeros 1</a:t>
            </a:r>
          </a:p>
          <a:p>
            <a:endParaRPr lang="en-US" sz="1000" dirty="0">
              <a:ea typeface="Open Sans" pitchFamily="34" charset="-122"/>
            </a:endParaRPr>
          </a:p>
          <a:p>
            <a:r>
              <a:rPr lang="en-US" sz="1000" dirty="0">
                <a:ea typeface="Open Sans" pitchFamily="34" charset="-122"/>
              </a:rPr>
              <a:t>197.10.10.11111100</a:t>
            </a:r>
          </a:p>
          <a:p>
            <a:r>
              <a:rPr lang="en-US" sz="1000" dirty="0">
                <a:ea typeface="Open Sans" pitchFamily="34" charset="-122"/>
              </a:rPr>
              <a:t>197.10.10.252</a:t>
            </a:r>
          </a:p>
          <a:p>
            <a:endParaRPr lang="en-US" sz="1000" dirty="0">
              <a:ea typeface="Open Sans" pitchFamily="34" charset="-122"/>
            </a:endParaRPr>
          </a:p>
          <a:p>
            <a:r>
              <a:rPr lang="en-US" sz="1000" dirty="0">
                <a:highlight>
                  <a:srgbClr val="00FF00"/>
                </a:highlight>
                <a:ea typeface="Open Sans" pitchFamily="34" charset="-122"/>
              </a:rPr>
              <a:t>Subnet mask = 255.255.255.252</a:t>
            </a:r>
          </a:p>
          <a:p>
            <a:endParaRPr lang="en-US" sz="1000" dirty="0">
              <a:highlight>
                <a:srgbClr val="00FF00"/>
              </a:highlight>
              <a:ea typeface="Open Sans" pitchFamily="34" charset="-122"/>
            </a:endParaRPr>
          </a:p>
          <a:p>
            <a:r>
              <a:rPr lang="en-US" sz="1000" dirty="0">
                <a:highlight>
                  <a:srgbClr val="00FF00"/>
                </a:highlight>
                <a:ea typeface="Open Sans" pitchFamily="34" charset="-122"/>
              </a:rPr>
              <a:t>IPS</a:t>
            </a:r>
          </a:p>
          <a:p>
            <a:pPr marL="171450" indent="-171450">
              <a:buFont typeface="Wingdings" panose="05000000000000000000" pitchFamily="2" charset="2"/>
              <a:buChar char="ü"/>
            </a:pPr>
            <a:r>
              <a:rPr lang="en-US" sz="1000" dirty="0">
                <a:ea typeface="Open Sans" pitchFamily="34" charset="-122"/>
              </a:rPr>
              <a:t>Network ID: 197.10.10.88/30</a:t>
            </a:r>
          </a:p>
          <a:p>
            <a:pPr marL="171450" indent="-171450">
              <a:buFont typeface="Wingdings" panose="05000000000000000000" pitchFamily="2" charset="2"/>
              <a:buChar char="ü"/>
            </a:pPr>
            <a:r>
              <a:rPr lang="en-US" sz="1000" dirty="0">
                <a:ea typeface="Open Sans" pitchFamily="34" charset="-122"/>
              </a:rPr>
              <a:t>Mask: 255.255.255.252</a:t>
            </a:r>
          </a:p>
          <a:p>
            <a:pPr marL="171450" indent="-171450">
              <a:buFont typeface="Wingdings" panose="05000000000000000000" pitchFamily="2" charset="2"/>
              <a:buChar char="ü"/>
            </a:pPr>
            <a:r>
              <a:rPr lang="en-US" sz="1000" dirty="0">
                <a:ea typeface="Open Sans" pitchFamily="34" charset="-122"/>
              </a:rPr>
              <a:t>Broadcast: 197.10.10.91/30</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Usable hosts: 197.10.10.89 → 197.10.10.90</a:t>
            </a:r>
            <a:endParaRPr lang="en-US" sz="1000" dirty="0">
              <a:ea typeface="Open Sans" pitchFamily="34" charset="-122"/>
            </a:endParaRPr>
          </a:p>
          <a:p>
            <a:pPr marL="171450" indent="-171450">
              <a:buFont typeface="Wingdings" panose="05000000000000000000" pitchFamily="2" charset="2"/>
              <a:buChar char="ü"/>
            </a:pPr>
            <a:endParaRPr lang="en-US" sz="1000" dirty="0">
              <a:ea typeface="Open Sans" pitchFamily="34" charset="-122"/>
            </a:endParaRPr>
          </a:p>
          <a:p>
            <a:r>
              <a:rPr lang="en-US" sz="1100" b="1" dirty="0">
                <a:ea typeface="Open Sans" pitchFamily="34" charset="-122"/>
              </a:rPr>
              <a:t>Next network will start from 197.10.10.92</a:t>
            </a:r>
            <a:endParaRPr lang="en-US" sz="1000" b="1" dirty="0">
              <a:ea typeface="Open Sans" pitchFamily="34" charset="-122"/>
            </a:endParaRPr>
          </a:p>
        </p:txBody>
      </p:sp>
      <p:sp>
        <p:nvSpPr>
          <p:cNvPr id="6" name="Arrow: Down 5">
            <a:extLst>
              <a:ext uri="{FF2B5EF4-FFF2-40B4-BE49-F238E27FC236}">
                <a16:creationId xmlns:a16="http://schemas.microsoft.com/office/drawing/2014/main" id="{E074E05C-E16B-EE74-F173-728AB81F17F7}"/>
              </a:ext>
            </a:extLst>
          </p:cNvPr>
          <p:cNvSpPr/>
          <p:nvPr/>
        </p:nvSpPr>
        <p:spPr>
          <a:xfrm rot="5400000">
            <a:off x="1826570" y="2381432"/>
            <a:ext cx="67666" cy="14787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extLst>
      <p:ext uri="{BB962C8B-B14F-4D97-AF65-F5344CB8AC3E}">
        <p14:creationId xmlns:p14="http://schemas.microsoft.com/office/powerpoint/2010/main" val="139160068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B6B0C-A726-A11E-EF7F-977607715D2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714547B-2557-4CF3-CC8E-AD88C9ECE30E}"/>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E04196AA-06C6-D509-C7E2-E134BA1E1BF6}"/>
              </a:ext>
            </a:extLst>
          </p:cNvPr>
          <p:cNvSpPr txBox="1"/>
          <p:nvPr/>
        </p:nvSpPr>
        <p:spPr>
          <a:xfrm>
            <a:off x="101600" y="554575"/>
            <a:ext cx="9042400" cy="523220"/>
          </a:xfrm>
          <a:prstGeom prst="rect">
            <a:avLst/>
          </a:prstGeom>
          <a:noFill/>
        </p:spPr>
        <p:txBody>
          <a:bodyPr wrap="square">
            <a:spAutoFit/>
          </a:bodyPr>
          <a:lstStyle/>
          <a:p>
            <a:pPr algn="just"/>
            <a:r>
              <a:rPr lang="en-US" b="1" dirty="0">
                <a:highlight>
                  <a:srgbClr val="00FFFF"/>
                </a:highlight>
              </a:rPr>
              <a:t>Q2: </a:t>
            </a:r>
            <a:r>
              <a:rPr lang="en-US" dirty="0">
                <a:highlight>
                  <a:srgbClr val="00FFFF"/>
                </a:highlight>
              </a:rPr>
              <a:t>Company bought an IP 12.0.0.0/8 ; company says connect 4 branches, Each branch users 1000,600,100,50.</a:t>
            </a:r>
          </a:p>
        </p:txBody>
      </p:sp>
      <p:pic>
        <p:nvPicPr>
          <p:cNvPr id="6" name="Picture 5">
            <a:extLst>
              <a:ext uri="{FF2B5EF4-FFF2-40B4-BE49-F238E27FC236}">
                <a16:creationId xmlns:a16="http://schemas.microsoft.com/office/drawing/2014/main" id="{14DB223D-C2A6-42D3-22FF-22C8EE0D6418}"/>
              </a:ext>
            </a:extLst>
          </p:cNvPr>
          <p:cNvPicPr>
            <a:picLocks noChangeAspect="1"/>
          </p:cNvPicPr>
          <p:nvPr/>
        </p:nvPicPr>
        <p:blipFill>
          <a:blip r:embed="rId2"/>
          <a:stretch>
            <a:fillRect/>
          </a:stretch>
        </p:blipFill>
        <p:spPr>
          <a:xfrm>
            <a:off x="-1" y="1397001"/>
            <a:ext cx="9144001" cy="3746500"/>
          </a:xfrm>
          <a:prstGeom prst="rect">
            <a:avLst/>
          </a:prstGeom>
        </p:spPr>
      </p:pic>
      <p:sp>
        <p:nvSpPr>
          <p:cNvPr id="8" name="TextBox 7">
            <a:extLst>
              <a:ext uri="{FF2B5EF4-FFF2-40B4-BE49-F238E27FC236}">
                <a16:creationId xmlns:a16="http://schemas.microsoft.com/office/drawing/2014/main" id="{0A374E50-0FDF-40CF-96C2-8E3AAA1D71DE}"/>
              </a:ext>
            </a:extLst>
          </p:cNvPr>
          <p:cNvSpPr txBox="1"/>
          <p:nvPr/>
        </p:nvSpPr>
        <p:spPr>
          <a:xfrm>
            <a:off x="101600" y="4281148"/>
            <a:ext cx="1210733" cy="307777"/>
          </a:xfrm>
          <a:prstGeom prst="rect">
            <a:avLst/>
          </a:prstGeom>
          <a:noFill/>
        </p:spPr>
        <p:txBody>
          <a:bodyPr wrap="square">
            <a:spAutoFit/>
          </a:bodyPr>
          <a:lstStyle/>
          <a:p>
            <a:r>
              <a:rPr lang="en-US" b="1" dirty="0">
                <a:ea typeface="Open Sans" pitchFamily="34" charset="-122"/>
              </a:rPr>
              <a:t>1000 users</a:t>
            </a:r>
            <a:endParaRPr lang="en-PK" b="1" dirty="0">
              <a:ea typeface="Open Sans" pitchFamily="34" charset="-122"/>
            </a:endParaRPr>
          </a:p>
        </p:txBody>
      </p:sp>
      <p:sp>
        <p:nvSpPr>
          <p:cNvPr id="15" name="TextBox 14">
            <a:extLst>
              <a:ext uri="{FF2B5EF4-FFF2-40B4-BE49-F238E27FC236}">
                <a16:creationId xmlns:a16="http://schemas.microsoft.com/office/drawing/2014/main" id="{8C54250D-5439-9158-B3FE-CD34D066E5C1}"/>
              </a:ext>
            </a:extLst>
          </p:cNvPr>
          <p:cNvSpPr txBox="1"/>
          <p:nvPr/>
        </p:nvSpPr>
        <p:spPr>
          <a:xfrm>
            <a:off x="7945967" y="4577417"/>
            <a:ext cx="1071566" cy="307777"/>
          </a:xfrm>
          <a:prstGeom prst="rect">
            <a:avLst/>
          </a:prstGeom>
          <a:noFill/>
        </p:spPr>
        <p:txBody>
          <a:bodyPr wrap="square">
            <a:spAutoFit/>
          </a:bodyPr>
          <a:lstStyle/>
          <a:p>
            <a:r>
              <a:rPr lang="en-US" b="1" dirty="0">
                <a:ea typeface="Open Sans" pitchFamily="34" charset="-122"/>
              </a:rPr>
              <a:t>50 users</a:t>
            </a:r>
            <a:endParaRPr lang="en-PK" b="1" dirty="0">
              <a:ea typeface="Open Sans" pitchFamily="34" charset="-122"/>
            </a:endParaRPr>
          </a:p>
        </p:txBody>
      </p:sp>
      <p:sp>
        <p:nvSpPr>
          <p:cNvPr id="18" name="TextBox 17">
            <a:extLst>
              <a:ext uri="{FF2B5EF4-FFF2-40B4-BE49-F238E27FC236}">
                <a16:creationId xmlns:a16="http://schemas.microsoft.com/office/drawing/2014/main" id="{C3AB859A-7663-CED1-51D9-06C8F3EEE1DB}"/>
              </a:ext>
            </a:extLst>
          </p:cNvPr>
          <p:cNvSpPr txBox="1"/>
          <p:nvPr/>
        </p:nvSpPr>
        <p:spPr>
          <a:xfrm>
            <a:off x="5545666" y="4731306"/>
            <a:ext cx="1097492" cy="307777"/>
          </a:xfrm>
          <a:prstGeom prst="rect">
            <a:avLst/>
          </a:prstGeom>
          <a:noFill/>
        </p:spPr>
        <p:txBody>
          <a:bodyPr wrap="square">
            <a:spAutoFit/>
          </a:bodyPr>
          <a:lstStyle/>
          <a:p>
            <a:r>
              <a:rPr lang="en-US" b="1" dirty="0">
                <a:ea typeface="Open Sans" pitchFamily="34" charset="-122"/>
              </a:rPr>
              <a:t>100 Users </a:t>
            </a:r>
            <a:endParaRPr lang="en-PK" b="1" dirty="0">
              <a:ea typeface="Open Sans" pitchFamily="34" charset="-122"/>
            </a:endParaRPr>
          </a:p>
        </p:txBody>
      </p:sp>
      <p:sp>
        <p:nvSpPr>
          <p:cNvPr id="22" name="TextBox 21">
            <a:extLst>
              <a:ext uri="{FF2B5EF4-FFF2-40B4-BE49-F238E27FC236}">
                <a16:creationId xmlns:a16="http://schemas.microsoft.com/office/drawing/2014/main" id="{D9DFA995-EB18-B63A-66CA-769CA810B2A0}"/>
              </a:ext>
            </a:extLst>
          </p:cNvPr>
          <p:cNvSpPr txBox="1"/>
          <p:nvPr/>
        </p:nvSpPr>
        <p:spPr>
          <a:xfrm>
            <a:off x="2434167" y="4731306"/>
            <a:ext cx="1060197" cy="307777"/>
          </a:xfrm>
          <a:prstGeom prst="rect">
            <a:avLst/>
          </a:prstGeom>
          <a:noFill/>
        </p:spPr>
        <p:txBody>
          <a:bodyPr wrap="square">
            <a:spAutoFit/>
          </a:bodyPr>
          <a:lstStyle/>
          <a:p>
            <a:r>
              <a:rPr lang="en-US" b="1" dirty="0">
                <a:ea typeface="Open Sans" pitchFamily="34" charset="-122"/>
              </a:rPr>
              <a:t>600 users</a:t>
            </a:r>
            <a:endParaRPr lang="en-PK" b="1" dirty="0">
              <a:ea typeface="Open Sans" pitchFamily="34" charset="-122"/>
            </a:endParaRPr>
          </a:p>
        </p:txBody>
      </p:sp>
      <mc:AlternateContent xmlns:mc="http://schemas.openxmlformats.org/markup-compatibility/2006">
        <mc:Choice xmlns:p14="http://schemas.microsoft.com/office/powerpoint/2010/main" Requires="p14">
          <p:contentPart p14:bwMode="auto" r:id="rId3">
            <p14:nvContentPartPr>
              <p14:cNvPr id="24" name="Ink 23">
                <a:extLst>
                  <a:ext uri="{FF2B5EF4-FFF2-40B4-BE49-F238E27FC236}">
                    <a16:creationId xmlns:a16="http://schemas.microsoft.com/office/drawing/2014/main" id="{5DA14CCC-70C9-3BF5-AB37-66F4713FF429}"/>
                  </a:ext>
                </a:extLst>
              </p14:cNvPr>
              <p14:cNvContentPartPr/>
              <p14:nvPr/>
            </p14:nvContentPartPr>
            <p14:xfrm>
              <a:off x="58213" y="1926613"/>
              <a:ext cx="2677680" cy="3055680"/>
            </p14:xfrm>
          </p:contentPart>
        </mc:Choice>
        <mc:Fallback>
          <p:pic>
            <p:nvPicPr>
              <p:cNvPr id="24" name="Ink 23">
                <a:extLst>
                  <a:ext uri="{FF2B5EF4-FFF2-40B4-BE49-F238E27FC236}">
                    <a16:creationId xmlns:a16="http://schemas.microsoft.com/office/drawing/2014/main" id="{5DA14CCC-70C9-3BF5-AB37-66F4713FF429}"/>
                  </a:ext>
                </a:extLst>
              </p:cNvPr>
              <p:cNvPicPr/>
              <p:nvPr/>
            </p:nvPicPr>
            <p:blipFill>
              <a:blip r:embed="rId4"/>
              <a:stretch>
                <a:fillRect/>
              </a:stretch>
            </p:blipFill>
            <p:spPr>
              <a:xfrm>
                <a:off x="49212" y="1917613"/>
                <a:ext cx="2695322" cy="30733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26" name="Ink 25">
                <a:extLst>
                  <a:ext uri="{FF2B5EF4-FFF2-40B4-BE49-F238E27FC236}">
                    <a16:creationId xmlns:a16="http://schemas.microsoft.com/office/drawing/2014/main" id="{9514DE63-9E0C-987E-4351-D04AE51A3C62}"/>
                  </a:ext>
                </a:extLst>
              </p14:cNvPr>
              <p14:cNvContentPartPr/>
              <p14:nvPr/>
            </p14:nvContentPartPr>
            <p14:xfrm>
              <a:off x="2233586" y="2109385"/>
              <a:ext cx="1204560" cy="2983320"/>
            </p14:xfrm>
          </p:contentPart>
        </mc:Choice>
        <mc:Fallback>
          <p:pic>
            <p:nvPicPr>
              <p:cNvPr id="26" name="Ink 25">
                <a:extLst>
                  <a:ext uri="{FF2B5EF4-FFF2-40B4-BE49-F238E27FC236}">
                    <a16:creationId xmlns:a16="http://schemas.microsoft.com/office/drawing/2014/main" id="{9514DE63-9E0C-987E-4351-D04AE51A3C62}"/>
                  </a:ext>
                </a:extLst>
              </p:cNvPr>
              <p:cNvPicPr/>
              <p:nvPr/>
            </p:nvPicPr>
            <p:blipFill>
              <a:blip r:embed="rId6"/>
              <a:stretch>
                <a:fillRect/>
              </a:stretch>
            </p:blipFill>
            <p:spPr>
              <a:xfrm>
                <a:off x="2224586" y="2100385"/>
                <a:ext cx="1222200" cy="30009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27" name="Ink 26">
                <a:extLst>
                  <a:ext uri="{FF2B5EF4-FFF2-40B4-BE49-F238E27FC236}">
                    <a16:creationId xmlns:a16="http://schemas.microsoft.com/office/drawing/2014/main" id="{5B0DE23E-6AA7-E1D6-5667-4C3B9A125B28}"/>
                  </a:ext>
                </a:extLst>
              </p14:cNvPr>
              <p14:cNvContentPartPr/>
              <p14:nvPr/>
            </p14:nvContentPartPr>
            <p14:xfrm>
              <a:off x="5087053" y="2081053"/>
              <a:ext cx="1762560" cy="2968920"/>
            </p14:xfrm>
          </p:contentPart>
        </mc:Choice>
        <mc:Fallback>
          <p:pic>
            <p:nvPicPr>
              <p:cNvPr id="27" name="Ink 26">
                <a:extLst>
                  <a:ext uri="{FF2B5EF4-FFF2-40B4-BE49-F238E27FC236}">
                    <a16:creationId xmlns:a16="http://schemas.microsoft.com/office/drawing/2014/main" id="{5B0DE23E-6AA7-E1D6-5667-4C3B9A125B28}"/>
                  </a:ext>
                </a:extLst>
              </p:cNvPr>
              <p:cNvPicPr/>
              <p:nvPr/>
            </p:nvPicPr>
            <p:blipFill>
              <a:blip r:embed="rId8"/>
              <a:stretch>
                <a:fillRect/>
              </a:stretch>
            </p:blipFill>
            <p:spPr>
              <a:xfrm>
                <a:off x="5078053" y="2072052"/>
                <a:ext cx="1780200" cy="2986562"/>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8" name="Ink 27">
                <a:extLst>
                  <a:ext uri="{FF2B5EF4-FFF2-40B4-BE49-F238E27FC236}">
                    <a16:creationId xmlns:a16="http://schemas.microsoft.com/office/drawing/2014/main" id="{B6F2AA9F-CE21-2097-04A6-9DDF13A7567E}"/>
                  </a:ext>
                </a:extLst>
              </p14:cNvPr>
              <p14:cNvContentPartPr/>
              <p14:nvPr/>
            </p14:nvContentPartPr>
            <p14:xfrm>
              <a:off x="6263173" y="1782973"/>
              <a:ext cx="2797560" cy="3222360"/>
            </p14:xfrm>
          </p:contentPart>
        </mc:Choice>
        <mc:Fallback>
          <p:pic>
            <p:nvPicPr>
              <p:cNvPr id="28" name="Ink 27">
                <a:extLst>
                  <a:ext uri="{FF2B5EF4-FFF2-40B4-BE49-F238E27FC236}">
                    <a16:creationId xmlns:a16="http://schemas.microsoft.com/office/drawing/2014/main" id="{B6F2AA9F-CE21-2097-04A6-9DDF13A7567E}"/>
                  </a:ext>
                </a:extLst>
              </p:cNvPr>
              <p:cNvPicPr/>
              <p:nvPr/>
            </p:nvPicPr>
            <p:blipFill>
              <a:blip r:embed="rId10"/>
              <a:stretch>
                <a:fillRect/>
              </a:stretch>
            </p:blipFill>
            <p:spPr>
              <a:xfrm>
                <a:off x="6254173" y="1773973"/>
                <a:ext cx="2815200" cy="3240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9" name="Ink 28">
                <a:extLst>
                  <a:ext uri="{FF2B5EF4-FFF2-40B4-BE49-F238E27FC236}">
                    <a16:creationId xmlns:a16="http://schemas.microsoft.com/office/drawing/2014/main" id="{649D5122-EEC9-4570-5F37-0C354F9D310A}"/>
                  </a:ext>
                </a:extLst>
              </p14:cNvPr>
              <p14:cNvContentPartPr/>
              <p14:nvPr/>
            </p14:nvContentPartPr>
            <p14:xfrm>
              <a:off x="2919133" y="1615933"/>
              <a:ext cx="2985480" cy="645840"/>
            </p14:xfrm>
          </p:contentPart>
        </mc:Choice>
        <mc:Fallback>
          <p:pic>
            <p:nvPicPr>
              <p:cNvPr id="29" name="Ink 28">
                <a:extLst>
                  <a:ext uri="{FF2B5EF4-FFF2-40B4-BE49-F238E27FC236}">
                    <a16:creationId xmlns:a16="http://schemas.microsoft.com/office/drawing/2014/main" id="{649D5122-EEC9-4570-5F37-0C354F9D310A}"/>
                  </a:ext>
                </a:extLst>
              </p:cNvPr>
              <p:cNvPicPr/>
              <p:nvPr/>
            </p:nvPicPr>
            <p:blipFill>
              <a:blip r:embed="rId12"/>
              <a:stretch>
                <a:fillRect/>
              </a:stretch>
            </p:blipFill>
            <p:spPr>
              <a:xfrm>
                <a:off x="2910133" y="1606933"/>
                <a:ext cx="3003120" cy="663480"/>
              </a:xfrm>
              <a:prstGeom prst="rect">
                <a:avLst/>
              </a:prstGeom>
            </p:spPr>
          </p:pic>
        </mc:Fallback>
      </mc:AlternateContent>
      <p:sp>
        <p:nvSpPr>
          <p:cNvPr id="31" name="TextBox 30">
            <a:extLst>
              <a:ext uri="{FF2B5EF4-FFF2-40B4-BE49-F238E27FC236}">
                <a16:creationId xmlns:a16="http://schemas.microsoft.com/office/drawing/2014/main" id="{E1AE3755-80F3-3BED-127B-CD4AEFF36F38}"/>
              </a:ext>
            </a:extLst>
          </p:cNvPr>
          <p:cNvSpPr txBox="1"/>
          <p:nvPr/>
        </p:nvSpPr>
        <p:spPr>
          <a:xfrm>
            <a:off x="3854985" y="1608399"/>
            <a:ext cx="1366290" cy="307777"/>
          </a:xfrm>
          <a:prstGeom prst="rect">
            <a:avLst/>
          </a:prstGeom>
          <a:noFill/>
        </p:spPr>
        <p:txBody>
          <a:bodyPr wrap="square">
            <a:spAutoFit/>
          </a:bodyPr>
          <a:lstStyle/>
          <a:p>
            <a:r>
              <a:rPr lang="en-US" sz="1400" dirty="0">
                <a:highlight>
                  <a:srgbClr val="00FF00"/>
                </a:highlight>
                <a:ea typeface="Open Sans" pitchFamily="34" charset="-122"/>
              </a:rPr>
              <a:t>Network 5</a:t>
            </a:r>
            <a:endParaRPr lang="en-PK" dirty="0"/>
          </a:p>
        </p:txBody>
      </p:sp>
      <p:sp>
        <p:nvSpPr>
          <p:cNvPr id="33" name="TextBox 32">
            <a:extLst>
              <a:ext uri="{FF2B5EF4-FFF2-40B4-BE49-F238E27FC236}">
                <a16:creationId xmlns:a16="http://schemas.microsoft.com/office/drawing/2014/main" id="{05E20B29-8005-A5DB-C9DD-D6E9847600BA}"/>
              </a:ext>
            </a:extLst>
          </p:cNvPr>
          <p:cNvSpPr txBox="1"/>
          <p:nvPr/>
        </p:nvSpPr>
        <p:spPr>
          <a:xfrm>
            <a:off x="7851412" y="3330917"/>
            <a:ext cx="1181779" cy="307777"/>
          </a:xfrm>
          <a:prstGeom prst="rect">
            <a:avLst/>
          </a:prstGeom>
          <a:noFill/>
        </p:spPr>
        <p:txBody>
          <a:bodyPr wrap="square">
            <a:spAutoFit/>
          </a:bodyPr>
          <a:lstStyle/>
          <a:p>
            <a:r>
              <a:rPr lang="en-US" sz="1400" dirty="0">
                <a:highlight>
                  <a:srgbClr val="00FF00"/>
                </a:highlight>
                <a:ea typeface="Open Sans" pitchFamily="34" charset="-122"/>
              </a:rPr>
              <a:t>Network 4</a:t>
            </a:r>
            <a:endParaRPr lang="en-PK" dirty="0"/>
          </a:p>
        </p:txBody>
      </p:sp>
      <p:sp>
        <p:nvSpPr>
          <p:cNvPr id="35" name="TextBox 34">
            <a:extLst>
              <a:ext uri="{FF2B5EF4-FFF2-40B4-BE49-F238E27FC236}">
                <a16:creationId xmlns:a16="http://schemas.microsoft.com/office/drawing/2014/main" id="{F863D1D9-1E2F-6961-87F2-A8F0E9BCB30B}"/>
              </a:ext>
            </a:extLst>
          </p:cNvPr>
          <p:cNvSpPr txBox="1"/>
          <p:nvPr/>
        </p:nvSpPr>
        <p:spPr>
          <a:xfrm>
            <a:off x="5100588" y="3642667"/>
            <a:ext cx="1027690" cy="307777"/>
          </a:xfrm>
          <a:prstGeom prst="rect">
            <a:avLst/>
          </a:prstGeom>
          <a:noFill/>
        </p:spPr>
        <p:txBody>
          <a:bodyPr wrap="square">
            <a:spAutoFit/>
          </a:bodyPr>
          <a:lstStyle/>
          <a:p>
            <a:r>
              <a:rPr lang="en-US" sz="1400" dirty="0">
                <a:highlight>
                  <a:srgbClr val="00FF00"/>
                </a:highlight>
                <a:ea typeface="Open Sans" pitchFamily="34" charset="-122"/>
              </a:rPr>
              <a:t>Network 3</a:t>
            </a:r>
            <a:endParaRPr lang="en-PK" dirty="0"/>
          </a:p>
        </p:txBody>
      </p:sp>
      <p:sp>
        <p:nvSpPr>
          <p:cNvPr id="37" name="TextBox 36">
            <a:extLst>
              <a:ext uri="{FF2B5EF4-FFF2-40B4-BE49-F238E27FC236}">
                <a16:creationId xmlns:a16="http://schemas.microsoft.com/office/drawing/2014/main" id="{AAB4F61C-173D-10E0-677A-2EFF7D03ED22}"/>
              </a:ext>
            </a:extLst>
          </p:cNvPr>
          <p:cNvSpPr txBox="1"/>
          <p:nvPr/>
        </p:nvSpPr>
        <p:spPr>
          <a:xfrm>
            <a:off x="2746368" y="3601045"/>
            <a:ext cx="1060197" cy="307777"/>
          </a:xfrm>
          <a:prstGeom prst="rect">
            <a:avLst/>
          </a:prstGeom>
          <a:noFill/>
        </p:spPr>
        <p:txBody>
          <a:bodyPr wrap="square">
            <a:spAutoFit/>
          </a:bodyPr>
          <a:lstStyle/>
          <a:p>
            <a:r>
              <a:rPr lang="en-US" sz="1400" dirty="0">
                <a:highlight>
                  <a:srgbClr val="00FF00"/>
                </a:highlight>
                <a:ea typeface="Open Sans" pitchFamily="34" charset="-122"/>
              </a:rPr>
              <a:t>Network 2</a:t>
            </a:r>
            <a:endParaRPr lang="en-PK" dirty="0"/>
          </a:p>
        </p:txBody>
      </p:sp>
      <p:sp>
        <p:nvSpPr>
          <p:cNvPr id="39" name="TextBox 38">
            <a:extLst>
              <a:ext uri="{FF2B5EF4-FFF2-40B4-BE49-F238E27FC236}">
                <a16:creationId xmlns:a16="http://schemas.microsoft.com/office/drawing/2014/main" id="{4C0C0B1F-0837-EFFA-92DF-C28F1528DA04}"/>
              </a:ext>
            </a:extLst>
          </p:cNvPr>
          <p:cNvSpPr txBox="1"/>
          <p:nvPr/>
        </p:nvSpPr>
        <p:spPr>
          <a:xfrm>
            <a:off x="831849" y="3620724"/>
            <a:ext cx="1140883" cy="307777"/>
          </a:xfrm>
          <a:prstGeom prst="rect">
            <a:avLst/>
          </a:prstGeom>
          <a:noFill/>
        </p:spPr>
        <p:txBody>
          <a:bodyPr wrap="square">
            <a:spAutoFit/>
          </a:bodyPr>
          <a:lstStyle/>
          <a:p>
            <a:r>
              <a:rPr lang="en-US" sz="1400" dirty="0">
                <a:highlight>
                  <a:srgbClr val="00FF00"/>
                </a:highlight>
                <a:ea typeface="Open Sans" pitchFamily="34" charset="-122"/>
              </a:rPr>
              <a:t>Network 1</a:t>
            </a:r>
            <a:endParaRPr lang="en-PK" dirty="0"/>
          </a:p>
        </p:txBody>
      </p:sp>
    </p:spTree>
    <p:extLst>
      <p:ext uri="{BB962C8B-B14F-4D97-AF65-F5344CB8AC3E}">
        <p14:creationId xmlns:p14="http://schemas.microsoft.com/office/powerpoint/2010/main" val="230612225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BA505-5B26-79D2-0A2D-16BD22A1E4D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2324DBE-A0F5-4C70-65D9-782E4C22E298}"/>
              </a:ext>
            </a:extLst>
          </p:cNvPr>
          <p:cNvSpPr txBox="1"/>
          <p:nvPr/>
        </p:nvSpPr>
        <p:spPr>
          <a:xfrm>
            <a:off x="3037416" y="0"/>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1D28306C-9875-48A3-6F5B-68AD6A216B44}"/>
              </a:ext>
            </a:extLst>
          </p:cNvPr>
          <p:cNvSpPr txBox="1"/>
          <p:nvPr/>
        </p:nvSpPr>
        <p:spPr>
          <a:xfrm>
            <a:off x="355599" y="420450"/>
            <a:ext cx="7636933" cy="307777"/>
          </a:xfrm>
          <a:prstGeom prst="rect">
            <a:avLst/>
          </a:prstGeom>
          <a:noFill/>
        </p:spPr>
        <p:txBody>
          <a:bodyPr wrap="square">
            <a:spAutoFit/>
          </a:bodyPr>
          <a:lstStyle/>
          <a:p>
            <a:pPr algn="just"/>
            <a:r>
              <a:rPr lang="en-US" b="1" dirty="0">
                <a:highlight>
                  <a:srgbClr val="00FFFF"/>
                </a:highlight>
              </a:rPr>
              <a:t>Here we have 5 Network, so let's begin , First start from the maximum users and go on </a:t>
            </a:r>
          </a:p>
        </p:txBody>
      </p:sp>
      <p:sp>
        <p:nvSpPr>
          <p:cNvPr id="3" name="TextBox 2">
            <a:extLst>
              <a:ext uri="{FF2B5EF4-FFF2-40B4-BE49-F238E27FC236}">
                <a16:creationId xmlns:a16="http://schemas.microsoft.com/office/drawing/2014/main" id="{58D45CFF-0178-68EA-B984-E0EB00FDF0B3}"/>
              </a:ext>
            </a:extLst>
          </p:cNvPr>
          <p:cNvSpPr txBox="1"/>
          <p:nvPr/>
        </p:nvSpPr>
        <p:spPr>
          <a:xfrm>
            <a:off x="355599" y="728227"/>
            <a:ext cx="3090333" cy="433965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First Subnetwork for 1000 users:</a:t>
            </a:r>
            <a:endParaRPr lang="en-US" sz="1000" dirty="0">
              <a:ea typeface="Open Sans" pitchFamily="34" charset="-122"/>
            </a:endParaRPr>
          </a:p>
          <a:p>
            <a:r>
              <a:rPr lang="en-US" sz="1000" dirty="0">
                <a:ea typeface="Open Sans" pitchFamily="34" charset="-122"/>
              </a:rPr>
              <a:t>12.0000000.0000000.000000</a:t>
            </a:r>
          </a:p>
          <a:p>
            <a:endParaRPr lang="en-US" sz="1000" dirty="0">
              <a:ea typeface="Open Sans" pitchFamily="34" charset="-122"/>
            </a:endParaRPr>
          </a:p>
          <a:p>
            <a:r>
              <a:rPr lang="pt-BR" sz="1000" dirty="0">
                <a:ea typeface="Open Sans" pitchFamily="34" charset="-122"/>
              </a:rPr>
              <a:t>2^n -2 &gt;= 1000</a:t>
            </a:r>
          </a:p>
          <a:p>
            <a:r>
              <a:rPr lang="pt-BR" sz="1000" dirty="0">
                <a:ea typeface="Open Sans" pitchFamily="34" charset="-122"/>
              </a:rPr>
              <a:t>2^10 -2 &gt;=1000</a:t>
            </a:r>
          </a:p>
          <a:p>
            <a:r>
              <a:rPr lang="pt-BR" sz="1000" dirty="0">
                <a:ea typeface="Open Sans" pitchFamily="34" charset="-122"/>
              </a:rPr>
              <a:t>1024 -2 &gt;= 1000</a:t>
            </a:r>
          </a:p>
          <a:p>
            <a:r>
              <a:rPr lang="pt-BR" sz="1000" dirty="0">
                <a:ea typeface="Open Sans" pitchFamily="34" charset="-122"/>
              </a:rPr>
              <a:t>1022 &gt;= 1000 , n=10</a:t>
            </a:r>
          </a:p>
          <a:p>
            <a:endParaRPr lang="en-US" sz="1000" dirty="0">
              <a:highlight>
                <a:srgbClr val="00FF00"/>
              </a:highlight>
              <a:ea typeface="Open Sans" pitchFamily="34" charset="-122"/>
            </a:endParaRPr>
          </a:p>
          <a:p>
            <a:r>
              <a:rPr lang="en-US" sz="1000" dirty="0">
                <a:highlight>
                  <a:srgbClr val="00FF00"/>
                </a:highlight>
                <a:ea typeface="Open Sans" pitchFamily="34" charset="-122"/>
              </a:rPr>
              <a:t>n = 10 host bits required.</a:t>
            </a:r>
          </a:p>
          <a:p>
            <a:endParaRPr lang="en-US" sz="1000" dirty="0">
              <a:highlight>
                <a:srgbClr val="00FF00"/>
              </a:highlight>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12.0000000.0000000.000000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PK" sz="1000" dirty="0">
                <a:ea typeface="Open Sans" pitchFamily="34" charset="-122"/>
              </a:rPr>
              <a:t>12.11111111.11111100.00000000</a:t>
            </a:r>
            <a:endParaRPr lang="en-US" sz="1000" dirty="0">
              <a:ea typeface="Open Sans" pitchFamily="34" charset="-122"/>
            </a:endParaRPr>
          </a:p>
          <a:p>
            <a:endParaRPr lang="en-US" sz="1000" dirty="0">
              <a:ea typeface="Open Sans" pitchFamily="34" charset="-122"/>
            </a:endParaRPr>
          </a:p>
          <a:p>
            <a:r>
              <a:rPr lang="en-US" sz="1000" dirty="0">
                <a:ea typeface="Open Sans" pitchFamily="34" charset="-122"/>
              </a:rPr>
              <a:t>n=10 so , From right to left in first octet, count 10 zeros , And make remaining zeros 1</a:t>
            </a:r>
          </a:p>
          <a:p>
            <a:endParaRPr lang="en-US" sz="1000" dirty="0">
              <a:ea typeface="Open Sans" pitchFamily="34" charset="-122"/>
            </a:endParaRPr>
          </a:p>
          <a:p>
            <a:r>
              <a:rPr lang="en-PK" sz="1000" dirty="0">
                <a:ea typeface="Open Sans" pitchFamily="34" charset="-122"/>
              </a:rPr>
              <a:t>12.255.252.0</a:t>
            </a:r>
            <a:endParaRPr lang="en-US" sz="1000" dirty="0">
              <a:ea typeface="Open Sans" pitchFamily="34" charset="-122"/>
            </a:endParaRPr>
          </a:p>
          <a:p>
            <a:r>
              <a:rPr lang="en-US" sz="1000" dirty="0">
                <a:highlight>
                  <a:srgbClr val="00FF00"/>
                </a:highlight>
                <a:ea typeface="Open Sans" pitchFamily="34" charset="-122"/>
              </a:rPr>
              <a:t>Subnet mask = </a:t>
            </a:r>
            <a:r>
              <a:rPr lang="en-PK" sz="1000" dirty="0">
                <a:highlight>
                  <a:srgbClr val="00FF00"/>
                </a:highlight>
                <a:ea typeface="Open Sans" pitchFamily="34" charset="-122"/>
              </a:rPr>
              <a:t>255.255.252.0</a:t>
            </a:r>
            <a:endParaRPr lang="en-US" sz="1000" dirty="0">
              <a:highlight>
                <a:srgbClr val="00FF00"/>
              </a:highlight>
              <a:ea typeface="Open Sans" pitchFamily="34" charset="-122"/>
            </a:endParaRPr>
          </a:p>
          <a:p>
            <a:endParaRPr lang="en-US" sz="1000" dirty="0">
              <a:highlight>
                <a:srgbClr val="00FF00"/>
              </a:highlight>
              <a:ea typeface="Open Sans" pitchFamily="34" charset="-122"/>
            </a:endParaRPr>
          </a:p>
          <a:p>
            <a:r>
              <a:rPr lang="en-US" sz="1000" dirty="0">
                <a:highlight>
                  <a:srgbClr val="00FF00"/>
                </a:highlight>
                <a:ea typeface="Open Sans" pitchFamily="34" charset="-122"/>
              </a:rPr>
              <a:t>IPs</a:t>
            </a:r>
          </a:p>
          <a:p>
            <a:pPr marL="171450" indent="-171450">
              <a:buFont typeface="Wingdings" panose="05000000000000000000" pitchFamily="2" charset="2"/>
              <a:buChar char="ü"/>
            </a:pPr>
            <a:r>
              <a:rPr lang="en-US" sz="1000" dirty="0">
                <a:ea typeface="Open Sans" pitchFamily="34" charset="-122"/>
              </a:rPr>
              <a:t>Network ID: </a:t>
            </a:r>
            <a:r>
              <a:rPr lang="en-PK" sz="1000" dirty="0">
                <a:ea typeface="Open Sans" pitchFamily="34" charset="-122"/>
              </a:rPr>
              <a:t>12.0.0.0/22</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Mask: </a:t>
            </a:r>
            <a:r>
              <a:rPr lang="en-PK" sz="1000" dirty="0">
                <a:ea typeface="Open Sans" pitchFamily="34" charset="-122"/>
              </a:rPr>
              <a:t>255.255.252.0</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Broadcast: </a:t>
            </a:r>
            <a:r>
              <a:rPr lang="en-PK" sz="1000" dirty="0">
                <a:ea typeface="Open Sans" pitchFamily="34" charset="-122"/>
              </a:rPr>
              <a:t>12.0.3.255/22</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Usable IPs : 12.0.0.1 to 12.0.3.254</a:t>
            </a:r>
          </a:p>
          <a:p>
            <a:endParaRPr lang="en-US" sz="1100" b="1" dirty="0">
              <a:ea typeface="Open Sans" pitchFamily="34" charset="-122"/>
            </a:endParaRPr>
          </a:p>
          <a:p>
            <a:r>
              <a:rPr lang="en-US" sz="1100" b="1" dirty="0">
                <a:ea typeface="Open Sans" pitchFamily="34" charset="-122"/>
              </a:rPr>
              <a:t>Next Network : 12.0.4.0</a:t>
            </a:r>
          </a:p>
        </p:txBody>
      </p:sp>
      <p:sp>
        <p:nvSpPr>
          <p:cNvPr id="2" name="TextBox 1">
            <a:extLst>
              <a:ext uri="{FF2B5EF4-FFF2-40B4-BE49-F238E27FC236}">
                <a16:creationId xmlns:a16="http://schemas.microsoft.com/office/drawing/2014/main" id="{0D4D5D1C-5A39-FB24-6041-7F85D0838731}"/>
              </a:ext>
            </a:extLst>
          </p:cNvPr>
          <p:cNvSpPr txBox="1"/>
          <p:nvPr/>
        </p:nvSpPr>
        <p:spPr>
          <a:xfrm>
            <a:off x="4076699" y="728227"/>
            <a:ext cx="3090333" cy="443198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2nd Subnetwork for 600 users:</a:t>
            </a:r>
            <a:endParaRPr lang="en-US" sz="1000" dirty="0">
              <a:ea typeface="Open Sans" pitchFamily="34" charset="-122"/>
            </a:endParaRPr>
          </a:p>
          <a:p>
            <a:r>
              <a:rPr lang="en-US" sz="1000" dirty="0">
                <a:ea typeface="Open Sans" pitchFamily="34" charset="-122"/>
              </a:rPr>
              <a:t>12.0000000.0000000.000000</a:t>
            </a:r>
          </a:p>
          <a:p>
            <a:endParaRPr lang="en-US" sz="1000" dirty="0">
              <a:ea typeface="Open Sans" pitchFamily="34" charset="-122"/>
            </a:endParaRPr>
          </a:p>
          <a:p>
            <a:r>
              <a:rPr lang="pt-BR" sz="1000" dirty="0">
                <a:ea typeface="Open Sans" pitchFamily="34" charset="-122"/>
              </a:rPr>
              <a:t>2^n -2 &gt;= 1000</a:t>
            </a:r>
          </a:p>
          <a:p>
            <a:r>
              <a:rPr lang="pt-BR" sz="1000" dirty="0">
                <a:ea typeface="Open Sans" pitchFamily="34" charset="-122"/>
              </a:rPr>
              <a:t>2^10 -2 &gt;=1000</a:t>
            </a:r>
          </a:p>
          <a:p>
            <a:r>
              <a:rPr lang="pt-BR" sz="1000" dirty="0">
                <a:ea typeface="Open Sans" pitchFamily="34" charset="-122"/>
              </a:rPr>
              <a:t>1024 -2 &gt;= 1000</a:t>
            </a:r>
          </a:p>
          <a:p>
            <a:r>
              <a:rPr lang="pt-BR" sz="1000" dirty="0">
                <a:ea typeface="Open Sans" pitchFamily="34" charset="-122"/>
              </a:rPr>
              <a:t>1022 &gt;= 1000 , n=10</a:t>
            </a:r>
          </a:p>
          <a:p>
            <a:endParaRPr lang="en-US" sz="1000" dirty="0">
              <a:highlight>
                <a:srgbClr val="00FF00"/>
              </a:highlight>
              <a:ea typeface="Open Sans" pitchFamily="34" charset="-122"/>
            </a:endParaRPr>
          </a:p>
          <a:p>
            <a:r>
              <a:rPr lang="en-US" sz="1000" dirty="0">
                <a:highlight>
                  <a:srgbClr val="00FF00"/>
                </a:highlight>
                <a:ea typeface="Open Sans" pitchFamily="34" charset="-122"/>
              </a:rPr>
              <a:t>n = 10 host bits required.</a:t>
            </a:r>
          </a:p>
          <a:p>
            <a:endParaRPr lang="en-US" sz="1000" dirty="0">
              <a:highlight>
                <a:srgbClr val="00FF00"/>
              </a:highlight>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12.0000000.0000000.000000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PK" sz="1000" dirty="0">
                <a:ea typeface="Open Sans" pitchFamily="34" charset="-122"/>
              </a:rPr>
              <a:t>12.11111111.11111100.00000000</a:t>
            </a:r>
            <a:endParaRPr lang="en-US" sz="1000" dirty="0">
              <a:ea typeface="Open Sans" pitchFamily="34" charset="-122"/>
            </a:endParaRPr>
          </a:p>
          <a:p>
            <a:endParaRPr lang="en-US" sz="1000" dirty="0">
              <a:ea typeface="Open Sans" pitchFamily="34" charset="-122"/>
            </a:endParaRPr>
          </a:p>
          <a:p>
            <a:r>
              <a:rPr lang="en-US" sz="1000" dirty="0">
                <a:ea typeface="Open Sans" pitchFamily="34" charset="-122"/>
              </a:rPr>
              <a:t>n=10 so , From right to left in first octet, count 10 zeros , And make remaining zeros 1</a:t>
            </a:r>
          </a:p>
          <a:p>
            <a:endParaRPr lang="en-US" sz="1000" dirty="0">
              <a:ea typeface="Open Sans" pitchFamily="34" charset="-122"/>
            </a:endParaRPr>
          </a:p>
          <a:p>
            <a:r>
              <a:rPr lang="en-PK" sz="1000" dirty="0">
                <a:ea typeface="Open Sans" pitchFamily="34" charset="-122"/>
              </a:rPr>
              <a:t>12.255.252.0</a:t>
            </a:r>
            <a:endParaRPr lang="en-US" sz="1000" dirty="0">
              <a:ea typeface="Open Sans" pitchFamily="34" charset="-122"/>
            </a:endParaRPr>
          </a:p>
          <a:p>
            <a:r>
              <a:rPr lang="en-US" sz="1000" dirty="0">
                <a:highlight>
                  <a:srgbClr val="00FF00"/>
                </a:highlight>
                <a:ea typeface="Open Sans" pitchFamily="34" charset="-122"/>
              </a:rPr>
              <a:t>Subnet mask = </a:t>
            </a:r>
            <a:r>
              <a:rPr lang="en-PK" sz="1000" dirty="0">
                <a:highlight>
                  <a:srgbClr val="00FF00"/>
                </a:highlight>
                <a:ea typeface="Open Sans" pitchFamily="34" charset="-122"/>
              </a:rPr>
              <a:t>255.255.252.0</a:t>
            </a:r>
            <a:endParaRPr lang="en-US" sz="1000" dirty="0">
              <a:highlight>
                <a:srgbClr val="00FF00"/>
              </a:highlight>
              <a:ea typeface="Open Sans" pitchFamily="34" charset="-122"/>
            </a:endParaRPr>
          </a:p>
          <a:p>
            <a:endParaRPr lang="en-US" sz="1000" dirty="0">
              <a:highlight>
                <a:srgbClr val="00FF00"/>
              </a:highlight>
              <a:ea typeface="Open Sans" pitchFamily="34" charset="-122"/>
            </a:endParaRPr>
          </a:p>
          <a:p>
            <a:r>
              <a:rPr lang="en-US" sz="1000" dirty="0">
                <a:highlight>
                  <a:srgbClr val="00FF00"/>
                </a:highlight>
                <a:ea typeface="Open Sans" pitchFamily="34" charset="-122"/>
              </a:rPr>
              <a:t>IPs</a:t>
            </a:r>
          </a:p>
          <a:p>
            <a:pPr marL="171450" indent="-171450">
              <a:buFont typeface="Wingdings" panose="05000000000000000000" pitchFamily="2" charset="2"/>
              <a:buChar char="ü"/>
            </a:pPr>
            <a:r>
              <a:rPr lang="en-US" sz="1000" dirty="0">
                <a:ea typeface="Open Sans" pitchFamily="34" charset="-122"/>
              </a:rPr>
              <a:t>Network ID: </a:t>
            </a:r>
            <a:r>
              <a:rPr lang="en-PK" sz="1000" dirty="0">
                <a:ea typeface="Open Sans" pitchFamily="34" charset="-122"/>
              </a:rPr>
              <a:t>12.0.4.0/22</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Mask: </a:t>
            </a:r>
            <a:r>
              <a:rPr lang="en-PK" sz="1000" dirty="0">
                <a:ea typeface="Open Sans" pitchFamily="34" charset="-122"/>
              </a:rPr>
              <a:t>255.255.252.0</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Broadcast: </a:t>
            </a:r>
            <a:r>
              <a:rPr lang="en-PK" sz="1000" dirty="0">
                <a:ea typeface="Open Sans" pitchFamily="34" charset="-122"/>
              </a:rPr>
              <a:t>12.0.7.255</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Usable IPs : 12.0.4.1 to 12.0.7.254</a:t>
            </a:r>
          </a:p>
          <a:p>
            <a:pPr marL="171450" indent="-171450">
              <a:buFont typeface="Wingdings" panose="05000000000000000000" pitchFamily="2" charset="2"/>
              <a:buChar char="ü"/>
            </a:pPr>
            <a:endParaRPr lang="en-US" sz="1000" dirty="0">
              <a:ea typeface="Open Sans" pitchFamily="34" charset="-122"/>
            </a:endParaRPr>
          </a:p>
          <a:p>
            <a:r>
              <a:rPr lang="en-US" sz="1100" b="1" dirty="0">
                <a:ea typeface="Open Sans" pitchFamily="34" charset="-122"/>
              </a:rPr>
              <a:t>Next network : 12.0.8.0</a:t>
            </a:r>
          </a:p>
        </p:txBody>
      </p:sp>
    </p:spTree>
    <p:extLst>
      <p:ext uri="{BB962C8B-B14F-4D97-AF65-F5344CB8AC3E}">
        <p14:creationId xmlns:p14="http://schemas.microsoft.com/office/powerpoint/2010/main" val="255389335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AE272-9786-7599-0F5D-5929B2A87C9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97E1591-6934-EF48-1A31-52A3B4856219}"/>
              </a:ext>
            </a:extLst>
          </p:cNvPr>
          <p:cNvSpPr txBox="1"/>
          <p:nvPr/>
        </p:nvSpPr>
        <p:spPr>
          <a:xfrm>
            <a:off x="3037416" y="0"/>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1A2216A9-3356-AC3D-A29D-DED1C4891602}"/>
              </a:ext>
            </a:extLst>
          </p:cNvPr>
          <p:cNvSpPr txBox="1"/>
          <p:nvPr/>
        </p:nvSpPr>
        <p:spPr>
          <a:xfrm>
            <a:off x="355599" y="420450"/>
            <a:ext cx="7636933" cy="307777"/>
          </a:xfrm>
          <a:prstGeom prst="rect">
            <a:avLst/>
          </a:prstGeom>
          <a:noFill/>
        </p:spPr>
        <p:txBody>
          <a:bodyPr wrap="square">
            <a:spAutoFit/>
          </a:bodyPr>
          <a:lstStyle/>
          <a:p>
            <a:pPr algn="just"/>
            <a:r>
              <a:rPr lang="en-US" b="1" dirty="0">
                <a:highlight>
                  <a:srgbClr val="00FFFF"/>
                </a:highlight>
              </a:rPr>
              <a:t>Here we have 5 Network, so let's begin , First start from the maximum users and go on </a:t>
            </a:r>
          </a:p>
        </p:txBody>
      </p:sp>
      <p:sp>
        <p:nvSpPr>
          <p:cNvPr id="3" name="TextBox 2">
            <a:extLst>
              <a:ext uri="{FF2B5EF4-FFF2-40B4-BE49-F238E27FC236}">
                <a16:creationId xmlns:a16="http://schemas.microsoft.com/office/drawing/2014/main" id="{1385D375-1816-45A4-37B7-0933867D2B7F}"/>
              </a:ext>
            </a:extLst>
          </p:cNvPr>
          <p:cNvSpPr txBox="1"/>
          <p:nvPr/>
        </p:nvSpPr>
        <p:spPr>
          <a:xfrm>
            <a:off x="355599" y="728227"/>
            <a:ext cx="3090333" cy="432426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ea typeface="Open Sans" pitchFamily="34" charset="-122"/>
              </a:rPr>
              <a:t>3rd</a:t>
            </a: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 Subnetwork for 100 users:</a:t>
            </a:r>
            <a:endParaRPr lang="en-US" sz="1000" dirty="0">
              <a:ea typeface="Open Sans" pitchFamily="34" charset="-122"/>
            </a:endParaRPr>
          </a:p>
          <a:p>
            <a:r>
              <a:rPr lang="en-US" sz="1000" dirty="0">
                <a:ea typeface="Open Sans" pitchFamily="34" charset="-122"/>
              </a:rPr>
              <a:t>12.0000000.0000000.000000</a:t>
            </a:r>
          </a:p>
          <a:p>
            <a:endParaRPr lang="en-US" sz="1000" dirty="0">
              <a:ea typeface="Open Sans" pitchFamily="34" charset="-122"/>
            </a:endParaRPr>
          </a:p>
          <a:p>
            <a:r>
              <a:rPr lang="pt-BR" sz="1000" dirty="0">
                <a:ea typeface="Open Sans" pitchFamily="34" charset="-122"/>
              </a:rPr>
              <a:t>2^n -2 &gt;= 100</a:t>
            </a:r>
          </a:p>
          <a:p>
            <a:r>
              <a:rPr lang="pt-BR" sz="1000" dirty="0">
                <a:ea typeface="Open Sans" pitchFamily="34" charset="-122"/>
              </a:rPr>
              <a:t>2^7 -2 &gt;=100</a:t>
            </a:r>
          </a:p>
          <a:p>
            <a:r>
              <a:rPr lang="pt-BR" sz="1000" dirty="0">
                <a:ea typeface="Open Sans" pitchFamily="34" charset="-122"/>
              </a:rPr>
              <a:t>128 -2 &gt;= 100</a:t>
            </a:r>
          </a:p>
          <a:p>
            <a:r>
              <a:rPr lang="pt-BR" sz="1000" dirty="0">
                <a:ea typeface="Open Sans" pitchFamily="34" charset="-122"/>
              </a:rPr>
              <a:t>126 &gt;= 100 , n=7</a:t>
            </a:r>
          </a:p>
          <a:p>
            <a:endParaRPr lang="en-US" sz="1000" dirty="0">
              <a:highlight>
                <a:srgbClr val="00FF00"/>
              </a:highlight>
              <a:ea typeface="Open Sans" pitchFamily="34" charset="-122"/>
            </a:endParaRPr>
          </a:p>
          <a:p>
            <a:r>
              <a:rPr lang="en-US" sz="1000" dirty="0">
                <a:highlight>
                  <a:srgbClr val="00FF00"/>
                </a:highlight>
                <a:ea typeface="Open Sans" pitchFamily="34" charset="-122"/>
              </a:rPr>
              <a:t>n = 7 host bits required.</a:t>
            </a:r>
          </a:p>
          <a:p>
            <a:endParaRPr lang="en-US" sz="1000" dirty="0">
              <a:highlight>
                <a:srgbClr val="00FF00"/>
              </a:highlight>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12.0000000.0000000.000000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PK" sz="1000" dirty="0">
                <a:ea typeface="Open Sans" pitchFamily="34" charset="-122"/>
              </a:rPr>
              <a:t>12.11111111.111111</a:t>
            </a:r>
            <a:r>
              <a:rPr lang="en-US" sz="1000" dirty="0">
                <a:ea typeface="Open Sans" pitchFamily="34" charset="-122"/>
              </a:rPr>
              <a:t>11</a:t>
            </a:r>
            <a:r>
              <a:rPr lang="en-PK" sz="1000" dirty="0">
                <a:ea typeface="Open Sans" pitchFamily="34" charset="-122"/>
              </a:rPr>
              <a:t>.</a:t>
            </a:r>
            <a:r>
              <a:rPr lang="en-US" sz="1000" dirty="0">
                <a:ea typeface="Open Sans" pitchFamily="34" charset="-122"/>
              </a:rPr>
              <a:t>1</a:t>
            </a:r>
            <a:r>
              <a:rPr lang="en-PK" sz="1000" dirty="0">
                <a:ea typeface="Open Sans" pitchFamily="34" charset="-122"/>
              </a:rPr>
              <a:t>0000000</a:t>
            </a:r>
            <a:endParaRPr lang="en-US" sz="1000" dirty="0">
              <a:ea typeface="Open Sans" pitchFamily="34" charset="-122"/>
            </a:endParaRPr>
          </a:p>
          <a:p>
            <a:endParaRPr lang="en-US" sz="1000" dirty="0">
              <a:ea typeface="Open Sans" pitchFamily="34" charset="-122"/>
            </a:endParaRPr>
          </a:p>
          <a:p>
            <a:r>
              <a:rPr lang="en-US" sz="1000" dirty="0">
                <a:ea typeface="Open Sans" pitchFamily="34" charset="-122"/>
              </a:rPr>
              <a:t>n=7 so , From right to left in first octet, count 7 zeros , And make remaining zeros 1</a:t>
            </a:r>
          </a:p>
          <a:p>
            <a:endParaRPr lang="en-US" sz="1000" dirty="0">
              <a:ea typeface="Open Sans" pitchFamily="34" charset="-122"/>
            </a:endParaRPr>
          </a:p>
          <a:p>
            <a:r>
              <a:rPr lang="en-PK" sz="1000" dirty="0">
                <a:ea typeface="Open Sans" pitchFamily="34" charset="-122"/>
              </a:rPr>
              <a:t>12.255.255.128</a:t>
            </a:r>
            <a:endParaRPr lang="en-US" sz="1000" dirty="0">
              <a:ea typeface="Open Sans" pitchFamily="34" charset="-122"/>
            </a:endParaRPr>
          </a:p>
          <a:p>
            <a:r>
              <a:rPr lang="en-US" sz="1000" dirty="0">
                <a:highlight>
                  <a:srgbClr val="00FF00"/>
                </a:highlight>
                <a:ea typeface="Open Sans" pitchFamily="34" charset="-122"/>
              </a:rPr>
              <a:t>Subnet mask = </a:t>
            </a:r>
            <a:r>
              <a:rPr lang="en-PK" sz="1000" dirty="0">
                <a:highlight>
                  <a:srgbClr val="00FF00"/>
                </a:highlight>
                <a:ea typeface="Open Sans" pitchFamily="34" charset="-122"/>
              </a:rPr>
              <a:t>255.255.255.128</a:t>
            </a:r>
            <a:endParaRPr lang="en-US" sz="1000" dirty="0">
              <a:highlight>
                <a:srgbClr val="00FF00"/>
              </a:highlight>
              <a:ea typeface="Open Sans" pitchFamily="34" charset="-122"/>
            </a:endParaRPr>
          </a:p>
          <a:p>
            <a:endParaRPr lang="en-US" sz="1000" dirty="0">
              <a:highlight>
                <a:srgbClr val="00FF00"/>
              </a:highlight>
              <a:ea typeface="Open Sans" pitchFamily="34" charset="-122"/>
            </a:endParaRPr>
          </a:p>
          <a:p>
            <a:r>
              <a:rPr lang="en-US" sz="1000" dirty="0">
                <a:highlight>
                  <a:srgbClr val="00FF00"/>
                </a:highlight>
                <a:ea typeface="Open Sans" pitchFamily="34" charset="-122"/>
              </a:rPr>
              <a:t>IPs</a:t>
            </a:r>
          </a:p>
          <a:p>
            <a:pPr marL="171450" indent="-171450">
              <a:buFont typeface="Wingdings" panose="05000000000000000000" pitchFamily="2" charset="2"/>
              <a:buChar char="ü"/>
            </a:pPr>
            <a:r>
              <a:rPr lang="en-US" sz="1000" dirty="0">
                <a:ea typeface="Open Sans" pitchFamily="34" charset="-122"/>
              </a:rPr>
              <a:t>Network ID: </a:t>
            </a:r>
            <a:r>
              <a:rPr lang="en-PK" sz="1000" dirty="0">
                <a:ea typeface="Open Sans" pitchFamily="34" charset="-122"/>
              </a:rPr>
              <a:t>12.0.8.0/25</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Mask: </a:t>
            </a:r>
            <a:r>
              <a:rPr lang="en-PK" sz="1000" dirty="0">
                <a:ea typeface="Open Sans" pitchFamily="34" charset="-122"/>
              </a:rPr>
              <a:t>255.255.255.128</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Broadcast: </a:t>
            </a:r>
            <a:r>
              <a:rPr lang="en-PK" sz="1000" dirty="0">
                <a:ea typeface="Open Sans" pitchFamily="34" charset="-122"/>
              </a:rPr>
              <a:t>12.0.8.127/25</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Usable IPs : 12.0.8.1 to 12.0.8.126</a:t>
            </a:r>
          </a:p>
          <a:p>
            <a:pPr marL="171450" indent="-171450">
              <a:buFont typeface="Wingdings" panose="05000000000000000000" pitchFamily="2" charset="2"/>
              <a:buChar char="ü"/>
            </a:pPr>
            <a:endParaRPr lang="en-US" sz="1000" dirty="0">
              <a:ea typeface="Open Sans" pitchFamily="34" charset="-122"/>
            </a:endParaRPr>
          </a:p>
          <a:p>
            <a:r>
              <a:rPr lang="en-US" sz="1100" b="1" dirty="0">
                <a:ea typeface="Open Sans" pitchFamily="34" charset="-122"/>
              </a:rPr>
              <a:t>Next Network : 12.0.8.128</a:t>
            </a:r>
          </a:p>
        </p:txBody>
      </p:sp>
      <p:sp>
        <p:nvSpPr>
          <p:cNvPr id="6" name="TextBox 5">
            <a:extLst>
              <a:ext uri="{FF2B5EF4-FFF2-40B4-BE49-F238E27FC236}">
                <a16:creationId xmlns:a16="http://schemas.microsoft.com/office/drawing/2014/main" id="{4E63627E-A4CD-7BB7-A98D-D25397BBCE14}"/>
              </a:ext>
            </a:extLst>
          </p:cNvPr>
          <p:cNvSpPr txBox="1"/>
          <p:nvPr/>
        </p:nvSpPr>
        <p:spPr>
          <a:xfrm>
            <a:off x="4329641" y="728226"/>
            <a:ext cx="3090333" cy="432426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4th Subnetwork for 100 users:</a:t>
            </a:r>
            <a:endParaRPr lang="en-US" sz="1000" dirty="0">
              <a:ea typeface="Open Sans" pitchFamily="34" charset="-122"/>
            </a:endParaRPr>
          </a:p>
          <a:p>
            <a:r>
              <a:rPr lang="en-US" sz="1000" dirty="0">
                <a:ea typeface="Open Sans" pitchFamily="34" charset="-122"/>
              </a:rPr>
              <a:t>12.0000000.0000000.000000</a:t>
            </a:r>
          </a:p>
          <a:p>
            <a:endParaRPr lang="en-US" sz="1000" dirty="0">
              <a:ea typeface="Open Sans" pitchFamily="34" charset="-122"/>
            </a:endParaRPr>
          </a:p>
          <a:p>
            <a:r>
              <a:rPr lang="pt-BR" sz="1000" dirty="0">
                <a:ea typeface="Open Sans" pitchFamily="34" charset="-122"/>
              </a:rPr>
              <a:t>2^n -2 &gt;= 50</a:t>
            </a:r>
          </a:p>
          <a:p>
            <a:r>
              <a:rPr lang="pt-BR" sz="1000" dirty="0">
                <a:ea typeface="Open Sans" pitchFamily="34" charset="-122"/>
              </a:rPr>
              <a:t>2^6 -2 &gt;=50</a:t>
            </a:r>
          </a:p>
          <a:p>
            <a:r>
              <a:rPr lang="pt-BR" sz="1000" dirty="0">
                <a:ea typeface="Open Sans" pitchFamily="34" charset="-122"/>
              </a:rPr>
              <a:t>64 -2 &gt;= 50</a:t>
            </a:r>
          </a:p>
          <a:p>
            <a:r>
              <a:rPr lang="pt-BR" sz="1000" dirty="0">
                <a:ea typeface="Open Sans" pitchFamily="34" charset="-122"/>
              </a:rPr>
              <a:t>62 &gt;= 50 , n=6</a:t>
            </a:r>
          </a:p>
          <a:p>
            <a:endParaRPr lang="en-US" sz="1000" dirty="0">
              <a:highlight>
                <a:srgbClr val="00FF00"/>
              </a:highlight>
              <a:ea typeface="Open Sans" pitchFamily="34" charset="-122"/>
            </a:endParaRPr>
          </a:p>
          <a:p>
            <a:r>
              <a:rPr lang="en-US" sz="1000" dirty="0">
                <a:highlight>
                  <a:srgbClr val="00FF00"/>
                </a:highlight>
                <a:ea typeface="Open Sans" pitchFamily="34" charset="-122"/>
              </a:rPr>
              <a:t>n = 6 host bits required.</a:t>
            </a:r>
          </a:p>
          <a:p>
            <a:endParaRPr lang="en-US" sz="1000" dirty="0">
              <a:highlight>
                <a:srgbClr val="00FF00"/>
              </a:highlight>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12.0000000.0000000.000000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PK" sz="1000" dirty="0">
                <a:ea typeface="Open Sans" pitchFamily="34" charset="-122"/>
              </a:rPr>
              <a:t>12.11111111.111111</a:t>
            </a:r>
            <a:r>
              <a:rPr lang="en-US" sz="1000" dirty="0">
                <a:ea typeface="Open Sans" pitchFamily="34" charset="-122"/>
              </a:rPr>
              <a:t>11</a:t>
            </a:r>
            <a:r>
              <a:rPr lang="en-PK" sz="1000" dirty="0">
                <a:ea typeface="Open Sans" pitchFamily="34" charset="-122"/>
              </a:rPr>
              <a:t>.</a:t>
            </a:r>
            <a:r>
              <a:rPr lang="en-US" sz="1000" dirty="0">
                <a:ea typeface="Open Sans" pitchFamily="34" charset="-122"/>
              </a:rPr>
              <a:t>11</a:t>
            </a:r>
            <a:r>
              <a:rPr lang="en-PK" sz="1000" dirty="0">
                <a:ea typeface="Open Sans" pitchFamily="34" charset="-122"/>
              </a:rPr>
              <a:t>000000</a:t>
            </a:r>
            <a:endParaRPr lang="en-US" sz="1000" dirty="0">
              <a:ea typeface="Open Sans" pitchFamily="34" charset="-122"/>
            </a:endParaRPr>
          </a:p>
          <a:p>
            <a:endParaRPr lang="en-US" sz="1000" dirty="0">
              <a:ea typeface="Open Sans" pitchFamily="34" charset="-122"/>
            </a:endParaRPr>
          </a:p>
          <a:p>
            <a:r>
              <a:rPr lang="en-US" sz="1000" dirty="0">
                <a:ea typeface="Open Sans" pitchFamily="34" charset="-122"/>
              </a:rPr>
              <a:t>n=6 so , From right to left in first octet, count 6 zeros , And make remaining zeros 1</a:t>
            </a:r>
          </a:p>
          <a:p>
            <a:endParaRPr lang="en-US" sz="1000" dirty="0">
              <a:ea typeface="Open Sans" pitchFamily="34" charset="-122"/>
            </a:endParaRPr>
          </a:p>
          <a:p>
            <a:r>
              <a:rPr lang="en-PK" sz="1000" dirty="0">
                <a:ea typeface="Open Sans" pitchFamily="34" charset="-122"/>
              </a:rPr>
              <a:t>12.255.255.192</a:t>
            </a:r>
            <a:endParaRPr lang="en-US" sz="1000" dirty="0">
              <a:ea typeface="Open Sans" pitchFamily="34" charset="-122"/>
            </a:endParaRPr>
          </a:p>
          <a:p>
            <a:r>
              <a:rPr lang="en-US" sz="1000" dirty="0">
                <a:highlight>
                  <a:srgbClr val="00FF00"/>
                </a:highlight>
                <a:ea typeface="Open Sans" pitchFamily="34" charset="-122"/>
              </a:rPr>
              <a:t>Subnet mask = </a:t>
            </a:r>
            <a:r>
              <a:rPr lang="en-PK" sz="1000" dirty="0">
                <a:highlight>
                  <a:srgbClr val="00FF00"/>
                </a:highlight>
                <a:ea typeface="Open Sans" pitchFamily="34" charset="-122"/>
              </a:rPr>
              <a:t>255.255.255.192</a:t>
            </a:r>
            <a:endParaRPr lang="en-US" sz="1000" dirty="0">
              <a:highlight>
                <a:srgbClr val="00FF00"/>
              </a:highlight>
              <a:ea typeface="Open Sans" pitchFamily="34" charset="-122"/>
            </a:endParaRPr>
          </a:p>
          <a:p>
            <a:endParaRPr lang="en-US" sz="1000" dirty="0">
              <a:highlight>
                <a:srgbClr val="00FF00"/>
              </a:highlight>
              <a:ea typeface="Open Sans" pitchFamily="34" charset="-122"/>
            </a:endParaRPr>
          </a:p>
          <a:p>
            <a:r>
              <a:rPr lang="en-US" sz="1000" dirty="0">
                <a:highlight>
                  <a:srgbClr val="00FF00"/>
                </a:highlight>
                <a:ea typeface="Open Sans" pitchFamily="34" charset="-122"/>
              </a:rPr>
              <a:t>IPs</a:t>
            </a:r>
          </a:p>
          <a:p>
            <a:pPr marL="171450" indent="-171450">
              <a:buFont typeface="Wingdings" panose="05000000000000000000" pitchFamily="2" charset="2"/>
              <a:buChar char="ü"/>
            </a:pPr>
            <a:r>
              <a:rPr lang="en-US" sz="1000" dirty="0">
                <a:ea typeface="Open Sans" pitchFamily="34" charset="-122"/>
              </a:rPr>
              <a:t>Network ID: </a:t>
            </a:r>
            <a:r>
              <a:rPr lang="en-PK" sz="1000" dirty="0">
                <a:ea typeface="Open Sans" pitchFamily="34" charset="-122"/>
              </a:rPr>
              <a:t>12.0.8.128/26</a:t>
            </a:r>
          </a:p>
          <a:p>
            <a:pPr marL="171450" indent="-171450">
              <a:buFont typeface="Wingdings" panose="05000000000000000000" pitchFamily="2" charset="2"/>
              <a:buChar char="ü"/>
            </a:pPr>
            <a:r>
              <a:rPr lang="en-US" sz="1000" dirty="0">
                <a:ea typeface="Open Sans" pitchFamily="34" charset="-122"/>
              </a:rPr>
              <a:t>Mask: </a:t>
            </a:r>
            <a:r>
              <a:rPr lang="en-PK" sz="1000" dirty="0">
                <a:ea typeface="Open Sans" pitchFamily="34" charset="-122"/>
              </a:rPr>
              <a:t>255.255.255.192</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Broadcast: </a:t>
            </a:r>
            <a:r>
              <a:rPr lang="en-PK" sz="1000" dirty="0">
                <a:ea typeface="Open Sans" pitchFamily="34" charset="-122"/>
              </a:rPr>
              <a:t>12.0.8.191/26</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Usable IPs : 12.0.8.129 to 12.0.8.190</a:t>
            </a:r>
          </a:p>
          <a:p>
            <a:pPr marL="171450" indent="-171450">
              <a:buFont typeface="Wingdings" panose="05000000000000000000" pitchFamily="2" charset="2"/>
              <a:buChar char="ü"/>
            </a:pPr>
            <a:endParaRPr lang="en-US" sz="1000" dirty="0">
              <a:ea typeface="Open Sans" pitchFamily="34" charset="-122"/>
            </a:endParaRPr>
          </a:p>
          <a:p>
            <a:r>
              <a:rPr lang="en-US" sz="1100" b="1" dirty="0">
                <a:ea typeface="Open Sans" pitchFamily="34" charset="-122"/>
              </a:rPr>
              <a:t>Next Network : 12.0.8.192</a:t>
            </a:r>
          </a:p>
        </p:txBody>
      </p:sp>
    </p:spTree>
    <p:extLst>
      <p:ext uri="{BB962C8B-B14F-4D97-AF65-F5344CB8AC3E}">
        <p14:creationId xmlns:p14="http://schemas.microsoft.com/office/powerpoint/2010/main" val="64677439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30184-A155-1E0E-6280-6F842A1CE79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827AFBA-2C7E-B6F3-3D0F-A9859E7F6ABC}"/>
              </a:ext>
            </a:extLst>
          </p:cNvPr>
          <p:cNvSpPr txBox="1"/>
          <p:nvPr/>
        </p:nvSpPr>
        <p:spPr>
          <a:xfrm>
            <a:off x="3037416" y="0"/>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AF0BDFCE-8A41-49C5-728B-8E73D6440B0C}"/>
              </a:ext>
            </a:extLst>
          </p:cNvPr>
          <p:cNvSpPr txBox="1"/>
          <p:nvPr/>
        </p:nvSpPr>
        <p:spPr>
          <a:xfrm>
            <a:off x="355599" y="420450"/>
            <a:ext cx="7636933" cy="307777"/>
          </a:xfrm>
          <a:prstGeom prst="rect">
            <a:avLst/>
          </a:prstGeom>
          <a:noFill/>
        </p:spPr>
        <p:txBody>
          <a:bodyPr wrap="square">
            <a:spAutoFit/>
          </a:bodyPr>
          <a:lstStyle/>
          <a:p>
            <a:pPr algn="just"/>
            <a:r>
              <a:rPr lang="en-US" b="1" dirty="0">
                <a:highlight>
                  <a:srgbClr val="00FFFF"/>
                </a:highlight>
              </a:rPr>
              <a:t>Here we have 5 Network, so let's begin , First start from the maximum users and go on </a:t>
            </a:r>
          </a:p>
        </p:txBody>
      </p:sp>
      <p:sp>
        <p:nvSpPr>
          <p:cNvPr id="3" name="TextBox 2">
            <a:extLst>
              <a:ext uri="{FF2B5EF4-FFF2-40B4-BE49-F238E27FC236}">
                <a16:creationId xmlns:a16="http://schemas.microsoft.com/office/drawing/2014/main" id="{187DCEFA-1B8E-9191-4D26-0A2EA424B8C3}"/>
              </a:ext>
            </a:extLst>
          </p:cNvPr>
          <p:cNvSpPr txBox="1"/>
          <p:nvPr/>
        </p:nvSpPr>
        <p:spPr>
          <a:xfrm>
            <a:off x="355599" y="728227"/>
            <a:ext cx="3090333" cy="432426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5th Subnetwork for </a:t>
            </a:r>
            <a:r>
              <a:rPr lang="en-US" b="1" dirty="0">
                <a:ea typeface="Open Sans" pitchFamily="34" charset="-122"/>
              </a:rPr>
              <a:t>2</a:t>
            </a:r>
            <a:r>
              <a:rPr kumimoji="0" lang="en-US" sz="1400" b="1" i="0" u="none" strike="noStrike" kern="0" cap="none" spc="0" normalizeH="0" baseline="0" noProof="0" dirty="0">
                <a:ln>
                  <a:noFill/>
                </a:ln>
                <a:solidFill>
                  <a:srgbClr val="000000"/>
                </a:solidFill>
                <a:effectLst/>
                <a:uLnTx/>
                <a:uFillTx/>
                <a:latin typeface="Arial"/>
                <a:ea typeface="Open Sans" pitchFamily="34" charset="-122"/>
                <a:cs typeface="Arial"/>
                <a:sym typeface="Arial"/>
              </a:rPr>
              <a:t> users:</a:t>
            </a:r>
            <a:endParaRPr lang="en-US" sz="1000" dirty="0">
              <a:ea typeface="Open Sans" pitchFamily="34" charset="-122"/>
            </a:endParaRPr>
          </a:p>
          <a:p>
            <a:r>
              <a:rPr lang="en-US" sz="1000" dirty="0">
                <a:ea typeface="Open Sans" pitchFamily="34" charset="-122"/>
              </a:rPr>
              <a:t>12.0000000.0000000.000000</a:t>
            </a:r>
          </a:p>
          <a:p>
            <a:endParaRPr lang="en-US" sz="1000" dirty="0">
              <a:ea typeface="Open Sans" pitchFamily="34" charset="-122"/>
            </a:endParaRPr>
          </a:p>
          <a:p>
            <a:r>
              <a:rPr lang="pt-BR" sz="1000" dirty="0">
                <a:ea typeface="Open Sans" pitchFamily="34" charset="-122"/>
              </a:rPr>
              <a:t>2^n -2 &gt;= 2</a:t>
            </a:r>
          </a:p>
          <a:p>
            <a:r>
              <a:rPr lang="pt-BR" sz="1000" dirty="0">
                <a:ea typeface="Open Sans" pitchFamily="34" charset="-122"/>
              </a:rPr>
              <a:t>2^2 -2 &gt;=2</a:t>
            </a:r>
          </a:p>
          <a:p>
            <a:r>
              <a:rPr lang="pt-BR" sz="1000" dirty="0">
                <a:ea typeface="Open Sans" pitchFamily="34" charset="-122"/>
              </a:rPr>
              <a:t>4 -2 &gt;= 2</a:t>
            </a:r>
          </a:p>
          <a:p>
            <a:r>
              <a:rPr lang="pt-BR" sz="1000" dirty="0">
                <a:ea typeface="Open Sans" pitchFamily="34" charset="-122"/>
              </a:rPr>
              <a:t>2 &gt;= 2 , n=2</a:t>
            </a:r>
          </a:p>
          <a:p>
            <a:endParaRPr lang="en-US" sz="1000" dirty="0">
              <a:highlight>
                <a:srgbClr val="00FF00"/>
              </a:highlight>
              <a:ea typeface="Open Sans" pitchFamily="34" charset="-122"/>
            </a:endParaRPr>
          </a:p>
          <a:p>
            <a:r>
              <a:rPr lang="en-US" sz="1000" dirty="0">
                <a:highlight>
                  <a:srgbClr val="00FF00"/>
                </a:highlight>
                <a:ea typeface="Open Sans" pitchFamily="34" charset="-122"/>
              </a:rPr>
              <a:t>n = 2 host bits required.</a:t>
            </a:r>
          </a:p>
          <a:p>
            <a:endParaRPr lang="en-US" sz="1000" dirty="0">
              <a:highlight>
                <a:srgbClr val="00FF00"/>
              </a:highlight>
              <a:ea typeface="Open Sans" pitchFamily="34" charset="-122"/>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rPr>
              <a:t>12.0000000.0000000.000000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00" b="0" i="0" u="none" strike="noStrike" kern="0" cap="none" spc="0" normalizeH="0" baseline="0" noProof="0" dirty="0">
              <a:ln>
                <a:noFill/>
              </a:ln>
              <a:solidFill>
                <a:srgbClr val="000000"/>
              </a:solidFill>
              <a:effectLst/>
              <a:uLnTx/>
              <a:uFillTx/>
              <a:latin typeface="Arial"/>
              <a:ea typeface="Open Sans" pitchFamily="34" charset="-122"/>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PK" sz="1000" dirty="0">
                <a:ea typeface="Open Sans" pitchFamily="34" charset="-122"/>
              </a:rPr>
              <a:t>12.11111111.111111</a:t>
            </a:r>
            <a:r>
              <a:rPr lang="en-US" sz="1000" dirty="0">
                <a:ea typeface="Open Sans" pitchFamily="34" charset="-122"/>
              </a:rPr>
              <a:t>11</a:t>
            </a:r>
            <a:r>
              <a:rPr lang="en-PK" sz="1000" dirty="0">
                <a:ea typeface="Open Sans" pitchFamily="34" charset="-122"/>
              </a:rPr>
              <a:t>.</a:t>
            </a:r>
            <a:r>
              <a:rPr lang="en-US" sz="1000" dirty="0">
                <a:ea typeface="Open Sans" pitchFamily="34" charset="-122"/>
              </a:rPr>
              <a:t>111111</a:t>
            </a:r>
            <a:r>
              <a:rPr lang="en-PK" sz="1000" dirty="0">
                <a:ea typeface="Open Sans" pitchFamily="34" charset="-122"/>
              </a:rPr>
              <a:t>00</a:t>
            </a:r>
            <a:endParaRPr lang="en-US" sz="1000" dirty="0">
              <a:ea typeface="Open Sans" pitchFamily="34" charset="-122"/>
            </a:endParaRPr>
          </a:p>
          <a:p>
            <a:endParaRPr lang="en-US" sz="1000" dirty="0">
              <a:ea typeface="Open Sans" pitchFamily="34" charset="-122"/>
            </a:endParaRPr>
          </a:p>
          <a:p>
            <a:r>
              <a:rPr lang="en-US" sz="1000" dirty="0">
                <a:ea typeface="Open Sans" pitchFamily="34" charset="-122"/>
              </a:rPr>
              <a:t>n=2 so , From right to left in first octet, count 2 zeros , And make remaining zeros 1</a:t>
            </a:r>
          </a:p>
          <a:p>
            <a:endParaRPr lang="en-US" sz="1000" dirty="0">
              <a:ea typeface="Open Sans" pitchFamily="34" charset="-122"/>
            </a:endParaRPr>
          </a:p>
          <a:p>
            <a:r>
              <a:rPr lang="en-PK" sz="1000" dirty="0">
                <a:ea typeface="Open Sans" pitchFamily="34" charset="-122"/>
              </a:rPr>
              <a:t>12.255.255.252</a:t>
            </a:r>
            <a:endParaRPr lang="en-US" sz="1000" dirty="0">
              <a:ea typeface="Open Sans" pitchFamily="34" charset="-122"/>
            </a:endParaRPr>
          </a:p>
          <a:p>
            <a:r>
              <a:rPr lang="en-US" sz="1000" dirty="0">
                <a:highlight>
                  <a:srgbClr val="00FF00"/>
                </a:highlight>
                <a:ea typeface="Open Sans" pitchFamily="34" charset="-122"/>
              </a:rPr>
              <a:t>Subnet mask = </a:t>
            </a:r>
            <a:r>
              <a:rPr lang="en-PK" sz="1000" dirty="0">
                <a:highlight>
                  <a:srgbClr val="00FF00"/>
                </a:highlight>
                <a:ea typeface="Open Sans" pitchFamily="34" charset="-122"/>
              </a:rPr>
              <a:t>255.255.255.252</a:t>
            </a:r>
            <a:endParaRPr lang="en-US" sz="1000" dirty="0">
              <a:highlight>
                <a:srgbClr val="00FF00"/>
              </a:highlight>
              <a:ea typeface="Open Sans" pitchFamily="34" charset="-122"/>
            </a:endParaRPr>
          </a:p>
          <a:p>
            <a:endParaRPr lang="en-US" sz="1000" dirty="0">
              <a:highlight>
                <a:srgbClr val="00FF00"/>
              </a:highlight>
              <a:ea typeface="Open Sans" pitchFamily="34" charset="-122"/>
            </a:endParaRPr>
          </a:p>
          <a:p>
            <a:r>
              <a:rPr lang="en-US" sz="1000" dirty="0">
                <a:highlight>
                  <a:srgbClr val="00FF00"/>
                </a:highlight>
                <a:ea typeface="Open Sans" pitchFamily="34" charset="-122"/>
              </a:rPr>
              <a:t>IPs</a:t>
            </a:r>
          </a:p>
          <a:p>
            <a:pPr marL="171450" indent="-171450">
              <a:buFont typeface="Wingdings" panose="05000000000000000000" pitchFamily="2" charset="2"/>
              <a:buChar char="ü"/>
            </a:pPr>
            <a:r>
              <a:rPr lang="en-US" sz="1000" dirty="0">
                <a:ea typeface="Open Sans" pitchFamily="34" charset="-122"/>
              </a:rPr>
              <a:t>Network ID: </a:t>
            </a:r>
            <a:r>
              <a:rPr lang="en-PK" sz="1000" dirty="0">
                <a:ea typeface="Open Sans" pitchFamily="34" charset="-122"/>
              </a:rPr>
              <a:t>12.0.8.192/30</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Mask: </a:t>
            </a:r>
            <a:r>
              <a:rPr lang="en-PK" sz="1000" dirty="0">
                <a:ea typeface="Open Sans" pitchFamily="34" charset="-122"/>
              </a:rPr>
              <a:t>255.255.255.252</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Broadcast: </a:t>
            </a:r>
            <a:r>
              <a:rPr lang="en-PK" sz="1000" dirty="0">
                <a:ea typeface="Open Sans" pitchFamily="34" charset="-122"/>
              </a:rPr>
              <a:t>12.0.8.195/30</a:t>
            </a:r>
            <a:endParaRPr lang="en-US" sz="1000" dirty="0">
              <a:ea typeface="Open Sans" pitchFamily="34" charset="-122"/>
            </a:endParaRPr>
          </a:p>
          <a:p>
            <a:pPr marL="171450" indent="-171450">
              <a:buFont typeface="Wingdings" panose="05000000000000000000" pitchFamily="2" charset="2"/>
              <a:buChar char="ü"/>
            </a:pPr>
            <a:r>
              <a:rPr lang="en-US" sz="1000" dirty="0">
                <a:ea typeface="Open Sans" pitchFamily="34" charset="-122"/>
              </a:rPr>
              <a:t>Usable IPs : 12.0.8.193 to 12.0.8.194</a:t>
            </a:r>
          </a:p>
          <a:p>
            <a:pPr marL="171450" indent="-171450">
              <a:buFont typeface="Wingdings" panose="05000000000000000000" pitchFamily="2" charset="2"/>
              <a:buChar char="ü"/>
            </a:pPr>
            <a:endParaRPr lang="en-US" sz="1000" dirty="0">
              <a:ea typeface="Open Sans" pitchFamily="34" charset="-122"/>
            </a:endParaRPr>
          </a:p>
          <a:p>
            <a:r>
              <a:rPr lang="en-US" sz="1100" b="1" dirty="0">
                <a:ea typeface="Open Sans" pitchFamily="34" charset="-122"/>
              </a:rPr>
              <a:t>Next Network : </a:t>
            </a:r>
            <a:r>
              <a:rPr lang="en-PK" sz="1100" b="1" dirty="0">
                <a:ea typeface="Open Sans" pitchFamily="34" charset="-122"/>
              </a:rPr>
              <a:t>12.0.8.196</a:t>
            </a:r>
            <a:endParaRPr lang="en-US" sz="1100" b="1" dirty="0">
              <a:ea typeface="Open Sans" pitchFamily="34" charset="-122"/>
            </a:endParaRPr>
          </a:p>
        </p:txBody>
      </p:sp>
    </p:spTree>
    <p:extLst>
      <p:ext uri="{BB962C8B-B14F-4D97-AF65-F5344CB8AC3E}">
        <p14:creationId xmlns:p14="http://schemas.microsoft.com/office/powerpoint/2010/main" val="67357683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C888D-D08A-1916-9E9F-76DE983BEE0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D4EFD04-97E5-E313-886D-BAC6EB5A6590}"/>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3" name="TextBox 2">
            <a:extLst>
              <a:ext uri="{FF2B5EF4-FFF2-40B4-BE49-F238E27FC236}">
                <a16:creationId xmlns:a16="http://schemas.microsoft.com/office/drawing/2014/main" id="{0163CB45-5414-92C5-5D74-C62AAA87A387}"/>
              </a:ext>
            </a:extLst>
          </p:cNvPr>
          <p:cNvSpPr txBox="1"/>
          <p:nvPr/>
        </p:nvSpPr>
        <p:spPr>
          <a:xfrm>
            <a:off x="220133" y="832197"/>
            <a:ext cx="7391400" cy="4216539"/>
          </a:xfrm>
          <a:prstGeom prst="rect">
            <a:avLst/>
          </a:prstGeom>
          <a:noFill/>
        </p:spPr>
        <p:txBody>
          <a:bodyPr wrap="square">
            <a:spAutoFit/>
          </a:bodyPr>
          <a:lstStyle/>
          <a:p>
            <a:r>
              <a:rPr lang="en-US" b="1" dirty="0">
                <a:highlight>
                  <a:srgbClr val="00FFFF"/>
                </a:highlight>
              </a:rPr>
              <a:t>Assignment (VLSM): </a:t>
            </a:r>
          </a:p>
          <a:p>
            <a:endParaRPr lang="en-US" dirty="0"/>
          </a:p>
          <a:p>
            <a:r>
              <a:rPr lang="en-US" sz="1000" dirty="0">
                <a:highlight>
                  <a:srgbClr val="00FFFF"/>
                </a:highlight>
                <a:ea typeface="Open Sans" pitchFamily="34" charset="-122"/>
              </a:rPr>
              <a:t>Class A:</a:t>
            </a:r>
          </a:p>
          <a:p>
            <a:r>
              <a:rPr lang="en-US" sz="1000" dirty="0">
                <a:ea typeface="Open Sans" pitchFamily="34" charset="-122"/>
              </a:rPr>
              <a:t>A company says, We have purchased the IP address 192.168.10.0/24. You need to connect.</a:t>
            </a:r>
          </a:p>
          <a:p>
            <a:endParaRPr lang="en-US" sz="1000" dirty="0">
              <a:ea typeface="Open Sans" pitchFamily="34" charset="-122"/>
            </a:endParaRPr>
          </a:p>
          <a:p>
            <a:pPr marL="171450" indent="-171450">
              <a:buFont typeface="Wingdings" panose="05000000000000000000" pitchFamily="2" charset="2"/>
              <a:buChar char="v"/>
            </a:pPr>
            <a:r>
              <a:rPr lang="en-US" sz="1000" dirty="0">
                <a:ea typeface="Open Sans" pitchFamily="34" charset="-122"/>
              </a:rPr>
              <a:t>1st Branch, Users 60</a:t>
            </a:r>
          </a:p>
          <a:p>
            <a:pPr marL="171450" indent="-171450">
              <a:buFont typeface="Wingdings" panose="05000000000000000000" pitchFamily="2" charset="2"/>
              <a:buChar char="v"/>
            </a:pPr>
            <a:endParaRPr lang="en-US" sz="1000" dirty="0">
              <a:ea typeface="Open Sans" pitchFamily="34" charset="-122"/>
            </a:endParaRPr>
          </a:p>
          <a:p>
            <a:pPr marL="171450" indent="-171450">
              <a:buFont typeface="Wingdings" panose="05000000000000000000" pitchFamily="2" charset="2"/>
              <a:buChar char="v"/>
            </a:pPr>
            <a:r>
              <a:rPr lang="en-US" sz="1000" dirty="0">
                <a:ea typeface="Open Sans" pitchFamily="34" charset="-122"/>
              </a:rPr>
              <a:t>2nd Branch, Users 30</a:t>
            </a:r>
          </a:p>
          <a:p>
            <a:pPr marL="171450" indent="-171450">
              <a:buFont typeface="Wingdings" panose="05000000000000000000" pitchFamily="2" charset="2"/>
              <a:buChar char="v"/>
            </a:pPr>
            <a:endParaRPr lang="en-US" sz="1000" dirty="0">
              <a:ea typeface="Open Sans" pitchFamily="34" charset="-122"/>
            </a:endParaRPr>
          </a:p>
          <a:p>
            <a:pPr marL="171450" indent="-171450">
              <a:buFont typeface="Wingdings" panose="05000000000000000000" pitchFamily="2" charset="2"/>
              <a:buChar char="v"/>
            </a:pPr>
            <a:r>
              <a:rPr lang="en-US" sz="1000" dirty="0">
                <a:ea typeface="Open Sans" pitchFamily="34" charset="-122"/>
              </a:rPr>
              <a:t>3rd Branch, Users 14</a:t>
            </a:r>
          </a:p>
          <a:p>
            <a:pPr marL="171450" indent="-171450">
              <a:buFont typeface="Wingdings" panose="05000000000000000000" pitchFamily="2" charset="2"/>
              <a:buChar char="v"/>
            </a:pPr>
            <a:endParaRPr lang="en-US" sz="1000" dirty="0">
              <a:ea typeface="Open Sans" pitchFamily="34" charset="-122"/>
            </a:endParaRPr>
          </a:p>
          <a:p>
            <a:pPr marL="171450" indent="-171450">
              <a:buFont typeface="Wingdings" panose="05000000000000000000" pitchFamily="2" charset="2"/>
              <a:buChar char="v"/>
            </a:pPr>
            <a:r>
              <a:rPr lang="en-US" sz="1000" dirty="0">
                <a:ea typeface="Open Sans" pitchFamily="34" charset="-122"/>
              </a:rPr>
              <a:t>4th Branch, Users 6</a:t>
            </a:r>
          </a:p>
          <a:p>
            <a:pPr marL="171450" indent="-171450">
              <a:buFont typeface="Wingdings" panose="05000000000000000000" pitchFamily="2" charset="2"/>
              <a:buChar char="v"/>
            </a:pPr>
            <a:endParaRPr lang="en-US" sz="1000" dirty="0">
              <a:ea typeface="Open Sans" pitchFamily="34" charset="-122"/>
            </a:endParaRPr>
          </a:p>
          <a:p>
            <a:pPr marL="171450" indent="-171450">
              <a:buFont typeface="Wingdings" panose="05000000000000000000" pitchFamily="2" charset="2"/>
              <a:buChar char="v"/>
            </a:pPr>
            <a:endParaRPr lang="en-US" sz="1000" dirty="0">
              <a:ea typeface="Open Sans" pitchFamily="34" charset="-122"/>
            </a:endParaRPr>
          </a:p>
          <a:p>
            <a:pPr marL="171450" indent="-171450">
              <a:buFont typeface="Wingdings" panose="05000000000000000000" pitchFamily="2" charset="2"/>
              <a:buChar char="v"/>
            </a:pPr>
            <a:endParaRPr lang="en-US" sz="1000" dirty="0">
              <a:ea typeface="Open Sans" pitchFamily="34" charset="-122"/>
            </a:endParaRPr>
          </a:p>
          <a:p>
            <a:r>
              <a:rPr lang="en-US" sz="1000" dirty="0">
                <a:highlight>
                  <a:srgbClr val="00FFFF"/>
                </a:highlight>
                <a:ea typeface="Open Sans" pitchFamily="34" charset="-122"/>
              </a:rPr>
              <a:t>Class B:</a:t>
            </a:r>
          </a:p>
          <a:p>
            <a:endParaRPr lang="en-US" sz="1000" dirty="0">
              <a:ea typeface="Open Sans" pitchFamily="34" charset="-122"/>
            </a:endParaRPr>
          </a:p>
          <a:p>
            <a:r>
              <a:rPr lang="en-US" sz="1000" dirty="0">
                <a:ea typeface="Open Sans" pitchFamily="34" charset="-122"/>
              </a:rPr>
              <a:t>A company says, We have purchased the IP address 172.16.50.0/23. You need to connect.</a:t>
            </a:r>
          </a:p>
          <a:p>
            <a:endParaRPr lang="en-US" sz="1000" dirty="0">
              <a:ea typeface="Open Sans" pitchFamily="34" charset="-122"/>
            </a:endParaRPr>
          </a:p>
          <a:p>
            <a:pPr marL="171450" indent="-171450">
              <a:buFont typeface="Wingdings" panose="05000000000000000000" pitchFamily="2" charset="2"/>
              <a:buChar char="v"/>
            </a:pPr>
            <a:r>
              <a:rPr lang="en-US" sz="1000" dirty="0">
                <a:ea typeface="Open Sans" pitchFamily="34" charset="-122"/>
              </a:rPr>
              <a:t>1st Branch, Users 120</a:t>
            </a:r>
          </a:p>
          <a:p>
            <a:pPr marL="171450" indent="-171450">
              <a:buFont typeface="Wingdings" panose="05000000000000000000" pitchFamily="2" charset="2"/>
              <a:buChar char="v"/>
            </a:pPr>
            <a:endParaRPr lang="en-US" sz="1000" dirty="0">
              <a:ea typeface="Open Sans" pitchFamily="34" charset="-122"/>
            </a:endParaRPr>
          </a:p>
          <a:p>
            <a:pPr marL="171450" indent="-171450">
              <a:buFont typeface="Wingdings" panose="05000000000000000000" pitchFamily="2" charset="2"/>
              <a:buChar char="v"/>
            </a:pPr>
            <a:r>
              <a:rPr lang="en-US" sz="1000" dirty="0">
                <a:ea typeface="Open Sans" pitchFamily="34" charset="-122"/>
              </a:rPr>
              <a:t>2nd Branch, Users 50</a:t>
            </a:r>
          </a:p>
          <a:p>
            <a:pPr marL="171450" indent="-171450">
              <a:buFont typeface="Wingdings" panose="05000000000000000000" pitchFamily="2" charset="2"/>
              <a:buChar char="v"/>
            </a:pPr>
            <a:endParaRPr lang="en-US" sz="1000" dirty="0">
              <a:ea typeface="Open Sans" pitchFamily="34" charset="-122"/>
            </a:endParaRPr>
          </a:p>
          <a:p>
            <a:pPr marL="171450" indent="-171450">
              <a:buFont typeface="Wingdings" panose="05000000000000000000" pitchFamily="2" charset="2"/>
              <a:buChar char="v"/>
            </a:pPr>
            <a:r>
              <a:rPr lang="en-US" sz="1000" dirty="0">
                <a:ea typeface="Open Sans" pitchFamily="34" charset="-122"/>
              </a:rPr>
              <a:t>3rd Branch, Users 10</a:t>
            </a:r>
          </a:p>
          <a:p>
            <a:pPr marL="171450" indent="-171450">
              <a:buFont typeface="Wingdings" panose="05000000000000000000" pitchFamily="2" charset="2"/>
              <a:buChar char="v"/>
            </a:pPr>
            <a:endParaRPr lang="en-US" sz="1000" dirty="0">
              <a:ea typeface="Open Sans" pitchFamily="34" charset="-122"/>
            </a:endParaRPr>
          </a:p>
          <a:p>
            <a:pPr marL="171450" indent="-171450">
              <a:buFont typeface="Wingdings" panose="05000000000000000000" pitchFamily="2" charset="2"/>
              <a:buChar char="v"/>
            </a:pPr>
            <a:r>
              <a:rPr lang="en-US" sz="1000" dirty="0">
                <a:ea typeface="Open Sans" pitchFamily="34" charset="-122"/>
              </a:rPr>
              <a:t>4th Branch, Users 2</a:t>
            </a:r>
            <a:endParaRPr lang="en-PK" sz="1000" dirty="0">
              <a:ea typeface="Open Sans" pitchFamily="34" charset="-122"/>
            </a:endParaRPr>
          </a:p>
        </p:txBody>
      </p:sp>
    </p:spTree>
    <p:extLst>
      <p:ext uri="{BB962C8B-B14F-4D97-AF65-F5344CB8AC3E}">
        <p14:creationId xmlns:p14="http://schemas.microsoft.com/office/powerpoint/2010/main" val="196632622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A0DD0-A31F-F44B-A463-B334A69E4CC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F6EB445-C260-CB3A-E04A-DEBDFD280B24}"/>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3" name="TextBox 2">
            <a:extLst>
              <a:ext uri="{FF2B5EF4-FFF2-40B4-BE49-F238E27FC236}">
                <a16:creationId xmlns:a16="http://schemas.microsoft.com/office/drawing/2014/main" id="{E7B22350-8CDA-E63D-0545-06D898D0CC4E}"/>
              </a:ext>
            </a:extLst>
          </p:cNvPr>
          <p:cNvSpPr txBox="1"/>
          <p:nvPr/>
        </p:nvSpPr>
        <p:spPr>
          <a:xfrm>
            <a:off x="220133" y="832197"/>
            <a:ext cx="7391400" cy="2062103"/>
          </a:xfrm>
          <a:prstGeom prst="rect">
            <a:avLst/>
          </a:prstGeom>
          <a:noFill/>
        </p:spPr>
        <p:txBody>
          <a:bodyPr wrap="square">
            <a:spAutoFit/>
          </a:bodyPr>
          <a:lstStyle/>
          <a:p>
            <a:r>
              <a:rPr lang="en-US" b="1" dirty="0">
                <a:highlight>
                  <a:srgbClr val="00FFFF"/>
                </a:highlight>
              </a:rPr>
              <a:t>Assignment (VLSM): </a:t>
            </a:r>
          </a:p>
          <a:p>
            <a:endParaRPr lang="en-US" dirty="0"/>
          </a:p>
          <a:p>
            <a:r>
              <a:rPr lang="en-US" sz="1000" dirty="0">
                <a:highlight>
                  <a:srgbClr val="00FFFF"/>
                </a:highlight>
                <a:ea typeface="Open Sans" pitchFamily="34" charset="-122"/>
              </a:rPr>
              <a:t>Class C:</a:t>
            </a:r>
          </a:p>
          <a:p>
            <a:r>
              <a:rPr lang="en-US" sz="1000" dirty="0">
                <a:ea typeface="Open Sans" pitchFamily="34" charset="-122"/>
              </a:rPr>
              <a:t>A company says, We have purchased the IP address 10.20.30.0/22. You need to connect.</a:t>
            </a:r>
          </a:p>
          <a:p>
            <a:endParaRPr lang="en-US" sz="1000" dirty="0">
              <a:ea typeface="Open Sans" pitchFamily="34" charset="-122"/>
            </a:endParaRPr>
          </a:p>
          <a:p>
            <a:pPr marL="171450" indent="-171450">
              <a:buFont typeface="Wingdings" panose="05000000000000000000" pitchFamily="2" charset="2"/>
              <a:buChar char="v"/>
            </a:pPr>
            <a:r>
              <a:rPr lang="en-US" sz="1000" dirty="0">
                <a:ea typeface="Open Sans" pitchFamily="34" charset="-122"/>
              </a:rPr>
              <a:t>1st Branch, Users 250</a:t>
            </a:r>
          </a:p>
          <a:p>
            <a:pPr marL="171450" indent="-171450">
              <a:buFont typeface="Wingdings" panose="05000000000000000000" pitchFamily="2" charset="2"/>
              <a:buChar char="v"/>
            </a:pPr>
            <a:endParaRPr lang="en-US" sz="1000" dirty="0">
              <a:ea typeface="Open Sans" pitchFamily="34" charset="-122"/>
            </a:endParaRPr>
          </a:p>
          <a:p>
            <a:pPr marL="171450" indent="-171450">
              <a:buFont typeface="Wingdings" panose="05000000000000000000" pitchFamily="2" charset="2"/>
              <a:buChar char="v"/>
            </a:pPr>
            <a:r>
              <a:rPr lang="en-US" sz="1000" dirty="0">
                <a:ea typeface="Open Sans" pitchFamily="34" charset="-122"/>
              </a:rPr>
              <a:t>2nd Branch, Users 100</a:t>
            </a:r>
          </a:p>
          <a:p>
            <a:pPr marL="171450" indent="-171450">
              <a:buFont typeface="Wingdings" panose="05000000000000000000" pitchFamily="2" charset="2"/>
              <a:buChar char="v"/>
            </a:pPr>
            <a:endParaRPr lang="en-US" sz="1000" dirty="0">
              <a:ea typeface="Open Sans" pitchFamily="34" charset="-122"/>
            </a:endParaRPr>
          </a:p>
          <a:p>
            <a:pPr marL="171450" indent="-171450">
              <a:buFont typeface="Wingdings" panose="05000000000000000000" pitchFamily="2" charset="2"/>
              <a:buChar char="v"/>
            </a:pPr>
            <a:r>
              <a:rPr lang="en-US" sz="1000" dirty="0">
                <a:ea typeface="Open Sans" pitchFamily="34" charset="-122"/>
              </a:rPr>
              <a:t>3rd Branch, Users 28</a:t>
            </a:r>
          </a:p>
          <a:p>
            <a:pPr marL="171450" indent="-171450">
              <a:buFont typeface="Wingdings" panose="05000000000000000000" pitchFamily="2" charset="2"/>
              <a:buChar char="v"/>
            </a:pPr>
            <a:endParaRPr lang="en-US" sz="1000" dirty="0">
              <a:ea typeface="Open Sans" pitchFamily="34" charset="-122"/>
            </a:endParaRPr>
          </a:p>
          <a:p>
            <a:pPr marL="171450" indent="-171450">
              <a:buFont typeface="Wingdings" panose="05000000000000000000" pitchFamily="2" charset="2"/>
              <a:buChar char="v"/>
            </a:pPr>
            <a:r>
              <a:rPr lang="en-US" sz="1000" dirty="0">
                <a:ea typeface="Open Sans" pitchFamily="34" charset="-122"/>
              </a:rPr>
              <a:t>4th Branch, Users 5</a:t>
            </a:r>
          </a:p>
        </p:txBody>
      </p:sp>
    </p:spTree>
    <p:extLst>
      <p:ext uri="{BB962C8B-B14F-4D97-AF65-F5344CB8AC3E}">
        <p14:creationId xmlns:p14="http://schemas.microsoft.com/office/powerpoint/2010/main" val="117813737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12B3B-D220-6A49-F3EF-91C97F97583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E30725A-4700-A579-F5FC-058D2AA52123}"/>
              </a:ext>
            </a:extLst>
          </p:cNvPr>
          <p:cNvSpPr txBox="1"/>
          <p:nvPr/>
        </p:nvSpPr>
        <p:spPr>
          <a:xfrm>
            <a:off x="2961216" y="104417"/>
            <a:ext cx="258445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Subnetting </a:t>
            </a:r>
          </a:p>
        </p:txBody>
      </p:sp>
      <p:sp>
        <p:nvSpPr>
          <p:cNvPr id="4" name="TextBox 3">
            <a:extLst>
              <a:ext uri="{FF2B5EF4-FFF2-40B4-BE49-F238E27FC236}">
                <a16:creationId xmlns:a16="http://schemas.microsoft.com/office/drawing/2014/main" id="{1A5B3B37-3678-3D07-3BEE-395F4A57A571}"/>
              </a:ext>
            </a:extLst>
          </p:cNvPr>
          <p:cNvSpPr txBox="1"/>
          <p:nvPr/>
        </p:nvSpPr>
        <p:spPr>
          <a:xfrm>
            <a:off x="101600" y="469908"/>
            <a:ext cx="8559800" cy="615553"/>
          </a:xfrm>
          <a:prstGeom prst="rect">
            <a:avLst/>
          </a:prstGeom>
          <a:noFill/>
        </p:spPr>
        <p:txBody>
          <a:bodyPr wrap="square">
            <a:spAutoFit/>
          </a:bodyPr>
          <a:lstStyle/>
          <a:p>
            <a:pPr algn="just"/>
            <a:endParaRPr lang="en-US" dirty="0">
              <a:solidFill>
                <a:srgbClr val="403CCF"/>
              </a:solidFill>
              <a:latin typeface="Libre Baskerville" pitchFamily="34" charset="0"/>
            </a:endParaRPr>
          </a:p>
          <a:p>
            <a:pPr algn="just"/>
            <a:r>
              <a:rPr lang="en-US" sz="2000" b="1" dirty="0">
                <a:solidFill>
                  <a:srgbClr val="403CCF"/>
                </a:solidFill>
                <a:latin typeface="Libre Baskerville" pitchFamily="34" charset="0"/>
              </a:rPr>
              <a:t>Difference between classful and classless protocol:</a:t>
            </a:r>
          </a:p>
        </p:txBody>
      </p:sp>
      <p:sp>
        <p:nvSpPr>
          <p:cNvPr id="3" name="TextBox 2">
            <a:extLst>
              <a:ext uri="{FF2B5EF4-FFF2-40B4-BE49-F238E27FC236}">
                <a16:creationId xmlns:a16="http://schemas.microsoft.com/office/drawing/2014/main" id="{6EB18F18-4763-A922-8188-2F62D98EFD76}"/>
              </a:ext>
            </a:extLst>
          </p:cNvPr>
          <p:cNvSpPr txBox="1"/>
          <p:nvPr/>
        </p:nvSpPr>
        <p:spPr>
          <a:xfrm>
            <a:off x="169333" y="1204730"/>
            <a:ext cx="6375400" cy="3323987"/>
          </a:xfrm>
          <a:prstGeom prst="rect">
            <a:avLst/>
          </a:prstGeom>
          <a:noFill/>
        </p:spPr>
        <p:txBody>
          <a:bodyPr wrap="square">
            <a:spAutoFit/>
          </a:bodyPr>
          <a:lstStyle/>
          <a:p>
            <a:r>
              <a:rPr lang="en-US" dirty="0"/>
              <a:t>✅ Classful Protocol</a:t>
            </a:r>
          </a:p>
          <a:p>
            <a:pPr marL="285750" indent="-285750">
              <a:buFont typeface="Wingdings" panose="05000000000000000000" pitchFamily="2" charset="2"/>
              <a:buChar char="ü"/>
            </a:pPr>
            <a:r>
              <a:rPr lang="en-US" dirty="0"/>
              <a:t>Does not send subnet mask in routing updates.</a:t>
            </a:r>
          </a:p>
          <a:p>
            <a:pPr marL="285750" indent="-285750">
              <a:buFont typeface="Wingdings" panose="05000000000000000000" pitchFamily="2" charset="2"/>
              <a:buChar char="ü"/>
            </a:pPr>
            <a:r>
              <a:rPr lang="en-US" dirty="0"/>
              <a:t>Assumes default IP classes (A, B, C).</a:t>
            </a:r>
          </a:p>
          <a:p>
            <a:pPr marL="285750" indent="-285750">
              <a:buFont typeface="Wingdings" panose="05000000000000000000" pitchFamily="2" charset="2"/>
              <a:buChar char="ü"/>
            </a:pPr>
            <a:r>
              <a:rPr lang="en-US" dirty="0"/>
              <a:t>Does not support VLSM (Variable Length Subnet Masking).</a:t>
            </a:r>
          </a:p>
          <a:p>
            <a:endParaRPr lang="en-US" dirty="0"/>
          </a:p>
          <a:p>
            <a:r>
              <a:rPr lang="en-US" dirty="0"/>
              <a:t>💡 Example: Classful: RIPv1</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r>
              <a:rPr lang="en-PK" dirty="0"/>
              <a:t>✅ </a:t>
            </a:r>
            <a:r>
              <a:rPr lang="en-US" dirty="0"/>
              <a:t>Classless Protocol</a:t>
            </a:r>
          </a:p>
          <a:p>
            <a:pPr marL="285750" indent="-285750">
              <a:buFont typeface="Wingdings" panose="05000000000000000000" pitchFamily="2" charset="2"/>
              <a:buChar char="ü"/>
            </a:pPr>
            <a:r>
              <a:rPr lang="en-US" dirty="0"/>
              <a:t>Sends subnet mask with routing updates.</a:t>
            </a:r>
          </a:p>
          <a:p>
            <a:pPr marL="285750" indent="-285750">
              <a:buFont typeface="Wingdings" panose="05000000000000000000" pitchFamily="2" charset="2"/>
              <a:buChar char="ü"/>
            </a:pPr>
            <a:r>
              <a:rPr lang="en-US" dirty="0"/>
              <a:t>Ignores default IP classes.</a:t>
            </a:r>
          </a:p>
          <a:p>
            <a:pPr marL="285750" indent="-285750">
              <a:buFont typeface="Wingdings" panose="05000000000000000000" pitchFamily="2" charset="2"/>
              <a:buChar char="ü"/>
            </a:pPr>
            <a:r>
              <a:rPr lang="en-US" dirty="0"/>
              <a:t>Supports VLSM and complex subnetting.</a:t>
            </a:r>
          </a:p>
          <a:p>
            <a:pPr marL="285750" indent="-285750">
              <a:buFont typeface="Wingdings" panose="05000000000000000000" pitchFamily="2" charset="2"/>
              <a:buChar char="ü"/>
            </a:pPr>
            <a:endParaRPr lang="en-US" dirty="0"/>
          </a:p>
          <a:p>
            <a:r>
              <a:rPr lang="en-PK" dirty="0"/>
              <a:t>💡 </a:t>
            </a:r>
            <a:r>
              <a:rPr lang="en-US" dirty="0"/>
              <a:t>Example: Classless: RIPv2, OSPF, EIGRP (modern)</a:t>
            </a:r>
            <a:endParaRPr lang="en-PK" dirty="0"/>
          </a:p>
        </p:txBody>
      </p:sp>
    </p:spTree>
    <p:extLst>
      <p:ext uri="{BB962C8B-B14F-4D97-AF65-F5344CB8AC3E}">
        <p14:creationId xmlns:p14="http://schemas.microsoft.com/office/powerpoint/2010/main" val="262860240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BF321-2E1A-44B5-2B0C-FE12A67E4DF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48FF43B-CFBA-F59B-1D29-20C3F2B807B8}"/>
              </a:ext>
            </a:extLst>
          </p:cNvPr>
          <p:cNvPicPr>
            <a:picLocks noChangeAspect="1"/>
          </p:cNvPicPr>
          <p:nvPr/>
        </p:nvPicPr>
        <p:blipFill>
          <a:blip r:embed="rId2"/>
          <a:stretch>
            <a:fillRect/>
          </a:stretch>
        </p:blipFill>
        <p:spPr>
          <a:xfrm>
            <a:off x="1701800" y="0"/>
            <a:ext cx="5723467" cy="5143500"/>
          </a:xfrm>
          <a:prstGeom prst="rect">
            <a:avLst/>
          </a:prstGeom>
        </p:spPr>
      </p:pic>
    </p:spTree>
    <p:extLst>
      <p:ext uri="{BB962C8B-B14F-4D97-AF65-F5344CB8AC3E}">
        <p14:creationId xmlns:p14="http://schemas.microsoft.com/office/powerpoint/2010/main" val="77698232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6F9E9-B2DB-9770-898E-DD52E51EC9F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1EE258B-41F6-30EC-9168-E3F11BDE8FE4}"/>
              </a:ext>
            </a:extLst>
          </p:cNvPr>
          <p:cNvSpPr txBox="1"/>
          <p:nvPr/>
        </p:nvSpPr>
        <p:spPr>
          <a:xfrm>
            <a:off x="177800" y="755996"/>
            <a:ext cx="4868333" cy="4431983"/>
          </a:xfrm>
          <a:prstGeom prst="rect">
            <a:avLst/>
          </a:prstGeom>
          <a:noFill/>
        </p:spPr>
        <p:txBody>
          <a:bodyPr wrap="square">
            <a:spAutoFit/>
          </a:bodyPr>
          <a:lstStyle/>
          <a:p>
            <a:r>
              <a:rPr lang="en-US" dirty="0">
                <a:highlight>
                  <a:srgbClr val="00FFFF"/>
                </a:highlight>
              </a:rPr>
              <a:t>Why IPv6?</a:t>
            </a:r>
          </a:p>
          <a:p>
            <a:pPr marL="285750" indent="-285750">
              <a:buFont typeface="Wingdings" panose="05000000000000000000" pitchFamily="2" charset="2"/>
              <a:buChar char="ü"/>
            </a:pPr>
            <a:r>
              <a:rPr lang="en-US" sz="1200" dirty="0"/>
              <a:t>IPv4 limitations (IPv4 exhaustion, growing internet devices)</a:t>
            </a:r>
          </a:p>
          <a:p>
            <a:pPr marL="285750" indent="-285750">
              <a:buFont typeface="Wingdings" panose="05000000000000000000" pitchFamily="2" charset="2"/>
              <a:buChar char="ü"/>
            </a:pPr>
            <a:r>
              <a:rPr lang="en-US" sz="1200" dirty="0"/>
              <a:t>Need for more addresses</a:t>
            </a:r>
          </a:p>
          <a:p>
            <a:endParaRPr lang="en-US" sz="1200" dirty="0"/>
          </a:p>
          <a:p>
            <a:endParaRPr lang="en-US" sz="1200" dirty="0"/>
          </a:p>
          <a:p>
            <a:endParaRPr lang="en-US" sz="1200" dirty="0"/>
          </a:p>
          <a:p>
            <a:r>
              <a:rPr lang="en-US" dirty="0">
                <a:highlight>
                  <a:srgbClr val="00FFFF"/>
                </a:highlight>
              </a:rPr>
              <a:t>IPv6 Address Structure:</a:t>
            </a:r>
          </a:p>
          <a:p>
            <a:pPr marL="285750" indent="-285750">
              <a:buFont typeface="Wingdings" panose="05000000000000000000" pitchFamily="2" charset="2"/>
              <a:buChar char="ü"/>
            </a:pPr>
            <a:r>
              <a:rPr lang="en-US" sz="1200" dirty="0"/>
              <a:t>128-bit address (vs. IPv4’s 32-bit)</a:t>
            </a:r>
          </a:p>
          <a:p>
            <a:pPr marL="285750" indent="-285750">
              <a:buFont typeface="Wingdings" panose="05000000000000000000" pitchFamily="2" charset="2"/>
              <a:buChar char="ü"/>
            </a:pPr>
            <a:r>
              <a:rPr lang="en-US" sz="1200" dirty="0"/>
              <a:t>Hexadecimal notation (e.g., 2001:0db8:85a3::8a2e:0370:7334)</a:t>
            </a:r>
          </a:p>
          <a:p>
            <a:pPr marL="285750" indent="-285750">
              <a:buFont typeface="Wingdings" panose="05000000000000000000" pitchFamily="2" charset="2"/>
              <a:buChar char="ü"/>
            </a:pPr>
            <a:r>
              <a:rPr lang="en-US" sz="1200" dirty="0"/>
              <a:t>8 groups of 4 hex digits, separated by colons (:)</a:t>
            </a:r>
          </a:p>
          <a:p>
            <a:pPr marL="285750" indent="-285750">
              <a:buFont typeface="Wingdings" panose="05000000000000000000" pitchFamily="2" charset="2"/>
              <a:buChar char="ü"/>
            </a:pPr>
            <a:endParaRPr lang="en-US" sz="1200" dirty="0"/>
          </a:p>
          <a:p>
            <a:endParaRPr lang="en-US" sz="1200" dirty="0"/>
          </a:p>
          <a:p>
            <a:endParaRPr lang="en-US" sz="1200" dirty="0"/>
          </a:p>
          <a:p>
            <a:r>
              <a:rPr lang="en-US" dirty="0">
                <a:highlight>
                  <a:srgbClr val="00FFFF"/>
                </a:highlight>
              </a:rPr>
              <a:t>IPv6 Address Representation:</a:t>
            </a:r>
          </a:p>
          <a:p>
            <a:r>
              <a:rPr lang="en-US" sz="1200" dirty="0"/>
              <a:t>Shortening rules:</a:t>
            </a:r>
          </a:p>
          <a:p>
            <a:pPr marL="171450" indent="-171450">
              <a:buFont typeface="Wingdings" panose="05000000000000000000" pitchFamily="2" charset="2"/>
              <a:buChar char="ü"/>
            </a:pPr>
            <a:r>
              <a:rPr lang="en-US" sz="1200" dirty="0"/>
              <a:t>Leading zeros can be omitted (09C0 → 9C0)</a:t>
            </a:r>
          </a:p>
          <a:p>
            <a:pPr marL="171450" indent="-171450">
              <a:buFont typeface="Wingdings" panose="05000000000000000000" pitchFamily="2" charset="2"/>
              <a:buChar char="ü"/>
            </a:pPr>
            <a:r>
              <a:rPr lang="en-US" sz="1200" dirty="0"/>
              <a:t>Consecutive zeros can be replaced with :: (once per address)</a:t>
            </a:r>
          </a:p>
          <a:p>
            <a:endParaRPr lang="en-US" sz="1200" dirty="0"/>
          </a:p>
          <a:p>
            <a:endParaRPr lang="en-US" sz="1200" dirty="0"/>
          </a:p>
          <a:p>
            <a:r>
              <a:rPr lang="en-US" sz="1200" dirty="0"/>
              <a:t>Example 1:</a:t>
            </a:r>
          </a:p>
          <a:p>
            <a:endParaRPr lang="en-US" sz="1200" dirty="0"/>
          </a:p>
          <a:p>
            <a:r>
              <a:rPr lang="en-US" sz="1200" dirty="0"/>
              <a:t>Full: 2001:0db8:0000:0000:0000:ff00:0042:8329</a:t>
            </a:r>
          </a:p>
          <a:p>
            <a:r>
              <a:rPr lang="en-US" sz="1200" dirty="0"/>
              <a:t>Shortened: 2001:db8::ff00:42:8329</a:t>
            </a:r>
          </a:p>
        </p:txBody>
      </p:sp>
      <p:sp>
        <p:nvSpPr>
          <p:cNvPr id="6" name="TextBox 5">
            <a:extLst>
              <a:ext uri="{FF2B5EF4-FFF2-40B4-BE49-F238E27FC236}">
                <a16:creationId xmlns:a16="http://schemas.microsoft.com/office/drawing/2014/main" id="{C2861D57-EDCE-F089-1AB4-3FCFA45EA577}"/>
              </a:ext>
            </a:extLst>
          </p:cNvPr>
          <p:cNvSpPr txBox="1"/>
          <p:nvPr/>
        </p:nvSpPr>
        <p:spPr>
          <a:xfrm>
            <a:off x="2150533" y="108496"/>
            <a:ext cx="4572000" cy="523220"/>
          </a:xfrm>
          <a:prstGeom prst="rect">
            <a:avLst/>
          </a:prstGeom>
          <a:noFill/>
        </p:spPr>
        <p:txBody>
          <a:bodyPr wrap="square">
            <a:spAutoFit/>
          </a:bodyPr>
          <a:lstStyle/>
          <a:p>
            <a:r>
              <a:rPr lang="en-US" sz="1800" b="1" dirty="0">
                <a:highlight>
                  <a:srgbClr val="00FFFF"/>
                </a:highlight>
              </a:rPr>
              <a:t>IPv6 Addressing &amp; IPv6 Address types</a:t>
            </a:r>
          </a:p>
          <a:p>
            <a:r>
              <a:rPr lang="en-US" sz="1000" dirty="0"/>
              <a:t>    	The Future of Internet Addressing</a:t>
            </a:r>
          </a:p>
        </p:txBody>
      </p:sp>
      <p:sp>
        <p:nvSpPr>
          <p:cNvPr id="11" name="Oval 10">
            <a:extLst>
              <a:ext uri="{FF2B5EF4-FFF2-40B4-BE49-F238E27FC236}">
                <a16:creationId xmlns:a16="http://schemas.microsoft.com/office/drawing/2014/main" id="{CC391267-40C0-BEFF-C776-3B360B208D90}"/>
              </a:ext>
            </a:extLst>
          </p:cNvPr>
          <p:cNvSpPr/>
          <p:nvPr/>
        </p:nvSpPr>
        <p:spPr>
          <a:xfrm>
            <a:off x="7061200" y="2144183"/>
            <a:ext cx="1769534" cy="8551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There is no concept of classes in IPv6 like there was in IPv4 (Class A, B, C, etc.).</a:t>
            </a:r>
          </a:p>
        </p:txBody>
      </p:sp>
      <p:sp>
        <p:nvSpPr>
          <p:cNvPr id="13" name="TextBox 12">
            <a:extLst>
              <a:ext uri="{FF2B5EF4-FFF2-40B4-BE49-F238E27FC236}">
                <a16:creationId xmlns:a16="http://schemas.microsoft.com/office/drawing/2014/main" id="{82E47B63-481D-60AA-9064-1804742A6ACE}"/>
              </a:ext>
            </a:extLst>
          </p:cNvPr>
          <p:cNvSpPr txBox="1"/>
          <p:nvPr/>
        </p:nvSpPr>
        <p:spPr>
          <a:xfrm>
            <a:off x="4775200" y="4312503"/>
            <a:ext cx="4572000" cy="830997"/>
          </a:xfrm>
          <a:prstGeom prst="rect">
            <a:avLst/>
          </a:prstGeom>
          <a:noFill/>
        </p:spPr>
        <p:txBody>
          <a:bodyPr wrap="square">
            <a:spAutoFit/>
          </a:bodyPr>
          <a:lstStyle/>
          <a:p>
            <a:r>
              <a:rPr lang="en-US" sz="1200" dirty="0"/>
              <a:t>Example 2:</a:t>
            </a:r>
          </a:p>
          <a:p>
            <a:endParaRPr lang="en-US" sz="1200" dirty="0"/>
          </a:p>
          <a:p>
            <a:r>
              <a:rPr lang="en-US" sz="1200" dirty="0"/>
              <a:t>Full: 2001:0db8:0000:0000:0000:0000:0000:0001</a:t>
            </a:r>
          </a:p>
          <a:p>
            <a:r>
              <a:rPr lang="en-US" sz="1200" dirty="0"/>
              <a:t>Shortened: 2001:db8::1 </a:t>
            </a:r>
          </a:p>
        </p:txBody>
      </p:sp>
    </p:spTree>
    <p:extLst>
      <p:ext uri="{BB962C8B-B14F-4D97-AF65-F5344CB8AC3E}">
        <p14:creationId xmlns:p14="http://schemas.microsoft.com/office/powerpoint/2010/main" val="386964320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81760-5CA0-211B-1E6D-F32CF916C5E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089E91E-1B2E-8C55-55EB-89BA2345D1E3}"/>
              </a:ext>
            </a:extLst>
          </p:cNvPr>
          <p:cNvSpPr txBox="1"/>
          <p:nvPr/>
        </p:nvSpPr>
        <p:spPr>
          <a:xfrm>
            <a:off x="177800" y="755996"/>
            <a:ext cx="8805333" cy="2893100"/>
          </a:xfrm>
          <a:prstGeom prst="rect">
            <a:avLst/>
          </a:prstGeom>
          <a:noFill/>
        </p:spPr>
        <p:txBody>
          <a:bodyPr wrap="square">
            <a:spAutoFit/>
          </a:bodyPr>
          <a:lstStyle/>
          <a:p>
            <a:r>
              <a:rPr lang="en-US" dirty="0">
                <a:highlight>
                  <a:srgbClr val="00FFFF"/>
                </a:highlight>
              </a:rPr>
              <a:t>Types of IPv6 Addresses</a:t>
            </a:r>
          </a:p>
          <a:p>
            <a:endParaRPr lang="en-US" sz="1200" dirty="0"/>
          </a:p>
          <a:p>
            <a:pPr marL="228600" indent="-228600">
              <a:buFont typeface="+mj-lt"/>
              <a:buAutoNum type="arabicPeriod"/>
            </a:pPr>
            <a:r>
              <a:rPr lang="en-US" sz="1200" b="1" dirty="0"/>
              <a:t>Unicast Address = One-to-One</a:t>
            </a:r>
          </a:p>
          <a:p>
            <a:endParaRPr lang="en-US" sz="1200" dirty="0"/>
          </a:p>
          <a:p>
            <a:pPr marL="171450" indent="-171450">
              <a:buFont typeface="Wingdings" panose="05000000000000000000" pitchFamily="2" charset="2"/>
              <a:buChar char="ü"/>
            </a:pPr>
            <a:endParaRPr lang="en-US" sz="1200" dirty="0"/>
          </a:p>
          <a:p>
            <a:pPr marL="171450" indent="-171450">
              <a:buFont typeface="Wingdings" panose="05000000000000000000" pitchFamily="2" charset="2"/>
              <a:buChar char="ü"/>
            </a:pPr>
            <a:r>
              <a:rPr lang="en-US" sz="1200" dirty="0"/>
              <a:t>Sends data to one single device.</a:t>
            </a:r>
          </a:p>
          <a:p>
            <a:pPr marL="171450" indent="-171450">
              <a:buFont typeface="Wingdings" panose="05000000000000000000" pitchFamily="2" charset="2"/>
              <a:buChar char="ü"/>
            </a:pPr>
            <a:r>
              <a:rPr lang="en-US" sz="1200" dirty="0"/>
              <a:t>Think of it like sending a letter to a friend's home address.</a:t>
            </a:r>
          </a:p>
          <a:p>
            <a:endParaRPr lang="en-US" sz="1200" dirty="0"/>
          </a:p>
          <a:p>
            <a:endParaRPr lang="en-US" sz="1200" b="1" dirty="0"/>
          </a:p>
          <a:p>
            <a:endParaRPr lang="en-US" sz="1200" b="1" dirty="0"/>
          </a:p>
          <a:p>
            <a:r>
              <a:rPr lang="en-US" sz="1200" b="1" dirty="0"/>
              <a:t>Types of Unicast</a:t>
            </a:r>
            <a:r>
              <a:rPr lang="en-US" sz="1200" dirty="0"/>
              <a:t>:</a:t>
            </a:r>
          </a:p>
          <a:p>
            <a:endParaRPr lang="en-US" sz="1200" dirty="0"/>
          </a:p>
          <a:p>
            <a:pPr marL="285750" indent="-285750">
              <a:buFont typeface="+mj-lt"/>
              <a:buAutoNum type="romanLcPeriod"/>
            </a:pPr>
            <a:r>
              <a:rPr lang="en-US" sz="1200" dirty="0"/>
              <a:t>Global Unicast – Used to communicate across the internet (starts with 2 or 3)</a:t>
            </a:r>
          </a:p>
          <a:p>
            <a:pPr marL="285750" indent="-285750">
              <a:buFont typeface="+mj-lt"/>
              <a:buAutoNum type="romanLcPeriod"/>
            </a:pPr>
            <a:r>
              <a:rPr lang="en-US" sz="1200" dirty="0"/>
              <a:t>Link-Local – Used only on local network (starts with FE80::)</a:t>
            </a:r>
          </a:p>
          <a:p>
            <a:pPr marL="285750" indent="-285750">
              <a:buFont typeface="+mj-lt"/>
              <a:buAutoNum type="romanLcPeriod"/>
            </a:pPr>
            <a:r>
              <a:rPr lang="en-US" sz="1200" dirty="0"/>
              <a:t>Unique Local – Used in private networks (starts with FC00:: or FD00::)</a:t>
            </a:r>
          </a:p>
        </p:txBody>
      </p:sp>
      <p:sp>
        <p:nvSpPr>
          <p:cNvPr id="6" name="TextBox 5">
            <a:extLst>
              <a:ext uri="{FF2B5EF4-FFF2-40B4-BE49-F238E27FC236}">
                <a16:creationId xmlns:a16="http://schemas.microsoft.com/office/drawing/2014/main" id="{0C8F8E28-3D4A-C30E-2F6F-474D09FD93AF}"/>
              </a:ext>
            </a:extLst>
          </p:cNvPr>
          <p:cNvSpPr txBox="1"/>
          <p:nvPr/>
        </p:nvSpPr>
        <p:spPr>
          <a:xfrm>
            <a:off x="2150533" y="108496"/>
            <a:ext cx="4572000" cy="523220"/>
          </a:xfrm>
          <a:prstGeom prst="rect">
            <a:avLst/>
          </a:prstGeom>
          <a:noFill/>
        </p:spPr>
        <p:txBody>
          <a:bodyPr wrap="square">
            <a:spAutoFit/>
          </a:bodyPr>
          <a:lstStyle/>
          <a:p>
            <a:r>
              <a:rPr lang="en-US" sz="1800" b="1" dirty="0">
                <a:highlight>
                  <a:srgbClr val="00FFFF"/>
                </a:highlight>
              </a:rPr>
              <a:t>IPv6 Addressing &amp; IPv6 Address types</a:t>
            </a:r>
          </a:p>
          <a:p>
            <a:r>
              <a:rPr lang="en-US" sz="1000" dirty="0"/>
              <a:t>    	The Future of Internet Addressing</a:t>
            </a:r>
          </a:p>
        </p:txBody>
      </p:sp>
    </p:spTree>
    <p:extLst>
      <p:ext uri="{BB962C8B-B14F-4D97-AF65-F5344CB8AC3E}">
        <p14:creationId xmlns:p14="http://schemas.microsoft.com/office/powerpoint/2010/main" val="333023850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3F0C3-8B3E-F3B1-04AA-8E8E49C638D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14DCD72-F97A-E9C6-DD15-815D1F4E2889}"/>
              </a:ext>
            </a:extLst>
          </p:cNvPr>
          <p:cNvSpPr txBox="1"/>
          <p:nvPr/>
        </p:nvSpPr>
        <p:spPr>
          <a:xfrm>
            <a:off x="177800" y="755996"/>
            <a:ext cx="8805333" cy="1415772"/>
          </a:xfrm>
          <a:prstGeom prst="rect">
            <a:avLst/>
          </a:prstGeom>
          <a:noFill/>
        </p:spPr>
        <p:txBody>
          <a:bodyPr wrap="square">
            <a:spAutoFit/>
          </a:bodyPr>
          <a:lstStyle/>
          <a:p>
            <a:r>
              <a:rPr lang="en-US" dirty="0">
                <a:highlight>
                  <a:srgbClr val="00FFFF"/>
                </a:highlight>
              </a:rPr>
              <a:t>Types of IPv6 Addresses</a:t>
            </a:r>
          </a:p>
          <a:p>
            <a:endParaRPr lang="en-US" sz="1200" dirty="0"/>
          </a:p>
          <a:p>
            <a:pPr marL="228600" indent="-228600">
              <a:buFont typeface="+mj-lt"/>
              <a:buAutoNum type="arabicPeriod" startAt="2"/>
            </a:pPr>
            <a:r>
              <a:rPr lang="en-US" sz="1200" b="1" dirty="0"/>
              <a:t>Multicast Address = One-to-Many</a:t>
            </a:r>
            <a:endParaRPr lang="en-US" sz="1200" dirty="0"/>
          </a:p>
          <a:p>
            <a:pPr marL="171450" indent="-171450">
              <a:buFont typeface="Wingdings" panose="05000000000000000000" pitchFamily="2" charset="2"/>
              <a:buChar char="ü"/>
            </a:pPr>
            <a:endParaRPr lang="en-US" sz="1200" dirty="0"/>
          </a:p>
          <a:p>
            <a:pPr marL="171450" indent="-171450">
              <a:buFont typeface="Wingdings" panose="05000000000000000000" pitchFamily="2" charset="2"/>
              <a:buChar char="ü"/>
            </a:pPr>
            <a:r>
              <a:rPr lang="en-US" sz="1200" dirty="0"/>
              <a:t>Sends data to a group of devices at once.</a:t>
            </a:r>
          </a:p>
          <a:p>
            <a:pPr marL="171450" indent="-171450">
              <a:buFont typeface="Wingdings" panose="05000000000000000000" pitchFamily="2" charset="2"/>
              <a:buChar char="ü"/>
            </a:pPr>
            <a:r>
              <a:rPr lang="en-US" sz="1200" dirty="0"/>
              <a:t>Like sending a group message to all students in a class.</a:t>
            </a:r>
          </a:p>
          <a:p>
            <a:pPr marL="171450" indent="-171450">
              <a:buFont typeface="Wingdings" panose="05000000000000000000" pitchFamily="2" charset="2"/>
              <a:buChar char="ü"/>
            </a:pPr>
            <a:r>
              <a:rPr lang="en-US" sz="1200" dirty="0"/>
              <a:t>Starts with FF (like FF02::1 for all nodes, FF02::2 for all routers)</a:t>
            </a:r>
          </a:p>
        </p:txBody>
      </p:sp>
      <p:sp>
        <p:nvSpPr>
          <p:cNvPr id="6" name="TextBox 5">
            <a:extLst>
              <a:ext uri="{FF2B5EF4-FFF2-40B4-BE49-F238E27FC236}">
                <a16:creationId xmlns:a16="http://schemas.microsoft.com/office/drawing/2014/main" id="{8DBF75E2-CA4D-93C8-EC84-90BAD5B775F6}"/>
              </a:ext>
            </a:extLst>
          </p:cNvPr>
          <p:cNvSpPr txBox="1"/>
          <p:nvPr/>
        </p:nvSpPr>
        <p:spPr>
          <a:xfrm>
            <a:off x="2150533" y="108496"/>
            <a:ext cx="4572000" cy="523220"/>
          </a:xfrm>
          <a:prstGeom prst="rect">
            <a:avLst/>
          </a:prstGeom>
          <a:noFill/>
        </p:spPr>
        <p:txBody>
          <a:bodyPr wrap="square">
            <a:spAutoFit/>
          </a:bodyPr>
          <a:lstStyle/>
          <a:p>
            <a:r>
              <a:rPr lang="en-US" sz="1800" b="1" dirty="0">
                <a:highlight>
                  <a:srgbClr val="00FFFF"/>
                </a:highlight>
              </a:rPr>
              <a:t>IPv6 Addressing &amp; IPv6 Address types</a:t>
            </a:r>
          </a:p>
          <a:p>
            <a:r>
              <a:rPr lang="en-US" sz="1000" dirty="0"/>
              <a:t>    	The Future of Internet Addressing</a:t>
            </a:r>
          </a:p>
        </p:txBody>
      </p:sp>
    </p:spTree>
    <p:extLst>
      <p:ext uri="{BB962C8B-B14F-4D97-AF65-F5344CB8AC3E}">
        <p14:creationId xmlns:p14="http://schemas.microsoft.com/office/powerpoint/2010/main" val="370442879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AB8E8-4114-BC6C-431D-731D4A2BFF3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49D95AF-CC18-0B89-F4EC-53505270ACE8}"/>
              </a:ext>
            </a:extLst>
          </p:cNvPr>
          <p:cNvSpPr txBox="1"/>
          <p:nvPr/>
        </p:nvSpPr>
        <p:spPr>
          <a:xfrm>
            <a:off x="177800" y="755996"/>
            <a:ext cx="8805333" cy="1415772"/>
          </a:xfrm>
          <a:prstGeom prst="rect">
            <a:avLst/>
          </a:prstGeom>
          <a:noFill/>
        </p:spPr>
        <p:txBody>
          <a:bodyPr wrap="square">
            <a:spAutoFit/>
          </a:bodyPr>
          <a:lstStyle/>
          <a:p>
            <a:r>
              <a:rPr lang="en-US" dirty="0">
                <a:highlight>
                  <a:srgbClr val="00FFFF"/>
                </a:highlight>
              </a:rPr>
              <a:t>Types of IPv6 Addresses</a:t>
            </a:r>
          </a:p>
          <a:p>
            <a:endParaRPr lang="en-US" sz="1200" dirty="0"/>
          </a:p>
          <a:p>
            <a:pPr marL="228600" indent="-228600">
              <a:buFont typeface="+mj-lt"/>
              <a:buAutoNum type="arabicPeriod" startAt="2"/>
            </a:pPr>
            <a:r>
              <a:rPr lang="en-US" sz="1200" b="1" dirty="0"/>
              <a:t>Anycast Address = One-to-One-of-Many</a:t>
            </a:r>
          </a:p>
          <a:p>
            <a:pPr marL="228600" indent="-228600">
              <a:buFont typeface="+mj-lt"/>
              <a:buAutoNum type="arabicPeriod" startAt="2"/>
            </a:pPr>
            <a:endParaRPr lang="en-US" sz="1200" dirty="0"/>
          </a:p>
          <a:p>
            <a:pPr marL="171450" indent="-171450">
              <a:buFont typeface="Wingdings" panose="05000000000000000000" pitchFamily="2" charset="2"/>
              <a:buChar char="ü"/>
            </a:pPr>
            <a:r>
              <a:rPr lang="en-US" sz="1200" dirty="0"/>
              <a:t>Sent to a group of devices, but only the nearest one gets it.</a:t>
            </a:r>
          </a:p>
          <a:p>
            <a:pPr marL="171450" indent="-171450">
              <a:buFont typeface="Wingdings" panose="05000000000000000000" pitchFamily="2" charset="2"/>
              <a:buChar char="ü"/>
            </a:pPr>
            <a:r>
              <a:rPr lang="en-US" sz="1200" dirty="0"/>
              <a:t>Like asking for help, and the closest helper replies.</a:t>
            </a:r>
          </a:p>
          <a:p>
            <a:pPr marL="171450" indent="-171450">
              <a:buFont typeface="Wingdings" panose="05000000000000000000" pitchFamily="2" charset="2"/>
              <a:buChar char="ü"/>
            </a:pPr>
            <a:r>
              <a:rPr lang="en-US" sz="1200" dirty="0"/>
              <a:t>Devices share the same address, but routing picks the nearest one.</a:t>
            </a:r>
          </a:p>
        </p:txBody>
      </p:sp>
      <p:sp>
        <p:nvSpPr>
          <p:cNvPr id="6" name="TextBox 5">
            <a:extLst>
              <a:ext uri="{FF2B5EF4-FFF2-40B4-BE49-F238E27FC236}">
                <a16:creationId xmlns:a16="http://schemas.microsoft.com/office/drawing/2014/main" id="{73F7E31C-EF95-63DB-FF5B-6A2CBFAA6570}"/>
              </a:ext>
            </a:extLst>
          </p:cNvPr>
          <p:cNvSpPr txBox="1"/>
          <p:nvPr/>
        </p:nvSpPr>
        <p:spPr>
          <a:xfrm>
            <a:off x="2150533" y="108496"/>
            <a:ext cx="4572000" cy="523220"/>
          </a:xfrm>
          <a:prstGeom prst="rect">
            <a:avLst/>
          </a:prstGeom>
          <a:noFill/>
        </p:spPr>
        <p:txBody>
          <a:bodyPr wrap="square">
            <a:spAutoFit/>
          </a:bodyPr>
          <a:lstStyle/>
          <a:p>
            <a:r>
              <a:rPr lang="en-US" sz="1800" b="1" dirty="0">
                <a:highlight>
                  <a:srgbClr val="00FFFF"/>
                </a:highlight>
              </a:rPr>
              <a:t>IPv6 Addressing &amp; IPv6 Address types</a:t>
            </a:r>
          </a:p>
          <a:p>
            <a:r>
              <a:rPr lang="en-US" sz="1000" dirty="0"/>
              <a:t>    	The Future of Internet Addressing</a:t>
            </a:r>
          </a:p>
        </p:txBody>
      </p:sp>
    </p:spTree>
    <p:extLst>
      <p:ext uri="{BB962C8B-B14F-4D97-AF65-F5344CB8AC3E}">
        <p14:creationId xmlns:p14="http://schemas.microsoft.com/office/powerpoint/2010/main" val="166078100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E7E64-7C23-D0F3-88D2-C260883CCB4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4E69705-CA08-8C93-507F-EC36FEC88AAC}"/>
              </a:ext>
            </a:extLst>
          </p:cNvPr>
          <p:cNvSpPr txBox="1"/>
          <p:nvPr/>
        </p:nvSpPr>
        <p:spPr>
          <a:xfrm>
            <a:off x="177800" y="755996"/>
            <a:ext cx="8805333" cy="2154436"/>
          </a:xfrm>
          <a:prstGeom prst="rect">
            <a:avLst/>
          </a:prstGeom>
          <a:noFill/>
        </p:spPr>
        <p:txBody>
          <a:bodyPr wrap="square">
            <a:spAutoFit/>
          </a:bodyPr>
          <a:lstStyle/>
          <a:p>
            <a:r>
              <a:rPr lang="en-US" dirty="0">
                <a:highlight>
                  <a:srgbClr val="00FFFF"/>
                </a:highlight>
              </a:rPr>
              <a:t>What is Prefix Length (/64, /48, etc.) in IPv6?</a:t>
            </a:r>
          </a:p>
          <a:p>
            <a:endParaRPr lang="en-US" sz="1200" dirty="0"/>
          </a:p>
          <a:p>
            <a:endParaRPr lang="en-US" sz="1200" dirty="0"/>
          </a:p>
          <a:p>
            <a:r>
              <a:rPr lang="en-US" sz="1200" dirty="0"/>
              <a:t>Prefix length means how many bits are used for the network part of the address.</a:t>
            </a:r>
          </a:p>
          <a:p>
            <a:endParaRPr lang="en-US" sz="1200" dirty="0"/>
          </a:p>
          <a:p>
            <a:pPr marL="171450" indent="-171450">
              <a:buFont typeface="Wingdings" panose="05000000000000000000" pitchFamily="2" charset="2"/>
              <a:buChar char="ü"/>
            </a:pPr>
            <a:r>
              <a:rPr lang="en-US" sz="1200" dirty="0"/>
              <a:t>/64 means first 64 bits are the network ➔ remaining 64 bits are for the host (devices).</a:t>
            </a:r>
          </a:p>
          <a:p>
            <a:pPr marL="171450" indent="-171450">
              <a:buFont typeface="Wingdings" panose="05000000000000000000" pitchFamily="2" charset="2"/>
              <a:buChar char="ü"/>
            </a:pPr>
            <a:r>
              <a:rPr lang="en-US" sz="1200" dirty="0"/>
              <a:t>/48 means first 48 bits are the network ➔ remaining 80 bits are for subnetting + hosts.</a:t>
            </a:r>
          </a:p>
          <a:p>
            <a:pPr marL="171450" indent="-171450">
              <a:buFont typeface="Wingdings" panose="05000000000000000000" pitchFamily="2" charset="2"/>
              <a:buChar char="ü"/>
            </a:pPr>
            <a:endParaRPr lang="en-US" sz="1200" dirty="0"/>
          </a:p>
          <a:p>
            <a:pPr marL="171450" indent="-171450">
              <a:buFont typeface="Wingdings" panose="05000000000000000000" pitchFamily="2" charset="2"/>
              <a:buChar char="ü"/>
            </a:pPr>
            <a:endParaRPr lang="en-US" sz="1200" b="1" dirty="0"/>
          </a:p>
          <a:p>
            <a:r>
              <a:rPr lang="en-US" sz="1200" b="1" dirty="0"/>
              <a:t>Example in Easy Words:</a:t>
            </a:r>
          </a:p>
          <a:p>
            <a:endParaRPr lang="en-US" sz="1200" dirty="0"/>
          </a:p>
        </p:txBody>
      </p:sp>
      <p:sp>
        <p:nvSpPr>
          <p:cNvPr id="6" name="TextBox 5">
            <a:extLst>
              <a:ext uri="{FF2B5EF4-FFF2-40B4-BE49-F238E27FC236}">
                <a16:creationId xmlns:a16="http://schemas.microsoft.com/office/drawing/2014/main" id="{E71DE148-F1D4-A904-344D-8AD49C6A17FF}"/>
              </a:ext>
            </a:extLst>
          </p:cNvPr>
          <p:cNvSpPr txBox="1"/>
          <p:nvPr/>
        </p:nvSpPr>
        <p:spPr>
          <a:xfrm>
            <a:off x="2150533" y="108496"/>
            <a:ext cx="4572000" cy="523220"/>
          </a:xfrm>
          <a:prstGeom prst="rect">
            <a:avLst/>
          </a:prstGeom>
          <a:noFill/>
        </p:spPr>
        <p:txBody>
          <a:bodyPr wrap="square">
            <a:spAutoFit/>
          </a:bodyPr>
          <a:lstStyle/>
          <a:p>
            <a:r>
              <a:rPr lang="en-US" sz="1800" b="1" dirty="0">
                <a:highlight>
                  <a:srgbClr val="00FFFF"/>
                </a:highlight>
              </a:rPr>
              <a:t>IPv6 Addressing &amp; IPv6 Address types</a:t>
            </a:r>
          </a:p>
          <a:p>
            <a:r>
              <a:rPr lang="en-US" sz="1000" dirty="0"/>
              <a:t>    	The Future of Internet Addressing</a:t>
            </a:r>
          </a:p>
        </p:txBody>
      </p:sp>
      <p:graphicFrame>
        <p:nvGraphicFramePr>
          <p:cNvPr id="2" name="Table 1">
            <a:extLst>
              <a:ext uri="{FF2B5EF4-FFF2-40B4-BE49-F238E27FC236}">
                <a16:creationId xmlns:a16="http://schemas.microsoft.com/office/drawing/2014/main" id="{8418D801-1EDF-5068-0427-5EC9ACFA9040}"/>
              </a:ext>
            </a:extLst>
          </p:cNvPr>
          <p:cNvGraphicFramePr>
            <a:graphicFrameLocks noGrp="1"/>
          </p:cNvGraphicFramePr>
          <p:nvPr>
            <p:extLst>
              <p:ext uri="{D42A27DB-BD31-4B8C-83A1-F6EECF244321}">
                <p14:modId xmlns:p14="http://schemas.microsoft.com/office/powerpoint/2010/main" val="1495812536"/>
              </p:ext>
            </p:extLst>
          </p:nvPr>
        </p:nvGraphicFramePr>
        <p:xfrm>
          <a:off x="575733" y="2910432"/>
          <a:ext cx="8001000" cy="1559560"/>
        </p:xfrm>
        <a:graphic>
          <a:graphicData uri="http://schemas.openxmlformats.org/drawingml/2006/table">
            <a:tbl>
              <a:tblPr firstRow="1" bandRow="1">
                <a:tableStyleId>{17343FFC-C285-48B6-A5F1-531E15585DCF}</a:tableStyleId>
              </a:tblPr>
              <a:tblGrid>
                <a:gridCol w="819486">
                  <a:extLst>
                    <a:ext uri="{9D8B030D-6E8A-4147-A177-3AD203B41FA5}">
                      <a16:colId xmlns:a16="http://schemas.microsoft.com/office/drawing/2014/main" val="1991642894"/>
                    </a:ext>
                  </a:extLst>
                </a:gridCol>
                <a:gridCol w="4229603">
                  <a:extLst>
                    <a:ext uri="{9D8B030D-6E8A-4147-A177-3AD203B41FA5}">
                      <a16:colId xmlns:a16="http://schemas.microsoft.com/office/drawing/2014/main" val="594321771"/>
                    </a:ext>
                  </a:extLst>
                </a:gridCol>
                <a:gridCol w="2951911">
                  <a:extLst>
                    <a:ext uri="{9D8B030D-6E8A-4147-A177-3AD203B41FA5}">
                      <a16:colId xmlns:a16="http://schemas.microsoft.com/office/drawing/2014/main" val="2682322803"/>
                    </a:ext>
                  </a:extLst>
                </a:gridCol>
              </a:tblGrid>
              <a:tr h="370840">
                <a:tc>
                  <a:txBody>
                    <a:bodyPr/>
                    <a:lstStyle/>
                    <a:p>
                      <a:r>
                        <a:rPr lang="en-US" dirty="0"/>
                        <a:t>Prefix</a:t>
                      </a:r>
                      <a:endParaRPr lang="en-PK" dirty="0"/>
                    </a:p>
                  </a:txBody>
                  <a:tcPr/>
                </a:tc>
                <a:tc>
                  <a:txBody>
                    <a:bodyPr/>
                    <a:lstStyle/>
                    <a:p>
                      <a:r>
                        <a:rPr lang="en-US" dirty="0"/>
                        <a:t>Meaning </a:t>
                      </a:r>
                      <a:endParaRPr lang="en-PK" dirty="0"/>
                    </a:p>
                  </a:txBody>
                  <a:tcPr/>
                </a:tc>
                <a:tc>
                  <a:txBody>
                    <a:bodyPr/>
                    <a:lstStyle/>
                    <a:p>
                      <a:r>
                        <a:rPr lang="en-US" dirty="0"/>
                        <a:t>Usage</a:t>
                      </a:r>
                      <a:endParaRPr lang="en-PK" dirty="0"/>
                    </a:p>
                  </a:txBody>
                  <a:tcPr/>
                </a:tc>
                <a:extLst>
                  <a:ext uri="{0D108BD9-81ED-4DB2-BD59-A6C34878D82A}">
                    <a16:rowId xmlns:a16="http://schemas.microsoft.com/office/drawing/2014/main" val="1824060293"/>
                  </a:ext>
                </a:extLst>
              </a:tr>
              <a:tr h="370840">
                <a:tc>
                  <a:txBody>
                    <a:bodyPr/>
                    <a:lstStyle/>
                    <a:p>
                      <a:r>
                        <a:rPr lang="en-PK" sz="1000" dirty="0"/>
                        <a:t>/64	</a:t>
                      </a:r>
                    </a:p>
                  </a:txBody>
                  <a:tcPr/>
                </a:tc>
                <a:tc>
                  <a:txBody>
                    <a:bodyPr/>
                    <a:lstStyle/>
                    <a:p>
                      <a:r>
                        <a:rPr lang="en-US" sz="1000" dirty="0"/>
                        <a:t>First 64 bits for network, rest 64 bits for devices</a:t>
                      </a:r>
                      <a:endParaRPr lang="en-PK" sz="1000" dirty="0"/>
                    </a:p>
                  </a:txBody>
                  <a:tcPr/>
                </a:tc>
                <a:tc>
                  <a:txBody>
                    <a:bodyPr/>
                    <a:lstStyle/>
                    <a:p>
                      <a:r>
                        <a:rPr lang="en-US" sz="1000" dirty="0"/>
                        <a:t>Most common, for LANs (Switches, Routers, PCs)</a:t>
                      </a:r>
                      <a:endParaRPr lang="en-PK" sz="1000" dirty="0"/>
                    </a:p>
                  </a:txBody>
                  <a:tcPr/>
                </a:tc>
                <a:extLst>
                  <a:ext uri="{0D108BD9-81ED-4DB2-BD59-A6C34878D82A}">
                    <a16:rowId xmlns:a16="http://schemas.microsoft.com/office/drawing/2014/main" val="2103238584"/>
                  </a:ext>
                </a:extLst>
              </a:tr>
              <a:tr h="370840">
                <a:tc>
                  <a:txBody>
                    <a:bodyPr/>
                    <a:lstStyle/>
                    <a:p>
                      <a:r>
                        <a:rPr lang="en-PK" sz="1000" dirty="0"/>
                        <a:t>/48	</a:t>
                      </a:r>
                    </a:p>
                  </a:txBody>
                  <a:tcPr/>
                </a:tc>
                <a:tc>
                  <a:txBody>
                    <a:bodyPr/>
                    <a:lstStyle/>
                    <a:p>
                      <a:r>
                        <a:rPr lang="en-US" sz="1000" dirty="0"/>
                        <a:t>First 48 bits for big network, then you can create many /64 subnets</a:t>
                      </a:r>
                      <a:endParaRPr lang="en-PK" sz="1000" dirty="0"/>
                    </a:p>
                  </a:txBody>
                  <a:tcPr/>
                </a:tc>
                <a:tc>
                  <a:txBody>
                    <a:bodyPr/>
                    <a:lstStyle/>
                    <a:p>
                      <a:r>
                        <a:rPr lang="en-US" sz="1000" dirty="0"/>
                        <a:t>Used by companies, ISPs</a:t>
                      </a:r>
                      <a:endParaRPr lang="en-PK" sz="1000" dirty="0"/>
                    </a:p>
                  </a:txBody>
                  <a:tcPr/>
                </a:tc>
                <a:extLst>
                  <a:ext uri="{0D108BD9-81ED-4DB2-BD59-A6C34878D82A}">
                    <a16:rowId xmlns:a16="http://schemas.microsoft.com/office/drawing/2014/main" val="3919722891"/>
                  </a:ext>
                </a:extLst>
              </a:tr>
              <a:tr h="370840">
                <a:tc>
                  <a:txBody>
                    <a:bodyPr/>
                    <a:lstStyle/>
                    <a:p>
                      <a:r>
                        <a:rPr lang="en-PK" sz="1000" dirty="0"/>
                        <a:t>/128	</a:t>
                      </a:r>
                    </a:p>
                  </a:txBody>
                  <a:tcPr/>
                </a:tc>
                <a:tc>
                  <a:txBody>
                    <a:bodyPr/>
                    <a:lstStyle/>
                    <a:p>
                      <a:r>
                        <a:rPr lang="en-US" sz="1000" dirty="0"/>
                        <a:t>All 128 bits are used</a:t>
                      </a:r>
                      <a:endParaRPr lang="en-PK" sz="1000" dirty="0"/>
                    </a:p>
                  </a:txBody>
                  <a:tcPr/>
                </a:tc>
                <a:tc>
                  <a:txBody>
                    <a:bodyPr/>
                    <a:lstStyle/>
                    <a:p>
                      <a:r>
                        <a:rPr lang="en-US" sz="1000" dirty="0"/>
                        <a:t>Assigned to a single device (like a printer or loopback)</a:t>
                      </a:r>
                      <a:endParaRPr lang="en-PK" sz="1000" dirty="0"/>
                    </a:p>
                  </a:txBody>
                  <a:tcPr/>
                </a:tc>
                <a:extLst>
                  <a:ext uri="{0D108BD9-81ED-4DB2-BD59-A6C34878D82A}">
                    <a16:rowId xmlns:a16="http://schemas.microsoft.com/office/drawing/2014/main" val="3430358854"/>
                  </a:ext>
                </a:extLst>
              </a:tr>
            </a:tbl>
          </a:graphicData>
        </a:graphic>
      </p:graphicFrame>
    </p:spTree>
    <p:extLst>
      <p:ext uri="{BB962C8B-B14F-4D97-AF65-F5344CB8AC3E}">
        <p14:creationId xmlns:p14="http://schemas.microsoft.com/office/powerpoint/2010/main" val="259604526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012CF-FFE3-1800-6E0E-7579EB0DEB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3D4A3D-663A-1FE0-639F-25AABBB00CC3}"/>
              </a:ext>
            </a:extLst>
          </p:cNvPr>
          <p:cNvSpPr txBox="1"/>
          <p:nvPr/>
        </p:nvSpPr>
        <p:spPr>
          <a:xfrm>
            <a:off x="177800" y="755996"/>
            <a:ext cx="8805333" cy="2523768"/>
          </a:xfrm>
          <a:prstGeom prst="rect">
            <a:avLst/>
          </a:prstGeom>
          <a:noFill/>
        </p:spPr>
        <p:txBody>
          <a:bodyPr wrap="square">
            <a:spAutoFit/>
          </a:bodyPr>
          <a:lstStyle/>
          <a:p>
            <a:r>
              <a:rPr lang="en-US" dirty="0">
                <a:highlight>
                  <a:srgbClr val="00FFFF"/>
                </a:highlight>
              </a:rPr>
              <a:t>Very Simple Analogy:</a:t>
            </a:r>
            <a:endParaRPr lang="en-US" sz="1200" dirty="0"/>
          </a:p>
          <a:p>
            <a:endParaRPr lang="en-US" sz="1200" dirty="0"/>
          </a:p>
          <a:p>
            <a:r>
              <a:rPr lang="en-US" sz="1200" dirty="0"/>
              <a:t>✅ Think of IPv6 address as a phone number 📞.</a:t>
            </a:r>
          </a:p>
          <a:p>
            <a:r>
              <a:rPr lang="en-US" sz="1200" dirty="0"/>
              <a:t>✅ The prefix (/64, /48) is like the area code — it tells where you are.</a:t>
            </a:r>
          </a:p>
          <a:p>
            <a:r>
              <a:rPr lang="en-US" sz="1200" dirty="0"/>
              <a:t>✅ The remaining bits are like the individual number — who exactly you are.</a:t>
            </a:r>
          </a:p>
          <a:p>
            <a:endParaRPr lang="en-US" sz="1200" dirty="0"/>
          </a:p>
          <a:p>
            <a:endParaRPr lang="en-US" sz="1200" dirty="0"/>
          </a:p>
          <a:p>
            <a:endParaRPr lang="en-US" sz="1200" dirty="0"/>
          </a:p>
          <a:p>
            <a:endParaRPr lang="en-US" sz="2000" dirty="0"/>
          </a:p>
          <a:p>
            <a:pPr marL="171450" indent="-171450">
              <a:buFont typeface="Wingdings" panose="05000000000000000000" pitchFamily="2" charset="2"/>
              <a:buChar char="ü"/>
            </a:pPr>
            <a:r>
              <a:rPr lang="en-US" sz="2000" dirty="0"/>
              <a:t>IPv4 uses Subnet Mask. IPv6 uses Prefix Length.</a:t>
            </a:r>
          </a:p>
          <a:p>
            <a:pPr marL="171450" indent="-171450">
              <a:buFont typeface="Wingdings" panose="05000000000000000000" pitchFamily="2" charset="2"/>
              <a:buChar char="ü"/>
            </a:pPr>
            <a:r>
              <a:rPr lang="en-US" sz="2000" dirty="0"/>
              <a:t>/64 = Standard network for normal devices.</a:t>
            </a:r>
          </a:p>
        </p:txBody>
      </p:sp>
      <p:sp>
        <p:nvSpPr>
          <p:cNvPr id="6" name="TextBox 5">
            <a:extLst>
              <a:ext uri="{FF2B5EF4-FFF2-40B4-BE49-F238E27FC236}">
                <a16:creationId xmlns:a16="http://schemas.microsoft.com/office/drawing/2014/main" id="{36E2F953-08D7-AB24-D879-9FD896150280}"/>
              </a:ext>
            </a:extLst>
          </p:cNvPr>
          <p:cNvSpPr txBox="1"/>
          <p:nvPr/>
        </p:nvSpPr>
        <p:spPr>
          <a:xfrm>
            <a:off x="2150533" y="108496"/>
            <a:ext cx="4572000" cy="523220"/>
          </a:xfrm>
          <a:prstGeom prst="rect">
            <a:avLst/>
          </a:prstGeom>
          <a:noFill/>
        </p:spPr>
        <p:txBody>
          <a:bodyPr wrap="square">
            <a:spAutoFit/>
          </a:bodyPr>
          <a:lstStyle/>
          <a:p>
            <a:r>
              <a:rPr lang="en-US" sz="1800" b="1" dirty="0">
                <a:highlight>
                  <a:srgbClr val="00FFFF"/>
                </a:highlight>
              </a:rPr>
              <a:t>IPv6 Addressing &amp; IPv6 Address types</a:t>
            </a:r>
          </a:p>
          <a:p>
            <a:r>
              <a:rPr lang="en-US" sz="1000" dirty="0"/>
              <a:t>    	The Future of Internet Addressing</a:t>
            </a:r>
          </a:p>
        </p:txBody>
      </p:sp>
    </p:spTree>
    <p:extLst>
      <p:ext uri="{BB962C8B-B14F-4D97-AF65-F5344CB8AC3E}">
        <p14:creationId xmlns:p14="http://schemas.microsoft.com/office/powerpoint/2010/main" val="273979307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62343-3674-9F14-5800-4DEE6605599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FE1C4D1-256B-267C-F43F-853310070EB9}"/>
              </a:ext>
            </a:extLst>
          </p:cNvPr>
          <p:cNvSpPr txBox="1"/>
          <p:nvPr/>
        </p:nvSpPr>
        <p:spPr>
          <a:xfrm>
            <a:off x="177800" y="755996"/>
            <a:ext cx="8805333" cy="492443"/>
          </a:xfrm>
          <a:prstGeom prst="rect">
            <a:avLst/>
          </a:prstGeom>
          <a:noFill/>
        </p:spPr>
        <p:txBody>
          <a:bodyPr wrap="square">
            <a:spAutoFit/>
          </a:bodyPr>
          <a:lstStyle/>
          <a:p>
            <a:r>
              <a:rPr lang="en-US" dirty="0">
                <a:highlight>
                  <a:srgbClr val="00FFFF"/>
                </a:highlight>
              </a:rPr>
              <a:t>IPv6 Lab:</a:t>
            </a:r>
          </a:p>
          <a:p>
            <a:endParaRPr lang="en-US" sz="1200" dirty="0"/>
          </a:p>
        </p:txBody>
      </p:sp>
      <p:sp>
        <p:nvSpPr>
          <p:cNvPr id="6" name="TextBox 5">
            <a:extLst>
              <a:ext uri="{FF2B5EF4-FFF2-40B4-BE49-F238E27FC236}">
                <a16:creationId xmlns:a16="http://schemas.microsoft.com/office/drawing/2014/main" id="{C8BBDEDE-9C93-F384-FC6F-B93DD7072686}"/>
              </a:ext>
            </a:extLst>
          </p:cNvPr>
          <p:cNvSpPr txBox="1"/>
          <p:nvPr/>
        </p:nvSpPr>
        <p:spPr>
          <a:xfrm>
            <a:off x="2150533" y="108496"/>
            <a:ext cx="4572000" cy="523220"/>
          </a:xfrm>
          <a:prstGeom prst="rect">
            <a:avLst/>
          </a:prstGeom>
          <a:noFill/>
        </p:spPr>
        <p:txBody>
          <a:bodyPr wrap="square">
            <a:spAutoFit/>
          </a:bodyPr>
          <a:lstStyle/>
          <a:p>
            <a:r>
              <a:rPr lang="en-US" sz="1800" b="1" dirty="0">
                <a:highlight>
                  <a:srgbClr val="00FFFF"/>
                </a:highlight>
              </a:rPr>
              <a:t>IPv6 Addressing &amp; IPv6 Address types</a:t>
            </a:r>
          </a:p>
          <a:p>
            <a:r>
              <a:rPr lang="en-US" sz="1000" dirty="0"/>
              <a:t>    	The Future of Internet Addressing</a:t>
            </a:r>
          </a:p>
        </p:txBody>
      </p:sp>
      <p:graphicFrame>
        <p:nvGraphicFramePr>
          <p:cNvPr id="12" name="Table 11">
            <a:extLst>
              <a:ext uri="{FF2B5EF4-FFF2-40B4-BE49-F238E27FC236}">
                <a16:creationId xmlns:a16="http://schemas.microsoft.com/office/drawing/2014/main" id="{37963CEB-D5B8-4779-9AD4-24B200A53A12}"/>
              </a:ext>
            </a:extLst>
          </p:cNvPr>
          <p:cNvGraphicFramePr>
            <a:graphicFrameLocks noGrp="1"/>
          </p:cNvGraphicFramePr>
          <p:nvPr>
            <p:extLst>
              <p:ext uri="{D42A27DB-BD31-4B8C-83A1-F6EECF244321}">
                <p14:modId xmlns:p14="http://schemas.microsoft.com/office/powerpoint/2010/main" val="2592397736"/>
              </p:ext>
            </p:extLst>
          </p:nvPr>
        </p:nvGraphicFramePr>
        <p:xfrm>
          <a:off x="685798" y="1885950"/>
          <a:ext cx="5317069" cy="1854200"/>
        </p:xfrm>
        <a:graphic>
          <a:graphicData uri="http://schemas.openxmlformats.org/drawingml/2006/table">
            <a:tbl>
              <a:tblPr firstRow="1" bandRow="1">
                <a:tableStyleId>{17343FFC-C285-48B6-A5F1-531E15585DCF}</a:tableStyleId>
              </a:tblPr>
              <a:tblGrid>
                <a:gridCol w="1193802">
                  <a:extLst>
                    <a:ext uri="{9D8B030D-6E8A-4147-A177-3AD203B41FA5}">
                      <a16:colId xmlns:a16="http://schemas.microsoft.com/office/drawing/2014/main" val="2228383673"/>
                    </a:ext>
                  </a:extLst>
                </a:gridCol>
                <a:gridCol w="4123267">
                  <a:extLst>
                    <a:ext uri="{9D8B030D-6E8A-4147-A177-3AD203B41FA5}">
                      <a16:colId xmlns:a16="http://schemas.microsoft.com/office/drawing/2014/main" val="3091419158"/>
                    </a:ext>
                  </a:extLst>
                </a:gridCol>
              </a:tblGrid>
              <a:tr h="370840">
                <a:tc>
                  <a:txBody>
                    <a:bodyPr/>
                    <a:lstStyle/>
                    <a:p>
                      <a:r>
                        <a:rPr lang="en-US" dirty="0"/>
                        <a:t>Short Form</a:t>
                      </a:r>
                      <a:endParaRPr lang="en-PK" dirty="0"/>
                    </a:p>
                  </a:txBody>
                  <a:tcPr/>
                </a:tc>
                <a:tc>
                  <a:txBody>
                    <a:bodyPr/>
                    <a:lstStyle/>
                    <a:p>
                      <a:r>
                        <a:rPr lang="en-US" dirty="0"/>
                        <a:t>Full Form</a:t>
                      </a:r>
                      <a:endParaRPr lang="en-PK" dirty="0"/>
                    </a:p>
                  </a:txBody>
                  <a:tcPr/>
                </a:tc>
                <a:extLst>
                  <a:ext uri="{0D108BD9-81ED-4DB2-BD59-A6C34878D82A}">
                    <a16:rowId xmlns:a16="http://schemas.microsoft.com/office/drawing/2014/main" val="3630725892"/>
                  </a:ext>
                </a:extLst>
              </a:tr>
              <a:tr h="370840">
                <a:tc>
                  <a:txBody>
                    <a:bodyPr/>
                    <a:lstStyle/>
                    <a:p>
                      <a:r>
                        <a:rPr lang="en-PK" dirty="0"/>
                        <a:t>2001:1::1	</a:t>
                      </a:r>
                    </a:p>
                  </a:txBody>
                  <a:tcPr/>
                </a:tc>
                <a:tc>
                  <a:txBody>
                    <a:bodyPr/>
                    <a:lstStyle/>
                    <a:p>
                      <a:r>
                        <a:rPr lang="en-PK" dirty="0"/>
                        <a:t>2001:0001:0000:0000:0000:0000:0000:0001</a:t>
                      </a:r>
                    </a:p>
                  </a:txBody>
                  <a:tcPr/>
                </a:tc>
                <a:extLst>
                  <a:ext uri="{0D108BD9-81ED-4DB2-BD59-A6C34878D82A}">
                    <a16:rowId xmlns:a16="http://schemas.microsoft.com/office/drawing/2014/main" val="2815512266"/>
                  </a:ext>
                </a:extLst>
              </a:tr>
              <a:tr h="370840">
                <a:tc>
                  <a:txBody>
                    <a:bodyPr/>
                    <a:lstStyle/>
                    <a:p>
                      <a:r>
                        <a:rPr lang="en-PK" dirty="0"/>
                        <a:t>2001:1::10	</a:t>
                      </a:r>
                    </a:p>
                  </a:txBody>
                  <a:tcPr/>
                </a:tc>
                <a:tc>
                  <a:txBody>
                    <a:bodyPr/>
                    <a:lstStyle/>
                    <a:p>
                      <a:r>
                        <a:rPr lang="en-PK" dirty="0"/>
                        <a:t>2001:0001:0000:0000:0000:0000:0000:0010</a:t>
                      </a:r>
                    </a:p>
                  </a:txBody>
                  <a:tcPr/>
                </a:tc>
                <a:extLst>
                  <a:ext uri="{0D108BD9-81ED-4DB2-BD59-A6C34878D82A}">
                    <a16:rowId xmlns:a16="http://schemas.microsoft.com/office/drawing/2014/main" val="511456475"/>
                  </a:ext>
                </a:extLst>
              </a:tr>
              <a:tr h="370840">
                <a:tc>
                  <a:txBody>
                    <a:bodyPr/>
                    <a:lstStyle/>
                    <a:p>
                      <a:r>
                        <a:rPr lang="en-PK" dirty="0"/>
                        <a:t>2001:2::1	</a:t>
                      </a:r>
                    </a:p>
                  </a:txBody>
                  <a:tcPr/>
                </a:tc>
                <a:tc>
                  <a:txBody>
                    <a:bodyPr/>
                    <a:lstStyle/>
                    <a:p>
                      <a:r>
                        <a:rPr lang="en-PK" dirty="0"/>
                        <a:t>2001:0002:0000:0000:0000:0000:0000:0001</a:t>
                      </a:r>
                    </a:p>
                  </a:txBody>
                  <a:tcPr/>
                </a:tc>
                <a:extLst>
                  <a:ext uri="{0D108BD9-81ED-4DB2-BD59-A6C34878D82A}">
                    <a16:rowId xmlns:a16="http://schemas.microsoft.com/office/drawing/2014/main" val="1820469503"/>
                  </a:ext>
                </a:extLst>
              </a:tr>
              <a:tr h="370840">
                <a:tc>
                  <a:txBody>
                    <a:bodyPr/>
                    <a:lstStyle/>
                    <a:p>
                      <a:r>
                        <a:rPr lang="en-PK" dirty="0"/>
                        <a:t>2001:2::10	</a:t>
                      </a:r>
                    </a:p>
                  </a:txBody>
                  <a:tcPr/>
                </a:tc>
                <a:tc>
                  <a:txBody>
                    <a:bodyPr/>
                    <a:lstStyle/>
                    <a:p>
                      <a:r>
                        <a:rPr lang="en-PK" dirty="0"/>
                        <a:t>2001:0002:0000:0000:0000:0000:0000:0010</a:t>
                      </a:r>
                    </a:p>
                  </a:txBody>
                  <a:tcPr/>
                </a:tc>
                <a:extLst>
                  <a:ext uri="{0D108BD9-81ED-4DB2-BD59-A6C34878D82A}">
                    <a16:rowId xmlns:a16="http://schemas.microsoft.com/office/drawing/2014/main" val="1552196721"/>
                  </a:ext>
                </a:extLst>
              </a:tr>
            </a:tbl>
          </a:graphicData>
        </a:graphic>
      </p:graphicFrame>
    </p:spTree>
    <p:extLst>
      <p:ext uri="{BB962C8B-B14F-4D97-AF65-F5344CB8AC3E}">
        <p14:creationId xmlns:p14="http://schemas.microsoft.com/office/powerpoint/2010/main" val="276767826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D6052-C7C5-D114-DD0E-BCEA2BA6852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2706270-B996-4E20-7176-DEA5073F02D7}"/>
              </a:ext>
            </a:extLst>
          </p:cNvPr>
          <p:cNvSpPr txBox="1"/>
          <p:nvPr/>
        </p:nvSpPr>
        <p:spPr>
          <a:xfrm>
            <a:off x="177800" y="755996"/>
            <a:ext cx="8805333" cy="492443"/>
          </a:xfrm>
          <a:prstGeom prst="rect">
            <a:avLst/>
          </a:prstGeom>
          <a:noFill/>
        </p:spPr>
        <p:txBody>
          <a:bodyPr wrap="square">
            <a:spAutoFit/>
          </a:bodyPr>
          <a:lstStyle/>
          <a:p>
            <a:r>
              <a:rPr lang="en-US" dirty="0">
                <a:highlight>
                  <a:srgbClr val="00FFFF"/>
                </a:highlight>
              </a:rPr>
              <a:t>IPv6 Lab:</a:t>
            </a:r>
          </a:p>
          <a:p>
            <a:endParaRPr lang="en-US" sz="1200" dirty="0"/>
          </a:p>
        </p:txBody>
      </p:sp>
      <p:sp>
        <p:nvSpPr>
          <p:cNvPr id="6" name="TextBox 5">
            <a:extLst>
              <a:ext uri="{FF2B5EF4-FFF2-40B4-BE49-F238E27FC236}">
                <a16:creationId xmlns:a16="http://schemas.microsoft.com/office/drawing/2014/main" id="{86E4FE51-AE40-8528-AEB4-EF1AD8EBE71F}"/>
              </a:ext>
            </a:extLst>
          </p:cNvPr>
          <p:cNvSpPr txBox="1"/>
          <p:nvPr/>
        </p:nvSpPr>
        <p:spPr>
          <a:xfrm>
            <a:off x="2150533" y="108496"/>
            <a:ext cx="4572000" cy="523220"/>
          </a:xfrm>
          <a:prstGeom prst="rect">
            <a:avLst/>
          </a:prstGeom>
          <a:noFill/>
        </p:spPr>
        <p:txBody>
          <a:bodyPr wrap="square">
            <a:spAutoFit/>
          </a:bodyPr>
          <a:lstStyle/>
          <a:p>
            <a:r>
              <a:rPr lang="en-US" sz="1800" b="1" dirty="0">
                <a:highlight>
                  <a:srgbClr val="00FFFF"/>
                </a:highlight>
              </a:rPr>
              <a:t>IPv6 Addressing &amp; IPv6 Address types</a:t>
            </a:r>
          </a:p>
          <a:p>
            <a:r>
              <a:rPr lang="en-US" sz="1000" dirty="0"/>
              <a:t>    	The Future of Internet Addressing</a:t>
            </a:r>
          </a:p>
        </p:txBody>
      </p:sp>
      <p:pic>
        <p:nvPicPr>
          <p:cNvPr id="4" name="Picture 3">
            <a:extLst>
              <a:ext uri="{FF2B5EF4-FFF2-40B4-BE49-F238E27FC236}">
                <a16:creationId xmlns:a16="http://schemas.microsoft.com/office/drawing/2014/main" id="{0A729D42-135C-027A-3EE5-1CFFD99A3244}"/>
              </a:ext>
            </a:extLst>
          </p:cNvPr>
          <p:cNvPicPr>
            <a:picLocks noChangeAspect="1"/>
          </p:cNvPicPr>
          <p:nvPr/>
        </p:nvPicPr>
        <p:blipFill>
          <a:blip r:embed="rId2"/>
          <a:stretch>
            <a:fillRect/>
          </a:stretch>
        </p:blipFill>
        <p:spPr>
          <a:xfrm>
            <a:off x="8466" y="1248439"/>
            <a:ext cx="9144000" cy="3895061"/>
          </a:xfrm>
          <a:prstGeom prst="rect">
            <a:avLst/>
          </a:prstGeom>
        </p:spPr>
      </p:pic>
      <p:sp>
        <p:nvSpPr>
          <p:cNvPr id="7" name="TextBox 6">
            <a:extLst>
              <a:ext uri="{FF2B5EF4-FFF2-40B4-BE49-F238E27FC236}">
                <a16:creationId xmlns:a16="http://schemas.microsoft.com/office/drawing/2014/main" id="{5D0E72E1-BC4C-2F73-D9CC-41C4405531C4}"/>
              </a:ext>
            </a:extLst>
          </p:cNvPr>
          <p:cNvSpPr txBox="1"/>
          <p:nvPr/>
        </p:nvSpPr>
        <p:spPr>
          <a:xfrm>
            <a:off x="5975349" y="1433104"/>
            <a:ext cx="427567" cy="307777"/>
          </a:xfrm>
          <a:prstGeom prst="rect">
            <a:avLst/>
          </a:prstGeom>
          <a:noFill/>
        </p:spPr>
        <p:txBody>
          <a:bodyPr wrap="square">
            <a:spAutoFit/>
          </a:bodyPr>
          <a:lstStyle/>
          <a:p>
            <a:r>
              <a:rPr lang="en-US" b="1" dirty="0">
                <a:highlight>
                  <a:srgbClr val="00FFFF"/>
                </a:highlight>
              </a:rPr>
              <a:t>R2</a:t>
            </a:r>
            <a:endParaRPr lang="en-PK" b="1" dirty="0">
              <a:highlight>
                <a:srgbClr val="00FFFF"/>
              </a:highlight>
            </a:endParaRPr>
          </a:p>
        </p:txBody>
      </p:sp>
      <p:sp>
        <p:nvSpPr>
          <p:cNvPr id="9" name="TextBox 8">
            <a:extLst>
              <a:ext uri="{FF2B5EF4-FFF2-40B4-BE49-F238E27FC236}">
                <a16:creationId xmlns:a16="http://schemas.microsoft.com/office/drawing/2014/main" id="{8E6A7374-3858-F780-F9D4-ACCB68CEF2D3}"/>
              </a:ext>
            </a:extLst>
          </p:cNvPr>
          <p:cNvSpPr txBox="1"/>
          <p:nvPr/>
        </p:nvSpPr>
        <p:spPr>
          <a:xfrm>
            <a:off x="2798232" y="1433104"/>
            <a:ext cx="427567" cy="307777"/>
          </a:xfrm>
          <a:prstGeom prst="rect">
            <a:avLst/>
          </a:prstGeom>
          <a:noFill/>
        </p:spPr>
        <p:txBody>
          <a:bodyPr wrap="square">
            <a:spAutoFit/>
          </a:bodyPr>
          <a:lstStyle/>
          <a:p>
            <a:r>
              <a:rPr lang="en-US" sz="1400" b="1" dirty="0">
                <a:highlight>
                  <a:srgbClr val="00FFFF"/>
                </a:highlight>
              </a:rPr>
              <a:t>R1</a:t>
            </a:r>
            <a:endParaRPr lang="en-PK" b="1" dirty="0">
              <a:highlight>
                <a:srgbClr val="00FFFF"/>
              </a:highlight>
            </a:endParaRPr>
          </a:p>
        </p:txBody>
      </p:sp>
    </p:spTree>
    <p:extLst>
      <p:ext uri="{BB962C8B-B14F-4D97-AF65-F5344CB8AC3E}">
        <p14:creationId xmlns:p14="http://schemas.microsoft.com/office/powerpoint/2010/main" val="359042954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00EFB-B7DF-D397-9AD1-0DC34AD0E46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CFA1DF4-2F1F-46AE-8FDB-7C7547B7E619}"/>
              </a:ext>
            </a:extLst>
          </p:cNvPr>
          <p:cNvSpPr txBox="1"/>
          <p:nvPr/>
        </p:nvSpPr>
        <p:spPr>
          <a:xfrm>
            <a:off x="177800" y="755996"/>
            <a:ext cx="8805333" cy="3093154"/>
          </a:xfrm>
          <a:prstGeom prst="rect">
            <a:avLst/>
          </a:prstGeom>
          <a:noFill/>
        </p:spPr>
        <p:txBody>
          <a:bodyPr wrap="square">
            <a:spAutoFit/>
          </a:bodyPr>
          <a:lstStyle/>
          <a:p>
            <a:r>
              <a:rPr lang="en-US" dirty="0">
                <a:highlight>
                  <a:srgbClr val="00FFFF"/>
                </a:highlight>
              </a:rPr>
              <a:t>IPv6 Lab:</a:t>
            </a:r>
          </a:p>
          <a:p>
            <a:endParaRPr lang="en-US" sz="1200" dirty="0"/>
          </a:p>
          <a:p>
            <a:pPr marL="228600" indent="-228600">
              <a:buFont typeface="+mj-lt"/>
              <a:buAutoNum type="arabicPeriod"/>
            </a:pPr>
            <a:r>
              <a:rPr lang="en-US" sz="1100" dirty="0"/>
              <a:t>By default, IPv6 is disabled on router, You need to enable it using the command :R1(config)# ipv6 unicast-routing</a:t>
            </a:r>
          </a:p>
          <a:p>
            <a:endParaRPr lang="en-US" sz="1100" dirty="0"/>
          </a:p>
          <a:p>
            <a:endParaRPr lang="en-US" sz="1100" dirty="0"/>
          </a:p>
          <a:p>
            <a:endParaRPr lang="en-US" sz="1100" dirty="0"/>
          </a:p>
          <a:p>
            <a:pPr marL="228600" indent="-228600">
              <a:buFont typeface="+mj-lt"/>
              <a:buAutoNum type="arabicPeriod" startAt="2"/>
            </a:pPr>
            <a:r>
              <a:rPr lang="en-US" sz="1100" dirty="0" err="1"/>
              <a:t>RIPng</a:t>
            </a:r>
            <a:r>
              <a:rPr lang="en-US" sz="1100" dirty="0"/>
              <a:t>  for Routing Protocol:</a:t>
            </a:r>
          </a:p>
          <a:p>
            <a:endParaRPr lang="en-US" sz="1100" dirty="0"/>
          </a:p>
          <a:p>
            <a:pPr marL="171450" lvl="3" indent="-171450">
              <a:buFont typeface="Wingdings" panose="05000000000000000000" pitchFamily="2" charset="2"/>
              <a:buChar char="ü"/>
            </a:pPr>
            <a:r>
              <a:rPr lang="en-US" sz="1100" dirty="0"/>
              <a:t>We're using IPv6, we’ll configure </a:t>
            </a:r>
            <a:r>
              <a:rPr lang="en-US" sz="1100" dirty="0" err="1"/>
              <a:t>RIPng</a:t>
            </a:r>
            <a:r>
              <a:rPr lang="en-US" sz="1100" dirty="0"/>
              <a:t> (RIP Next Generation), because normal RIP works only for IPv4.</a:t>
            </a:r>
          </a:p>
          <a:p>
            <a:pPr marL="171450" lvl="3"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MYRIP is just a name. You can call it anything like RIPLAB or TESTRIP.</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err="1"/>
              <a:t>RIPng</a:t>
            </a:r>
            <a:r>
              <a:rPr lang="en-US" sz="1100" dirty="0"/>
              <a:t> is enabled under the interface</a:t>
            </a:r>
          </a:p>
          <a:p>
            <a:endParaRPr lang="en-US" sz="1200" dirty="0"/>
          </a:p>
          <a:p>
            <a:pPr marL="171450" indent="-171450">
              <a:buFont typeface="Wingdings" panose="05000000000000000000" pitchFamily="2" charset="2"/>
              <a:buChar char="ü"/>
            </a:pPr>
            <a:endParaRPr lang="en-US" sz="1200" dirty="0"/>
          </a:p>
          <a:p>
            <a:pPr marL="171450" indent="-171450">
              <a:buFont typeface="Wingdings" panose="05000000000000000000" pitchFamily="2" charset="2"/>
              <a:buChar char="ü"/>
            </a:pPr>
            <a:endParaRPr lang="en-US" sz="1200" dirty="0"/>
          </a:p>
          <a:p>
            <a:endParaRPr lang="en-US" sz="1200" dirty="0"/>
          </a:p>
        </p:txBody>
      </p:sp>
      <p:sp>
        <p:nvSpPr>
          <p:cNvPr id="6" name="TextBox 5">
            <a:extLst>
              <a:ext uri="{FF2B5EF4-FFF2-40B4-BE49-F238E27FC236}">
                <a16:creationId xmlns:a16="http://schemas.microsoft.com/office/drawing/2014/main" id="{6B5434D2-BDF6-9116-D011-D660C8FC27A8}"/>
              </a:ext>
            </a:extLst>
          </p:cNvPr>
          <p:cNvSpPr txBox="1"/>
          <p:nvPr/>
        </p:nvSpPr>
        <p:spPr>
          <a:xfrm>
            <a:off x="2150533" y="108496"/>
            <a:ext cx="4572000" cy="523220"/>
          </a:xfrm>
          <a:prstGeom prst="rect">
            <a:avLst/>
          </a:prstGeom>
          <a:noFill/>
        </p:spPr>
        <p:txBody>
          <a:bodyPr wrap="square">
            <a:spAutoFit/>
          </a:bodyPr>
          <a:lstStyle/>
          <a:p>
            <a:r>
              <a:rPr lang="en-US" sz="1800" b="1" dirty="0">
                <a:highlight>
                  <a:srgbClr val="00FFFF"/>
                </a:highlight>
              </a:rPr>
              <a:t>IPv6 Addressing &amp; IPv6 Address types</a:t>
            </a:r>
          </a:p>
          <a:p>
            <a:r>
              <a:rPr lang="en-US" sz="1000" dirty="0"/>
              <a:t>    	The Future of Internet Addressing</a:t>
            </a:r>
          </a:p>
        </p:txBody>
      </p:sp>
    </p:spTree>
    <p:extLst>
      <p:ext uri="{BB962C8B-B14F-4D97-AF65-F5344CB8AC3E}">
        <p14:creationId xmlns:p14="http://schemas.microsoft.com/office/powerpoint/2010/main" val="175350790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D2E51-BCAE-1C6C-89C5-884D92E25D7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59F4E7A-D93E-0FA5-BEFB-E44FD377A9C0}"/>
              </a:ext>
            </a:extLst>
          </p:cNvPr>
          <p:cNvSpPr txBox="1"/>
          <p:nvPr/>
        </p:nvSpPr>
        <p:spPr>
          <a:xfrm>
            <a:off x="177800" y="755996"/>
            <a:ext cx="8805333" cy="492443"/>
          </a:xfrm>
          <a:prstGeom prst="rect">
            <a:avLst/>
          </a:prstGeom>
          <a:noFill/>
        </p:spPr>
        <p:txBody>
          <a:bodyPr wrap="square">
            <a:spAutoFit/>
          </a:bodyPr>
          <a:lstStyle/>
          <a:p>
            <a:r>
              <a:rPr lang="en-US" dirty="0">
                <a:highlight>
                  <a:srgbClr val="00FFFF"/>
                </a:highlight>
              </a:rPr>
              <a:t>IPv6 Lab:</a:t>
            </a:r>
          </a:p>
          <a:p>
            <a:endParaRPr lang="en-US" sz="1200" dirty="0"/>
          </a:p>
        </p:txBody>
      </p:sp>
      <p:sp>
        <p:nvSpPr>
          <p:cNvPr id="6" name="TextBox 5">
            <a:extLst>
              <a:ext uri="{FF2B5EF4-FFF2-40B4-BE49-F238E27FC236}">
                <a16:creationId xmlns:a16="http://schemas.microsoft.com/office/drawing/2014/main" id="{200502A3-C937-7794-8431-560F2F6C7DA4}"/>
              </a:ext>
            </a:extLst>
          </p:cNvPr>
          <p:cNvSpPr txBox="1"/>
          <p:nvPr/>
        </p:nvSpPr>
        <p:spPr>
          <a:xfrm>
            <a:off x="2150533" y="108496"/>
            <a:ext cx="4572000" cy="523220"/>
          </a:xfrm>
          <a:prstGeom prst="rect">
            <a:avLst/>
          </a:prstGeom>
          <a:noFill/>
        </p:spPr>
        <p:txBody>
          <a:bodyPr wrap="square">
            <a:spAutoFit/>
          </a:bodyPr>
          <a:lstStyle/>
          <a:p>
            <a:r>
              <a:rPr lang="en-US" sz="1800" b="1" dirty="0">
                <a:highlight>
                  <a:srgbClr val="00FFFF"/>
                </a:highlight>
              </a:rPr>
              <a:t>IPv6 Addressing &amp; IPv6 Address types</a:t>
            </a:r>
          </a:p>
          <a:p>
            <a:r>
              <a:rPr lang="en-US" sz="1000" dirty="0"/>
              <a:t>    	The Future of Internet Addressing</a:t>
            </a:r>
          </a:p>
        </p:txBody>
      </p:sp>
      <p:sp>
        <p:nvSpPr>
          <p:cNvPr id="5" name="TextBox 4">
            <a:extLst>
              <a:ext uri="{FF2B5EF4-FFF2-40B4-BE49-F238E27FC236}">
                <a16:creationId xmlns:a16="http://schemas.microsoft.com/office/drawing/2014/main" id="{08958F2A-FBC8-F871-5C94-EA65D58FA8FC}"/>
              </a:ext>
            </a:extLst>
          </p:cNvPr>
          <p:cNvSpPr txBox="1"/>
          <p:nvPr/>
        </p:nvSpPr>
        <p:spPr>
          <a:xfrm>
            <a:off x="177800" y="1159751"/>
            <a:ext cx="4572000" cy="3170099"/>
          </a:xfrm>
          <a:prstGeom prst="rect">
            <a:avLst/>
          </a:prstGeom>
          <a:noFill/>
        </p:spPr>
        <p:txBody>
          <a:bodyPr wrap="square">
            <a:spAutoFit/>
          </a:bodyPr>
          <a:lstStyle/>
          <a:p>
            <a:r>
              <a:rPr lang="en-US" sz="1000" dirty="0"/>
              <a:t>R1&gt; enable</a:t>
            </a:r>
          </a:p>
          <a:p>
            <a:r>
              <a:rPr lang="en-US" sz="1000" dirty="0"/>
              <a:t>R1# configure terminal</a:t>
            </a:r>
          </a:p>
          <a:p>
            <a:endParaRPr lang="en-US" sz="1000" dirty="0"/>
          </a:p>
          <a:p>
            <a:r>
              <a:rPr lang="en-US" sz="1000" dirty="0"/>
              <a:t>R1(config)# ipv6 unicast-routing</a:t>
            </a:r>
          </a:p>
          <a:p>
            <a:endParaRPr lang="en-US" sz="1000" dirty="0"/>
          </a:p>
          <a:p>
            <a:r>
              <a:rPr lang="en-US" sz="1000" dirty="0"/>
              <a:t>R1(config)# interface fa0/0</a:t>
            </a:r>
          </a:p>
          <a:p>
            <a:r>
              <a:rPr lang="en-US" sz="1000" dirty="0"/>
              <a:t>R1(config-if)# ipv6 address 2001:1::1/64</a:t>
            </a:r>
          </a:p>
          <a:p>
            <a:r>
              <a:rPr lang="en-US" sz="1000" dirty="0"/>
              <a:t>R1(config-if)# ipv6 rip MYRIP enable</a:t>
            </a:r>
          </a:p>
          <a:p>
            <a:r>
              <a:rPr lang="en-US" sz="1000" dirty="0"/>
              <a:t>R1(config-if)# no shutdown</a:t>
            </a:r>
          </a:p>
          <a:p>
            <a:r>
              <a:rPr lang="en-US" sz="1000" dirty="0"/>
              <a:t>R1(config-if)# exit</a:t>
            </a:r>
          </a:p>
          <a:p>
            <a:endParaRPr lang="en-US" sz="1000" dirty="0"/>
          </a:p>
          <a:p>
            <a:r>
              <a:rPr lang="en-US" sz="1000" dirty="0"/>
              <a:t>R1(config)# interface s0/0</a:t>
            </a:r>
          </a:p>
          <a:p>
            <a:r>
              <a:rPr lang="en-US" sz="1000" dirty="0"/>
              <a:t>R1(config-if)# ipv6 address 2001:12::1/64</a:t>
            </a:r>
          </a:p>
          <a:p>
            <a:r>
              <a:rPr lang="en-US" sz="1000" dirty="0"/>
              <a:t>R1(config-if)# ipv6 rip MYRIP enable</a:t>
            </a:r>
          </a:p>
          <a:p>
            <a:r>
              <a:rPr lang="en-US" sz="1000" dirty="0"/>
              <a:t>R1(config-if)# no shutdown</a:t>
            </a:r>
          </a:p>
          <a:p>
            <a:r>
              <a:rPr lang="en-US" sz="1000" dirty="0"/>
              <a:t>R1(config-if)# exit</a:t>
            </a:r>
          </a:p>
          <a:p>
            <a:r>
              <a:rPr lang="en-US" sz="1000" dirty="0"/>
              <a:t>R1(config)# ipv6 router rip MYRIP</a:t>
            </a:r>
          </a:p>
          <a:p>
            <a:endParaRPr lang="en-US" sz="1000" dirty="0"/>
          </a:p>
          <a:p>
            <a:r>
              <a:rPr lang="en-US" sz="1000" dirty="0"/>
              <a:t>R1(config-</a:t>
            </a:r>
            <a:r>
              <a:rPr lang="en-US" sz="1000" dirty="0" err="1"/>
              <a:t>rtr</a:t>
            </a:r>
            <a:r>
              <a:rPr lang="en-US" sz="1000" dirty="0"/>
              <a:t>)# exit</a:t>
            </a:r>
          </a:p>
          <a:p>
            <a:r>
              <a:rPr lang="en-US" sz="1000" dirty="0"/>
              <a:t>R1(config)# exit</a:t>
            </a:r>
          </a:p>
        </p:txBody>
      </p:sp>
      <p:sp>
        <p:nvSpPr>
          <p:cNvPr id="10" name="TextBox 9">
            <a:extLst>
              <a:ext uri="{FF2B5EF4-FFF2-40B4-BE49-F238E27FC236}">
                <a16:creationId xmlns:a16="http://schemas.microsoft.com/office/drawing/2014/main" id="{DCC42B27-F556-2083-56E3-174EF8A7586E}"/>
              </a:ext>
            </a:extLst>
          </p:cNvPr>
          <p:cNvSpPr txBox="1"/>
          <p:nvPr/>
        </p:nvSpPr>
        <p:spPr>
          <a:xfrm>
            <a:off x="4131733" y="1159750"/>
            <a:ext cx="4572000" cy="3170099"/>
          </a:xfrm>
          <a:prstGeom prst="rect">
            <a:avLst/>
          </a:prstGeom>
          <a:noFill/>
        </p:spPr>
        <p:txBody>
          <a:bodyPr wrap="square">
            <a:spAutoFit/>
          </a:bodyPr>
          <a:lstStyle/>
          <a:p>
            <a:r>
              <a:rPr lang="en-US" sz="1000" dirty="0"/>
              <a:t>R2&gt; enable</a:t>
            </a:r>
          </a:p>
          <a:p>
            <a:r>
              <a:rPr lang="en-US" sz="1000" dirty="0"/>
              <a:t>R2# configure terminal</a:t>
            </a:r>
          </a:p>
          <a:p>
            <a:endParaRPr lang="en-US" sz="1000" dirty="0"/>
          </a:p>
          <a:p>
            <a:r>
              <a:rPr lang="en-US" sz="1000" dirty="0"/>
              <a:t>R2(config)# ipv6 unicast-routing</a:t>
            </a:r>
          </a:p>
          <a:p>
            <a:endParaRPr lang="en-US" sz="1000" dirty="0"/>
          </a:p>
          <a:p>
            <a:r>
              <a:rPr lang="en-US" sz="1000" dirty="0"/>
              <a:t>R2(config)# interface fa0/0</a:t>
            </a:r>
          </a:p>
          <a:p>
            <a:r>
              <a:rPr lang="en-US" sz="1000" dirty="0"/>
              <a:t>R2(config-if)# ipv6 address 2001:2::1/64</a:t>
            </a:r>
          </a:p>
          <a:p>
            <a:r>
              <a:rPr lang="en-US" sz="1000" dirty="0"/>
              <a:t>R2(config-if)# ipv6 rip MYRIP enable</a:t>
            </a:r>
          </a:p>
          <a:p>
            <a:r>
              <a:rPr lang="en-US" sz="1000" dirty="0"/>
              <a:t>R2(config-if)# no shutdown</a:t>
            </a:r>
          </a:p>
          <a:p>
            <a:r>
              <a:rPr lang="en-US" sz="1000" dirty="0"/>
              <a:t>R2(config-if)# exit</a:t>
            </a:r>
          </a:p>
          <a:p>
            <a:endParaRPr lang="en-US" sz="1000" dirty="0"/>
          </a:p>
          <a:p>
            <a:r>
              <a:rPr lang="en-US" sz="1000" dirty="0"/>
              <a:t>R2(config)# interface s0/0</a:t>
            </a:r>
          </a:p>
          <a:p>
            <a:r>
              <a:rPr lang="en-US" sz="1000" dirty="0"/>
              <a:t>R2(config-if)# ipv6 address 2001:12::2/64</a:t>
            </a:r>
          </a:p>
          <a:p>
            <a:r>
              <a:rPr lang="en-US" sz="1000" dirty="0"/>
              <a:t>R2(config-if)# ipv6 rip MYRIP enable</a:t>
            </a:r>
          </a:p>
          <a:p>
            <a:r>
              <a:rPr lang="en-US" sz="1000" dirty="0"/>
              <a:t>R2(config-if)# no shutdown</a:t>
            </a:r>
          </a:p>
          <a:p>
            <a:r>
              <a:rPr lang="en-US" sz="1000" dirty="0"/>
              <a:t>R2(config-if)# exit</a:t>
            </a:r>
          </a:p>
          <a:p>
            <a:r>
              <a:rPr lang="en-US" sz="1000" dirty="0"/>
              <a:t>R2(config)# ipv6 router rip MYRIP</a:t>
            </a:r>
          </a:p>
          <a:p>
            <a:endParaRPr lang="en-US" sz="1000" dirty="0"/>
          </a:p>
          <a:p>
            <a:r>
              <a:rPr lang="en-US" sz="1000" dirty="0"/>
              <a:t>R2(config-</a:t>
            </a:r>
            <a:r>
              <a:rPr lang="en-US" sz="1000" dirty="0" err="1"/>
              <a:t>rtr</a:t>
            </a:r>
            <a:r>
              <a:rPr lang="en-US" sz="1000" dirty="0"/>
              <a:t>)# exit</a:t>
            </a:r>
          </a:p>
          <a:p>
            <a:r>
              <a:rPr lang="en-US" sz="1000" dirty="0"/>
              <a:t>R2(config)# exit</a:t>
            </a:r>
          </a:p>
        </p:txBody>
      </p:sp>
      <p:sp>
        <p:nvSpPr>
          <p:cNvPr id="12" name="TextBox 11">
            <a:extLst>
              <a:ext uri="{FF2B5EF4-FFF2-40B4-BE49-F238E27FC236}">
                <a16:creationId xmlns:a16="http://schemas.microsoft.com/office/drawing/2014/main" id="{C3CE0FD2-2AA4-114F-A40B-E1429C204A08}"/>
              </a:ext>
            </a:extLst>
          </p:cNvPr>
          <p:cNvSpPr txBox="1"/>
          <p:nvPr/>
        </p:nvSpPr>
        <p:spPr>
          <a:xfrm>
            <a:off x="2294466" y="4727227"/>
            <a:ext cx="4572000" cy="307777"/>
          </a:xfrm>
          <a:prstGeom prst="rect">
            <a:avLst/>
          </a:prstGeom>
          <a:noFill/>
        </p:spPr>
        <p:txBody>
          <a:bodyPr wrap="square">
            <a:spAutoFit/>
          </a:bodyPr>
          <a:lstStyle/>
          <a:p>
            <a:r>
              <a:rPr lang="en-US" dirty="0" err="1">
                <a:highlight>
                  <a:srgbClr val="00FFFF"/>
                </a:highlight>
              </a:rPr>
              <a:t>Router#show</a:t>
            </a:r>
            <a:r>
              <a:rPr lang="en-US" dirty="0">
                <a:highlight>
                  <a:srgbClr val="00FFFF"/>
                </a:highlight>
              </a:rPr>
              <a:t> ipv6 route    </a:t>
            </a:r>
            <a:r>
              <a:rPr lang="en-US" dirty="0">
                <a:highlight>
                  <a:srgbClr val="00FFFF"/>
                </a:highlight>
                <a:sym typeface="Wingdings" panose="05000000000000000000" pitchFamily="2" charset="2"/>
              </a:rPr>
              <a:t> Result </a:t>
            </a:r>
            <a:endParaRPr lang="en-US" dirty="0">
              <a:highlight>
                <a:srgbClr val="00FFFF"/>
              </a:highlight>
            </a:endParaRPr>
          </a:p>
        </p:txBody>
      </p:sp>
    </p:spTree>
    <p:extLst>
      <p:ext uri="{BB962C8B-B14F-4D97-AF65-F5344CB8AC3E}">
        <p14:creationId xmlns:p14="http://schemas.microsoft.com/office/powerpoint/2010/main" val="112845439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0B972-7A41-EF12-1134-1053D69198B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DA6BAB8-2FB9-1597-A847-0FAA7CE16E5B}"/>
              </a:ext>
            </a:extLst>
          </p:cNvPr>
          <p:cNvSpPr>
            <a:spLocks noGrp="1"/>
          </p:cNvSpPr>
          <p:nvPr>
            <p:ph type="body" idx="1"/>
          </p:nvPr>
        </p:nvSpPr>
        <p:spPr>
          <a:xfrm>
            <a:off x="651933" y="404075"/>
            <a:ext cx="8297334" cy="3126000"/>
          </a:xfrm>
        </p:spPr>
        <p:txBody>
          <a:bodyPr/>
          <a:lstStyle/>
          <a:p>
            <a:pPr marL="139700" indent="0">
              <a:buNone/>
            </a:pPr>
            <a:r>
              <a:rPr lang="en-US" sz="1800" dirty="0"/>
              <a:t>What is a Network Model?</a:t>
            </a:r>
          </a:p>
          <a:p>
            <a:pPr marL="139700" indent="0">
              <a:buNone/>
            </a:pPr>
            <a:endParaRPr lang="en-US" sz="2400" dirty="0"/>
          </a:p>
          <a:p>
            <a:pPr>
              <a:buFont typeface="Wingdings" panose="05000000000000000000" pitchFamily="2" charset="2"/>
              <a:buChar char="ü"/>
            </a:pPr>
            <a:r>
              <a:rPr lang="en-US" sz="1400" dirty="0"/>
              <a:t>A network model is a set of rules that help computers communicate with each other.</a:t>
            </a:r>
          </a:p>
          <a:p>
            <a:pPr>
              <a:buFont typeface="Wingdings" panose="05000000000000000000" pitchFamily="2" charset="2"/>
              <a:buChar char="ü"/>
            </a:pPr>
            <a:r>
              <a:rPr lang="en-US" sz="1400" dirty="0"/>
              <a:t>It shows how data moves from one computer to another over the internet.</a:t>
            </a:r>
          </a:p>
          <a:p>
            <a:pPr>
              <a:buFont typeface="Wingdings" panose="05000000000000000000" pitchFamily="2" charset="2"/>
              <a:buChar char="ü"/>
            </a:pPr>
            <a:endParaRPr lang="en-US" sz="1400" dirty="0"/>
          </a:p>
          <a:p>
            <a:pPr>
              <a:buFont typeface="Wingdings" panose="05000000000000000000" pitchFamily="2" charset="2"/>
              <a:buChar char="ü"/>
            </a:pPr>
            <a:endParaRPr lang="en-US" sz="1400" dirty="0"/>
          </a:p>
          <a:p>
            <a:pPr>
              <a:buFont typeface="Wingdings" panose="05000000000000000000" pitchFamily="2" charset="2"/>
              <a:buChar char="ü"/>
            </a:pPr>
            <a:endParaRPr lang="en-US" sz="1400" dirty="0"/>
          </a:p>
          <a:p>
            <a:pPr>
              <a:buFont typeface="Wingdings" panose="05000000000000000000" pitchFamily="2" charset="2"/>
              <a:buChar char="ü"/>
            </a:pPr>
            <a:endParaRPr lang="en-US" sz="1400" dirty="0"/>
          </a:p>
          <a:p>
            <a:pPr marL="139700" indent="0">
              <a:buNone/>
            </a:pPr>
            <a:r>
              <a:rPr lang="en-US" sz="1800" dirty="0"/>
              <a:t>Two Main Network Models</a:t>
            </a:r>
          </a:p>
          <a:p>
            <a:pPr marL="139700" indent="0">
              <a:buNone/>
            </a:pPr>
            <a:endParaRPr lang="en-US" sz="1800" dirty="0"/>
          </a:p>
          <a:p>
            <a:pPr>
              <a:buFont typeface="Wingdings" panose="05000000000000000000" pitchFamily="2" charset="2"/>
              <a:buChar char="ü"/>
            </a:pPr>
            <a:r>
              <a:rPr lang="en-US" sz="1400" dirty="0"/>
              <a:t>OSI Model (Open Systems Interconnection)</a:t>
            </a:r>
          </a:p>
          <a:p>
            <a:pPr>
              <a:buFont typeface="Wingdings" panose="05000000000000000000" pitchFamily="2" charset="2"/>
              <a:buChar char="ü"/>
            </a:pPr>
            <a:r>
              <a:rPr lang="en-US" sz="1400" dirty="0"/>
              <a:t>TCP/IP Model (Transmission Control Protocol / Internet Protocol)</a:t>
            </a:r>
            <a:endParaRPr lang="en-PK" sz="1400" dirty="0"/>
          </a:p>
        </p:txBody>
      </p:sp>
    </p:spTree>
    <p:extLst>
      <p:ext uri="{BB962C8B-B14F-4D97-AF65-F5344CB8AC3E}">
        <p14:creationId xmlns:p14="http://schemas.microsoft.com/office/powerpoint/2010/main" val="281975569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7960D-EF25-055B-B1FE-DB4A4D51AA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3802F3-E8F4-2DD6-5832-BAE1EE8BCD55}"/>
              </a:ext>
            </a:extLst>
          </p:cNvPr>
          <p:cNvSpPr>
            <a:spLocks noGrp="1"/>
          </p:cNvSpPr>
          <p:nvPr>
            <p:ph type="title"/>
          </p:nvPr>
        </p:nvSpPr>
        <p:spPr>
          <a:xfrm>
            <a:off x="212000" y="953025"/>
            <a:ext cx="7704000" cy="572700"/>
          </a:xfrm>
        </p:spPr>
        <p:txBody>
          <a:bodyPr/>
          <a:lstStyle/>
          <a:p>
            <a:r>
              <a:rPr lang="en-US" dirty="0"/>
              <a:t>OSI Reference Model</a:t>
            </a:r>
            <a:endParaRPr lang="en-PK" dirty="0"/>
          </a:p>
        </p:txBody>
      </p:sp>
      <p:sp>
        <p:nvSpPr>
          <p:cNvPr id="3" name="Text Placeholder 2">
            <a:extLst>
              <a:ext uri="{FF2B5EF4-FFF2-40B4-BE49-F238E27FC236}">
                <a16:creationId xmlns:a16="http://schemas.microsoft.com/office/drawing/2014/main" id="{9AA6FB27-C52D-F3F4-A9F1-6567120EBD30}"/>
              </a:ext>
            </a:extLst>
          </p:cNvPr>
          <p:cNvSpPr>
            <a:spLocks noGrp="1"/>
          </p:cNvSpPr>
          <p:nvPr>
            <p:ph type="body" idx="1"/>
          </p:nvPr>
        </p:nvSpPr>
        <p:spPr>
          <a:xfrm>
            <a:off x="584200" y="1843409"/>
            <a:ext cx="8627533" cy="3126000"/>
          </a:xfrm>
        </p:spPr>
        <p:txBody>
          <a:bodyPr/>
          <a:lstStyle/>
          <a:p>
            <a:pPr marL="139700" indent="0">
              <a:buNone/>
            </a:pPr>
            <a:r>
              <a:rPr lang="en-US" sz="2400" dirty="0"/>
              <a:t>Understanding the Structure of Network Communications</a:t>
            </a:r>
            <a:endParaRPr lang="en-PK" sz="2400" dirty="0"/>
          </a:p>
        </p:txBody>
      </p:sp>
    </p:spTree>
    <p:extLst>
      <p:ext uri="{BB962C8B-B14F-4D97-AF65-F5344CB8AC3E}">
        <p14:creationId xmlns:p14="http://schemas.microsoft.com/office/powerpoint/2010/main" val="230844289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3ECC5-CA5D-67D1-5242-DD034D2DD35A}"/>
              </a:ext>
            </a:extLst>
          </p:cNvPr>
          <p:cNvSpPr>
            <a:spLocks noGrp="1"/>
          </p:cNvSpPr>
          <p:nvPr>
            <p:ph type="title"/>
          </p:nvPr>
        </p:nvSpPr>
        <p:spPr>
          <a:xfrm>
            <a:off x="720000" y="412599"/>
            <a:ext cx="7704000" cy="572700"/>
          </a:xfrm>
        </p:spPr>
        <p:txBody>
          <a:bodyPr/>
          <a:lstStyle/>
          <a:p>
            <a:r>
              <a:rPr lang="en-US" dirty="0"/>
              <a:t>Introduction to OSI Model</a:t>
            </a:r>
            <a:endParaRPr lang="en-PK" dirty="0"/>
          </a:p>
        </p:txBody>
      </p:sp>
      <p:sp>
        <p:nvSpPr>
          <p:cNvPr id="3" name="Text Placeholder 2">
            <a:extLst>
              <a:ext uri="{FF2B5EF4-FFF2-40B4-BE49-F238E27FC236}">
                <a16:creationId xmlns:a16="http://schemas.microsoft.com/office/drawing/2014/main" id="{CA8267AE-6981-44A1-A427-F78BECCF4217}"/>
              </a:ext>
            </a:extLst>
          </p:cNvPr>
          <p:cNvSpPr>
            <a:spLocks noGrp="1"/>
          </p:cNvSpPr>
          <p:nvPr>
            <p:ph type="body" idx="1"/>
          </p:nvPr>
        </p:nvSpPr>
        <p:spPr>
          <a:xfrm>
            <a:off x="566332" y="1112700"/>
            <a:ext cx="4953935" cy="3126000"/>
          </a:xfrm>
        </p:spPr>
        <p:txBody>
          <a:bodyPr/>
          <a:lstStyle/>
          <a:p>
            <a:pPr marL="139700" indent="0">
              <a:buNone/>
            </a:pPr>
            <a:r>
              <a:rPr lang="en-US" sz="1400" b="1" dirty="0"/>
              <a:t>What is OSI Model?</a:t>
            </a:r>
          </a:p>
          <a:p>
            <a:pPr marL="139700" indent="0">
              <a:buNone/>
            </a:pPr>
            <a:endParaRPr lang="en-US" sz="1200" b="1" dirty="0"/>
          </a:p>
          <a:p>
            <a:pPr marL="139700" indent="0">
              <a:buNone/>
            </a:pPr>
            <a:r>
              <a:rPr lang="en-US" sz="1200" b="1" dirty="0"/>
              <a:t>Stands for :  Open Systems Interconnection model</a:t>
            </a:r>
          </a:p>
          <a:p>
            <a:pPr marL="139700" indent="0">
              <a:buNone/>
            </a:pPr>
            <a:endParaRPr lang="en-US" sz="1200" b="1" dirty="0"/>
          </a:p>
          <a:p>
            <a:pPr>
              <a:buFont typeface="Wingdings" panose="05000000000000000000" pitchFamily="2" charset="2"/>
              <a:buChar char="ü"/>
            </a:pPr>
            <a:r>
              <a:rPr lang="en-US" dirty="0"/>
              <a:t>A conceptual framework used to understand how data is transmitted between devices over a network.</a:t>
            </a:r>
          </a:p>
          <a:p>
            <a:pPr>
              <a:buFont typeface="Wingdings" panose="05000000000000000000" pitchFamily="2" charset="2"/>
              <a:buChar char="ü"/>
            </a:pPr>
            <a:endParaRPr lang="en-US" dirty="0"/>
          </a:p>
          <a:p>
            <a:pPr>
              <a:buFont typeface="Wingdings" panose="05000000000000000000" pitchFamily="2" charset="2"/>
              <a:buChar char="ü"/>
            </a:pPr>
            <a:r>
              <a:rPr lang="en-US" dirty="0"/>
              <a:t>It is a theoretical model to explain how data moves from one device to another.</a:t>
            </a:r>
          </a:p>
          <a:p>
            <a:endParaRPr lang="en-US" dirty="0"/>
          </a:p>
          <a:p>
            <a:endParaRPr lang="en-US" dirty="0"/>
          </a:p>
          <a:p>
            <a:pPr marL="139700" indent="0">
              <a:buNone/>
            </a:pPr>
            <a:r>
              <a:rPr lang="en-US" b="1" dirty="0"/>
              <a:t>Purpose:</a:t>
            </a:r>
            <a:r>
              <a:rPr lang="en-US" dirty="0"/>
              <a:t> To standardize communication between different systems</a:t>
            </a:r>
            <a:endParaRPr lang="en-PK" dirty="0"/>
          </a:p>
          <a:p>
            <a:endParaRPr lang="en-PK" dirty="0"/>
          </a:p>
        </p:txBody>
      </p:sp>
      <p:sp>
        <p:nvSpPr>
          <p:cNvPr id="4" name="Text Placeholder 3">
            <a:extLst>
              <a:ext uri="{FF2B5EF4-FFF2-40B4-BE49-F238E27FC236}">
                <a16:creationId xmlns:a16="http://schemas.microsoft.com/office/drawing/2014/main" id="{D112F283-2248-73FA-7635-C7BC2B829A74}"/>
              </a:ext>
            </a:extLst>
          </p:cNvPr>
          <p:cNvSpPr>
            <a:spLocks noGrp="1"/>
          </p:cNvSpPr>
          <p:nvPr>
            <p:ph type="body" idx="2"/>
          </p:nvPr>
        </p:nvSpPr>
        <p:spPr>
          <a:xfrm>
            <a:off x="6086599" y="1214301"/>
            <a:ext cx="2676401" cy="3126000"/>
          </a:xfrm>
        </p:spPr>
        <p:txBody>
          <a:bodyPr/>
          <a:lstStyle/>
          <a:p>
            <a:r>
              <a:rPr lang="en-US" dirty="0"/>
              <a:t>Layer 7: Application Layer</a:t>
            </a:r>
          </a:p>
          <a:p>
            <a:endParaRPr lang="en-US" dirty="0"/>
          </a:p>
          <a:p>
            <a:r>
              <a:rPr lang="en-US" dirty="0"/>
              <a:t>Layer 6: Presentation Layer</a:t>
            </a:r>
          </a:p>
          <a:p>
            <a:endParaRPr lang="en-US" dirty="0"/>
          </a:p>
          <a:p>
            <a:r>
              <a:rPr lang="en-US" dirty="0"/>
              <a:t>Layer 5: Session Layer</a:t>
            </a:r>
          </a:p>
          <a:p>
            <a:endParaRPr lang="en-US" dirty="0"/>
          </a:p>
          <a:p>
            <a:r>
              <a:rPr lang="en-US" dirty="0"/>
              <a:t>Layer 4: Transport Layer</a:t>
            </a:r>
          </a:p>
          <a:p>
            <a:endParaRPr lang="en-US" dirty="0"/>
          </a:p>
          <a:p>
            <a:r>
              <a:rPr lang="en-US" dirty="0"/>
              <a:t>Layer 3: Network Layer</a:t>
            </a:r>
          </a:p>
          <a:p>
            <a:endParaRPr lang="en-US" dirty="0"/>
          </a:p>
          <a:p>
            <a:r>
              <a:rPr lang="en-US" dirty="0"/>
              <a:t>Layer 2: Data Link Layer</a:t>
            </a:r>
          </a:p>
          <a:p>
            <a:endParaRPr lang="en-US" dirty="0"/>
          </a:p>
          <a:p>
            <a:r>
              <a:rPr lang="en-US" dirty="0"/>
              <a:t>Layer 1: Physical Layer</a:t>
            </a:r>
            <a:endParaRPr lang="en-PK" dirty="0"/>
          </a:p>
        </p:txBody>
      </p:sp>
    </p:spTree>
    <p:extLst>
      <p:ext uri="{BB962C8B-B14F-4D97-AF65-F5344CB8AC3E}">
        <p14:creationId xmlns:p14="http://schemas.microsoft.com/office/powerpoint/2010/main" val="208265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87749-72BD-D3FF-B290-5D7B6CFA56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87F7DE-D336-709A-448E-0FF14B64F7D9}"/>
              </a:ext>
            </a:extLst>
          </p:cNvPr>
          <p:cNvSpPr>
            <a:spLocks noGrp="1"/>
          </p:cNvSpPr>
          <p:nvPr>
            <p:ph type="title"/>
          </p:nvPr>
        </p:nvSpPr>
        <p:spPr>
          <a:xfrm>
            <a:off x="636600" y="453491"/>
            <a:ext cx="7704000" cy="572700"/>
          </a:xfrm>
        </p:spPr>
        <p:txBody>
          <a:bodyPr/>
          <a:lstStyle/>
          <a:p>
            <a:r>
              <a:rPr lang="en-US" dirty="0"/>
              <a:t>The Seven Layers</a:t>
            </a:r>
            <a:endParaRPr lang="en-PK" dirty="0"/>
          </a:p>
        </p:txBody>
      </p:sp>
      <p:sp>
        <p:nvSpPr>
          <p:cNvPr id="3" name="Text Placeholder 2">
            <a:extLst>
              <a:ext uri="{FF2B5EF4-FFF2-40B4-BE49-F238E27FC236}">
                <a16:creationId xmlns:a16="http://schemas.microsoft.com/office/drawing/2014/main" id="{3E05B0A1-A74C-AB1B-4FF3-501F631D2CE7}"/>
              </a:ext>
            </a:extLst>
          </p:cNvPr>
          <p:cNvSpPr>
            <a:spLocks noGrp="1"/>
          </p:cNvSpPr>
          <p:nvPr>
            <p:ph type="body" idx="1"/>
          </p:nvPr>
        </p:nvSpPr>
        <p:spPr>
          <a:xfrm>
            <a:off x="701799" y="1188900"/>
            <a:ext cx="3870201" cy="3126000"/>
          </a:xfrm>
        </p:spPr>
        <p:txBody>
          <a:bodyPr/>
          <a:lstStyle/>
          <a:p>
            <a:pPr>
              <a:buFont typeface="Arial" panose="020B0604020202020204" pitchFamily="34" charset="0"/>
              <a:buChar char="•"/>
            </a:pPr>
            <a:r>
              <a:rPr lang="en-US" b="1" dirty="0"/>
              <a:t>Layer 7:  </a:t>
            </a:r>
            <a:r>
              <a:rPr lang="en-US" dirty="0"/>
              <a:t>Application Layer Provides network services to end users.</a:t>
            </a:r>
          </a:p>
          <a:p>
            <a:pPr marL="139700" indent="0">
              <a:buNone/>
            </a:pPr>
            <a:r>
              <a:rPr lang="en-US" dirty="0"/>
              <a:t>         Example: HTTP, FTP</a:t>
            </a:r>
          </a:p>
          <a:p>
            <a:pPr marL="139700" indent="0">
              <a:buNone/>
            </a:pPr>
            <a:endParaRPr lang="en-US" dirty="0"/>
          </a:p>
          <a:p>
            <a:pPr>
              <a:buFont typeface="Arial" panose="020B0604020202020204" pitchFamily="34" charset="0"/>
              <a:buChar char="•"/>
            </a:pPr>
            <a:r>
              <a:rPr lang="en-US" b="1" dirty="0"/>
              <a:t>Layer 6:  </a:t>
            </a:r>
            <a:r>
              <a:rPr lang="en-US" dirty="0"/>
              <a:t>Presentation Layer Formats data for the application layer.</a:t>
            </a:r>
          </a:p>
          <a:p>
            <a:pPr marL="139700" indent="0">
              <a:buNone/>
            </a:pPr>
            <a:r>
              <a:rPr lang="en-US" dirty="0"/>
              <a:t>         Example: Data encryption, compression</a:t>
            </a:r>
          </a:p>
          <a:p>
            <a:pPr marL="139700" indent="0">
              <a:buNone/>
            </a:pPr>
            <a:endParaRPr lang="en-US" dirty="0"/>
          </a:p>
          <a:p>
            <a:pPr marL="139700" indent="0">
              <a:buNone/>
            </a:pPr>
            <a:endParaRPr lang="en-US" dirty="0"/>
          </a:p>
          <a:p>
            <a:pPr>
              <a:buFont typeface="Arial" panose="020B0604020202020204" pitchFamily="34" charset="0"/>
              <a:buChar char="•"/>
            </a:pPr>
            <a:r>
              <a:rPr lang="en-US" b="1" dirty="0"/>
              <a:t>Layer 5:  </a:t>
            </a:r>
            <a:r>
              <a:rPr lang="en-US" dirty="0"/>
              <a:t>Session Layer Manages sessions, establishes, maintains, and terminates connections.</a:t>
            </a:r>
          </a:p>
          <a:p>
            <a:pPr marL="139700" indent="0">
              <a:buNone/>
            </a:pPr>
            <a:r>
              <a:rPr lang="en-US" dirty="0"/>
              <a:t>         Example: Network dialogues like login  sessions.</a:t>
            </a:r>
          </a:p>
          <a:p>
            <a:pPr marL="139700" indent="0">
              <a:buNone/>
            </a:pPr>
            <a:endParaRPr lang="en-US" dirty="0"/>
          </a:p>
          <a:p>
            <a:endParaRPr lang="en-PK" dirty="0"/>
          </a:p>
        </p:txBody>
      </p:sp>
      <p:sp>
        <p:nvSpPr>
          <p:cNvPr id="4" name="Text Placeholder 3">
            <a:extLst>
              <a:ext uri="{FF2B5EF4-FFF2-40B4-BE49-F238E27FC236}">
                <a16:creationId xmlns:a16="http://schemas.microsoft.com/office/drawing/2014/main" id="{6028CE54-DF75-944B-031C-03C06FF4FCF7}"/>
              </a:ext>
            </a:extLst>
          </p:cNvPr>
          <p:cNvSpPr>
            <a:spLocks noGrp="1"/>
          </p:cNvSpPr>
          <p:nvPr>
            <p:ph type="body" idx="2"/>
          </p:nvPr>
        </p:nvSpPr>
        <p:spPr>
          <a:xfrm>
            <a:off x="4867401" y="1188900"/>
            <a:ext cx="3870200" cy="3126000"/>
          </a:xfrm>
        </p:spPr>
        <p:txBody>
          <a:bodyPr/>
          <a:lstStyle/>
          <a:p>
            <a:pPr>
              <a:buFont typeface="Arial" panose="020B0604020202020204" pitchFamily="34" charset="0"/>
              <a:buChar char="•"/>
            </a:pPr>
            <a:r>
              <a:rPr lang="en-US" b="1" dirty="0"/>
              <a:t>Layer 4:  </a:t>
            </a:r>
            <a:r>
              <a:rPr lang="en-US" dirty="0"/>
              <a:t>Transport Layer Ensures reliable data transfer between devices.</a:t>
            </a:r>
          </a:p>
          <a:p>
            <a:pPr marL="139700" indent="0">
              <a:buNone/>
            </a:pPr>
            <a:r>
              <a:rPr lang="en-US" dirty="0"/>
              <a:t>         Example: TCP, UDP</a:t>
            </a:r>
          </a:p>
          <a:p>
            <a:pPr marL="139700" indent="0">
              <a:buNone/>
            </a:pPr>
            <a:endParaRPr lang="en-US" dirty="0"/>
          </a:p>
          <a:p>
            <a:pPr>
              <a:buFont typeface="Arial" panose="020B0604020202020204" pitchFamily="34" charset="0"/>
              <a:buChar char="•"/>
            </a:pPr>
            <a:r>
              <a:rPr lang="en-US" b="1" dirty="0"/>
              <a:t>Layer 3:  </a:t>
            </a:r>
            <a:r>
              <a:rPr lang="en-US" dirty="0"/>
              <a:t>Network Layer Handles logical addressing (IP addresses) and routing.</a:t>
            </a:r>
          </a:p>
          <a:p>
            <a:pPr marL="139700" indent="0">
              <a:buNone/>
            </a:pPr>
            <a:r>
              <a:rPr lang="en-US" dirty="0"/>
              <a:t>         Example: IP routing, routers</a:t>
            </a:r>
          </a:p>
          <a:p>
            <a:pPr>
              <a:buFont typeface="Arial" panose="020B0604020202020204" pitchFamily="34" charset="0"/>
              <a:buChar char="•"/>
            </a:pPr>
            <a:endParaRPr lang="en-US" dirty="0"/>
          </a:p>
          <a:p>
            <a:pPr>
              <a:buFont typeface="Arial" panose="020B0604020202020204" pitchFamily="34" charset="0"/>
              <a:buChar char="•"/>
            </a:pPr>
            <a:r>
              <a:rPr lang="en-US" b="1" dirty="0"/>
              <a:t>Layer 2:  </a:t>
            </a:r>
            <a:r>
              <a:rPr lang="en-US" dirty="0"/>
              <a:t>Data Link Layer Manages physical addresses (MAC addresses) and error detection.</a:t>
            </a:r>
          </a:p>
          <a:p>
            <a:pPr marL="139700" indent="0">
              <a:buNone/>
            </a:pPr>
            <a:r>
              <a:rPr lang="en-US" dirty="0"/>
              <a:t>         Example: Ethernet, switches</a:t>
            </a:r>
          </a:p>
          <a:p>
            <a:pPr>
              <a:buFont typeface="Arial" panose="020B0604020202020204" pitchFamily="34" charset="0"/>
              <a:buChar char="•"/>
            </a:pPr>
            <a:endParaRPr lang="en-US" dirty="0"/>
          </a:p>
          <a:p>
            <a:pPr>
              <a:buFont typeface="Arial" panose="020B0604020202020204" pitchFamily="34" charset="0"/>
              <a:buChar char="•"/>
            </a:pPr>
            <a:r>
              <a:rPr lang="en-US" b="1" dirty="0"/>
              <a:t>Layer 1:  </a:t>
            </a:r>
            <a:r>
              <a:rPr lang="en-US" dirty="0"/>
              <a:t>Physical Layer Transmits raw binary data over physical media.</a:t>
            </a:r>
          </a:p>
          <a:p>
            <a:pPr marL="139700" indent="0">
              <a:buNone/>
            </a:pPr>
            <a:r>
              <a:rPr lang="en-US" dirty="0"/>
              <a:t>         Example: Cables, NIC (Network Interface Cards)</a:t>
            </a:r>
          </a:p>
          <a:p>
            <a:endParaRPr lang="en-PK" dirty="0"/>
          </a:p>
        </p:txBody>
      </p:sp>
    </p:spTree>
    <p:extLst>
      <p:ext uri="{BB962C8B-B14F-4D97-AF65-F5344CB8AC3E}">
        <p14:creationId xmlns:p14="http://schemas.microsoft.com/office/powerpoint/2010/main" val="176295643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C093D-F1C8-662B-84DA-CE5C7B9F41F7}"/>
              </a:ext>
            </a:extLst>
          </p:cNvPr>
          <p:cNvSpPr>
            <a:spLocks noGrp="1"/>
          </p:cNvSpPr>
          <p:nvPr>
            <p:ph type="title"/>
          </p:nvPr>
        </p:nvSpPr>
        <p:spPr>
          <a:xfrm>
            <a:off x="636600" y="114825"/>
            <a:ext cx="7704000" cy="572700"/>
          </a:xfrm>
        </p:spPr>
        <p:txBody>
          <a:bodyPr/>
          <a:lstStyle/>
          <a:p>
            <a:r>
              <a:rPr lang="en-US" dirty="0"/>
              <a:t>The Seven Layers</a:t>
            </a:r>
            <a:endParaRPr lang="en-PK" dirty="0"/>
          </a:p>
        </p:txBody>
      </p:sp>
      <p:sp>
        <p:nvSpPr>
          <p:cNvPr id="3" name="Text Placeholder 2">
            <a:extLst>
              <a:ext uri="{FF2B5EF4-FFF2-40B4-BE49-F238E27FC236}">
                <a16:creationId xmlns:a16="http://schemas.microsoft.com/office/drawing/2014/main" id="{8B2531A0-31BE-0F54-D07A-B9D65C834417}"/>
              </a:ext>
            </a:extLst>
          </p:cNvPr>
          <p:cNvSpPr>
            <a:spLocks noGrp="1"/>
          </p:cNvSpPr>
          <p:nvPr>
            <p:ph type="body" idx="1"/>
          </p:nvPr>
        </p:nvSpPr>
        <p:spPr>
          <a:xfrm>
            <a:off x="701799" y="687525"/>
            <a:ext cx="7866468" cy="4197742"/>
          </a:xfrm>
        </p:spPr>
        <p:txBody>
          <a:bodyPr/>
          <a:lstStyle/>
          <a:p>
            <a:pPr marL="139700" indent="0">
              <a:buNone/>
            </a:pPr>
            <a:r>
              <a:rPr lang="en-US" b="1" dirty="0">
                <a:highlight>
                  <a:srgbClr val="0000FF"/>
                </a:highlight>
                <a:latin typeface="+mj-lt"/>
              </a:rPr>
              <a:t>Layer 7  </a:t>
            </a:r>
            <a:r>
              <a:rPr lang="en-US" dirty="0">
                <a:highlight>
                  <a:srgbClr val="0000FF"/>
                </a:highlight>
                <a:latin typeface="+mj-lt"/>
              </a:rPr>
              <a:t>Application Layer:  Provides network services to end users.</a:t>
            </a:r>
          </a:p>
          <a:p>
            <a:pPr marL="139700" indent="0">
              <a:buNone/>
            </a:pPr>
            <a:r>
              <a:rPr lang="en-US" dirty="0">
                <a:latin typeface="+mj-lt"/>
              </a:rPr>
              <a:t>         </a:t>
            </a:r>
          </a:p>
          <a:p>
            <a:pPr>
              <a:buFont typeface="Wingdings" panose="05000000000000000000" pitchFamily="2" charset="2"/>
              <a:buChar char="ü"/>
            </a:pPr>
            <a:r>
              <a:rPr lang="en-US" dirty="0">
                <a:latin typeface="+mj-lt"/>
              </a:rPr>
              <a:t>This is where users interact with software applications.</a:t>
            </a:r>
          </a:p>
          <a:p>
            <a:pPr>
              <a:buFont typeface="Wingdings" panose="05000000000000000000" pitchFamily="2" charset="2"/>
              <a:buChar char="ü"/>
            </a:pPr>
            <a:r>
              <a:rPr lang="en-US" dirty="0">
                <a:latin typeface="+mj-lt"/>
              </a:rPr>
              <a:t>It provides the interface between your apps (like WhatsApp, Chrome, Gmail) and the network.</a:t>
            </a:r>
          </a:p>
          <a:p>
            <a:pPr marL="139700" indent="0">
              <a:buNone/>
            </a:pPr>
            <a:endParaRPr lang="en-US" dirty="0">
              <a:latin typeface="+mj-lt"/>
            </a:endParaRPr>
          </a:p>
          <a:p>
            <a:pPr marL="139700" indent="0">
              <a:buNone/>
            </a:pPr>
            <a:endParaRPr lang="en-US" dirty="0">
              <a:latin typeface="+mj-lt"/>
            </a:endParaRPr>
          </a:p>
          <a:p>
            <a:pPr marL="139700" indent="0">
              <a:buNone/>
            </a:pPr>
            <a:r>
              <a:rPr lang="en-US" dirty="0">
                <a:highlight>
                  <a:srgbClr val="0000FF"/>
                </a:highlight>
                <a:latin typeface="+mj-lt"/>
              </a:rPr>
              <a:t>🧒 Simple Example:</a:t>
            </a:r>
          </a:p>
          <a:p>
            <a:pPr marL="139700" indent="0">
              <a:buNone/>
            </a:pPr>
            <a:endParaRPr lang="en-US" dirty="0">
              <a:latin typeface="+mj-lt"/>
            </a:endParaRPr>
          </a:p>
          <a:p>
            <a:pPr>
              <a:buFont typeface="Wingdings" panose="05000000000000000000" pitchFamily="2" charset="2"/>
              <a:buChar char="ü"/>
            </a:pPr>
            <a:r>
              <a:rPr lang="en-US" dirty="0">
                <a:latin typeface="+mj-lt"/>
              </a:rPr>
              <a:t>When you open Google Chrome and type “www.google.com” – that’s Layer 7.</a:t>
            </a:r>
          </a:p>
          <a:p>
            <a:pPr>
              <a:buFont typeface="Wingdings" panose="05000000000000000000" pitchFamily="2" charset="2"/>
              <a:buChar char="ü"/>
            </a:pPr>
            <a:r>
              <a:rPr lang="en-US" dirty="0">
                <a:latin typeface="+mj-lt"/>
              </a:rPr>
              <a:t>When you send a WhatsApp message – Layer 7 is involved.</a:t>
            </a:r>
          </a:p>
          <a:p>
            <a:pPr>
              <a:buFont typeface="Wingdings" panose="05000000000000000000" pitchFamily="2" charset="2"/>
              <a:buChar char="ü"/>
            </a:pPr>
            <a:r>
              <a:rPr lang="en-US" dirty="0">
                <a:latin typeface="+mj-lt"/>
              </a:rPr>
              <a:t>When you check your email using Gmail or Outlook – also Layer 7.</a:t>
            </a:r>
          </a:p>
          <a:p>
            <a:pPr>
              <a:buFont typeface="Wingdings" panose="05000000000000000000" pitchFamily="2" charset="2"/>
              <a:buChar char="ü"/>
            </a:pPr>
            <a:r>
              <a:rPr lang="en-US" dirty="0">
                <a:latin typeface="+mj-lt"/>
              </a:rPr>
              <a:t>Layer 7 is where humans talk to the network.</a:t>
            </a:r>
          </a:p>
          <a:p>
            <a:pPr marL="139700" indent="0">
              <a:buNone/>
            </a:pPr>
            <a:endParaRPr lang="en-US" dirty="0">
              <a:latin typeface="+mj-lt"/>
            </a:endParaRPr>
          </a:p>
          <a:p>
            <a:pPr marL="139700" indent="0">
              <a:buNone/>
            </a:pPr>
            <a:r>
              <a:rPr lang="en-US" dirty="0">
                <a:highlight>
                  <a:srgbClr val="0000FF"/>
                </a:highlight>
                <a:latin typeface="+mj-lt"/>
              </a:rPr>
              <a:t>✅ Protocols:</a:t>
            </a:r>
          </a:p>
          <a:p>
            <a:pPr marL="139700" indent="0">
              <a:buNone/>
            </a:pPr>
            <a:endParaRPr lang="en-US" dirty="0">
              <a:highlight>
                <a:srgbClr val="0000FF"/>
              </a:highlight>
              <a:latin typeface="+mj-lt"/>
            </a:endParaRPr>
          </a:p>
          <a:p>
            <a:pPr marL="139700" indent="0">
              <a:buNone/>
            </a:pPr>
            <a:r>
              <a:rPr lang="en-US" sz="1100" dirty="0">
                <a:latin typeface="+mj-lt"/>
              </a:rPr>
              <a:t>HTTP / HTTPS --------------------------- For web browsing (Chrome, Firefox)</a:t>
            </a:r>
          </a:p>
          <a:p>
            <a:pPr marL="139700" indent="0">
              <a:buNone/>
            </a:pPr>
            <a:r>
              <a:rPr lang="en-US" sz="1100" dirty="0">
                <a:latin typeface="+mj-lt"/>
              </a:rPr>
              <a:t>SMTP---------------------------------------- For sending emails</a:t>
            </a:r>
          </a:p>
          <a:p>
            <a:pPr marL="139700" indent="0">
              <a:buNone/>
            </a:pPr>
            <a:r>
              <a:rPr lang="en-US" sz="1100" dirty="0">
                <a:latin typeface="+mj-lt"/>
              </a:rPr>
              <a:t>POP3 / IMAP-------------------------------For receiving emails</a:t>
            </a:r>
          </a:p>
          <a:p>
            <a:pPr marL="139700" indent="0">
              <a:buNone/>
            </a:pPr>
            <a:r>
              <a:rPr lang="en-US" sz="1100" dirty="0">
                <a:latin typeface="+mj-lt"/>
              </a:rPr>
              <a:t>FTP / SFTP	--------------------------------For file transfer</a:t>
            </a:r>
          </a:p>
          <a:p>
            <a:pPr marL="139700" indent="0">
              <a:buNone/>
            </a:pPr>
            <a:r>
              <a:rPr lang="en-US" sz="1100" dirty="0">
                <a:latin typeface="+mj-lt"/>
              </a:rPr>
              <a:t>DNS------------------------------------------Converts domain names to IP addresses</a:t>
            </a:r>
          </a:p>
          <a:p>
            <a:pPr marL="139700" indent="0">
              <a:buNone/>
            </a:pPr>
            <a:r>
              <a:rPr lang="en-US" sz="1100" dirty="0">
                <a:latin typeface="+mj-lt"/>
              </a:rPr>
              <a:t>TELNET / SSH----------------------------For remote login to systems</a:t>
            </a:r>
          </a:p>
          <a:p>
            <a:pPr marL="139700" indent="0">
              <a:buNone/>
            </a:pPr>
            <a:r>
              <a:rPr lang="en-US" sz="1100" dirty="0">
                <a:latin typeface="+mj-lt"/>
              </a:rPr>
              <a:t>SNMP----------------------------------------For network device monitoring (e.g. routers)</a:t>
            </a:r>
          </a:p>
          <a:p>
            <a:endParaRPr lang="en-PK" dirty="0"/>
          </a:p>
        </p:txBody>
      </p:sp>
    </p:spTree>
    <p:extLst>
      <p:ext uri="{BB962C8B-B14F-4D97-AF65-F5344CB8AC3E}">
        <p14:creationId xmlns:p14="http://schemas.microsoft.com/office/powerpoint/2010/main" val="369719549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9937D-5716-9697-6AAF-FC285342CB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D20F76-7871-B2FA-0B9E-530578782D32}"/>
              </a:ext>
            </a:extLst>
          </p:cNvPr>
          <p:cNvSpPr>
            <a:spLocks noGrp="1"/>
          </p:cNvSpPr>
          <p:nvPr>
            <p:ph type="title"/>
          </p:nvPr>
        </p:nvSpPr>
        <p:spPr>
          <a:xfrm>
            <a:off x="636600" y="114825"/>
            <a:ext cx="7704000" cy="572700"/>
          </a:xfrm>
        </p:spPr>
        <p:txBody>
          <a:bodyPr/>
          <a:lstStyle/>
          <a:p>
            <a:r>
              <a:rPr lang="en-US" dirty="0"/>
              <a:t>The Seven Layers</a:t>
            </a:r>
            <a:endParaRPr lang="en-PK" dirty="0"/>
          </a:p>
        </p:txBody>
      </p:sp>
      <p:sp>
        <p:nvSpPr>
          <p:cNvPr id="3" name="Text Placeholder 2">
            <a:extLst>
              <a:ext uri="{FF2B5EF4-FFF2-40B4-BE49-F238E27FC236}">
                <a16:creationId xmlns:a16="http://schemas.microsoft.com/office/drawing/2014/main" id="{B00DC686-CD10-D0BA-FE2D-DC84507FDF9E}"/>
              </a:ext>
            </a:extLst>
          </p:cNvPr>
          <p:cNvSpPr>
            <a:spLocks noGrp="1"/>
          </p:cNvSpPr>
          <p:nvPr>
            <p:ph type="body" idx="1"/>
          </p:nvPr>
        </p:nvSpPr>
        <p:spPr>
          <a:xfrm>
            <a:off x="701799" y="687525"/>
            <a:ext cx="7866468" cy="3901408"/>
          </a:xfrm>
        </p:spPr>
        <p:txBody>
          <a:bodyPr/>
          <a:lstStyle/>
          <a:p>
            <a:pPr marL="139700" indent="0">
              <a:buNone/>
            </a:pPr>
            <a:r>
              <a:rPr lang="en-US" b="1" dirty="0">
                <a:highlight>
                  <a:srgbClr val="0000FF"/>
                </a:highlight>
                <a:latin typeface="+mj-lt"/>
              </a:rPr>
              <a:t>Layer 6  </a:t>
            </a:r>
            <a:r>
              <a:rPr lang="en-US" dirty="0">
                <a:highlight>
                  <a:srgbClr val="0000FF"/>
                </a:highlight>
                <a:latin typeface="+mj-lt"/>
              </a:rPr>
              <a:t>Presentation Layer:  Responsible for data translation, encryption, compression.</a:t>
            </a:r>
            <a:r>
              <a:rPr lang="en-US" dirty="0">
                <a:latin typeface="+mj-lt"/>
              </a:rPr>
              <a:t>  </a:t>
            </a:r>
          </a:p>
          <a:p>
            <a:pPr marL="139700" indent="0">
              <a:buNone/>
            </a:pPr>
            <a:r>
              <a:rPr lang="en-US" dirty="0">
                <a:latin typeface="+mj-lt"/>
              </a:rPr>
              <a:t>       </a:t>
            </a:r>
          </a:p>
          <a:p>
            <a:pPr>
              <a:buFont typeface="Wingdings" panose="05000000000000000000" pitchFamily="2" charset="2"/>
              <a:buChar char="ü"/>
            </a:pPr>
            <a:r>
              <a:rPr lang="en-US" dirty="0">
                <a:latin typeface="+mj-lt"/>
              </a:rPr>
              <a:t>This layer’s job is to prepare data so the application can understand it.</a:t>
            </a:r>
          </a:p>
          <a:p>
            <a:pPr>
              <a:buFont typeface="Wingdings" panose="05000000000000000000" pitchFamily="2" charset="2"/>
              <a:buChar char="ü"/>
            </a:pPr>
            <a:r>
              <a:rPr lang="en-US" dirty="0">
                <a:latin typeface="+mj-lt"/>
              </a:rPr>
              <a:t>It translates, encrypts, or compresses the data.</a:t>
            </a:r>
          </a:p>
          <a:p>
            <a:pPr>
              <a:buFont typeface="Wingdings" panose="05000000000000000000" pitchFamily="2" charset="2"/>
              <a:buChar char="ü"/>
            </a:pPr>
            <a:r>
              <a:rPr lang="en-US" dirty="0">
                <a:latin typeface="+mj-lt"/>
              </a:rPr>
              <a:t>To make data readable for humans and computers, and to secure it before it travels through the network.</a:t>
            </a:r>
          </a:p>
          <a:p>
            <a:pPr marL="139700" indent="0">
              <a:buNone/>
            </a:pPr>
            <a:endParaRPr lang="en-US" dirty="0">
              <a:latin typeface="+mj-lt"/>
            </a:endParaRPr>
          </a:p>
          <a:p>
            <a:pPr marL="139700" indent="0">
              <a:buNone/>
            </a:pPr>
            <a:endParaRPr lang="en-US" dirty="0">
              <a:latin typeface="+mj-lt"/>
            </a:endParaRPr>
          </a:p>
          <a:p>
            <a:pPr marL="139700" indent="0">
              <a:buNone/>
            </a:pPr>
            <a:r>
              <a:rPr lang="en-US" dirty="0">
                <a:highlight>
                  <a:srgbClr val="0000FF"/>
                </a:highlight>
                <a:latin typeface="+mj-lt"/>
              </a:rPr>
              <a:t>🧒 Simple Example:</a:t>
            </a:r>
          </a:p>
          <a:p>
            <a:pPr marL="139700" indent="0">
              <a:buNone/>
            </a:pPr>
            <a:endParaRPr lang="en-US" dirty="0">
              <a:latin typeface="+mj-lt"/>
            </a:endParaRPr>
          </a:p>
          <a:p>
            <a:pPr>
              <a:buFont typeface="Wingdings" panose="05000000000000000000" pitchFamily="2" charset="2"/>
              <a:buChar char="ü"/>
            </a:pPr>
            <a:r>
              <a:rPr lang="en-US" dirty="0">
                <a:latin typeface="+mj-lt"/>
              </a:rPr>
              <a:t>You receive a message in another language – someone needs to translate it for you. That’s what the presentation layer does.</a:t>
            </a:r>
          </a:p>
          <a:p>
            <a:pPr>
              <a:buFont typeface="Wingdings" panose="05000000000000000000" pitchFamily="2" charset="2"/>
              <a:buChar char="ü"/>
            </a:pPr>
            <a:r>
              <a:rPr lang="en-US" dirty="0">
                <a:latin typeface="+mj-lt"/>
              </a:rPr>
              <a:t>If someone zips a file (compress it), this layer unzips it for viewing.</a:t>
            </a:r>
          </a:p>
          <a:p>
            <a:pPr>
              <a:buFont typeface="Wingdings" panose="05000000000000000000" pitchFamily="2" charset="2"/>
              <a:buChar char="ü"/>
            </a:pPr>
            <a:r>
              <a:rPr lang="en-US" dirty="0">
                <a:latin typeface="+mj-lt"/>
              </a:rPr>
              <a:t>If a website uses HTTPS, this layer handles the encryption and decryption of the data.</a:t>
            </a:r>
          </a:p>
          <a:p>
            <a:pPr>
              <a:buFont typeface="Wingdings" panose="05000000000000000000" pitchFamily="2" charset="2"/>
              <a:buChar char="ü"/>
            </a:pPr>
            <a:endParaRPr lang="en-US" dirty="0">
              <a:latin typeface="+mj-lt"/>
            </a:endParaRPr>
          </a:p>
          <a:p>
            <a:pPr marL="139700" indent="0">
              <a:buNone/>
            </a:pPr>
            <a:endParaRPr lang="en-US" dirty="0">
              <a:latin typeface="+mj-lt"/>
            </a:endParaRPr>
          </a:p>
          <a:p>
            <a:pPr marL="139700" indent="0">
              <a:buNone/>
            </a:pPr>
            <a:r>
              <a:rPr lang="en-US" dirty="0">
                <a:highlight>
                  <a:srgbClr val="0000FF"/>
                </a:highlight>
                <a:latin typeface="+mj-lt"/>
              </a:rPr>
              <a:t>✅ Protocols:</a:t>
            </a:r>
          </a:p>
          <a:p>
            <a:pPr marL="139700" indent="0">
              <a:buNone/>
            </a:pPr>
            <a:endParaRPr lang="en-US" dirty="0">
              <a:highlight>
                <a:srgbClr val="0000FF"/>
              </a:highlight>
              <a:latin typeface="+mj-lt"/>
            </a:endParaRPr>
          </a:p>
          <a:p>
            <a:pPr>
              <a:buFont typeface="Wingdings" panose="05000000000000000000" pitchFamily="2" charset="2"/>
              <a:buChar char="ü"/>
            </a:pPr>
            <a:r>
              <a:rPr lang="en-US" sz="1100" dirty="0">
                <a:latin typeface="+mj-lt"/>
              </a:rPr>
              <a:t>SSL / TLS –--------------------------Encrypts data (used in HTTPS)</a:t>
            </a:r>
          </a:p>
          <a:p>
            <a:pPr>
              <a:buFont typeface="Wingdings" panose="05000000000000000000" pitchFamily="2" charset="2"/>
              <a:buChar char="ü"/>
            </a:pPr>
            <a:r>
              <a:rPr lang="en-US" sz="1100" dirty="0">
                <a:latin typeface="+mj-lt"/>
              </a:rPr>
              <a:t>MIME ----------------------------------For email attachments</a:t>
            </a:r>
          </a:p>
          <a:p>
            <a:pPr>
              <a:buFont typeface="Wingdings" panose="05000000000000000000" pitchFamily="2" charset="2"/>
              <a:buChar char="ü"/>
            </a:pPr>
            <a:r>
              <a:rPr lang="en-US" sz="1100" dirty="0">
                <a:latin typeface="+mj-lt"/>
              </a:rPr>
              <a:t>JPEG, MPEG -----------------------Image and video compression formats (used in apps)</a:t>
            </a:r>
            <a:endParaRPr lang="en-PK" dirty="0"/>
          </a:p>
        </p:txBody>
      </p:sp>
    </p:spTree>
    <p:extLst>
      <p:ext uri="{BB962C8B-B14F-4D97-AF65-F5344CB8AC3E}">
        <p14:creationId xmlns:p14="http://schemas.microsoft.com/office/powerpoint/2010/main" val="333404696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35D17-C57F-0803-A844-A960CAC6A9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6FF59E-F2F3-0138-6768-D176591B0AD1}"/>
              </a:ext>
            </a:extLst>
          </p:cNvPr>
          <p:cNvSpPr>
            <a:spLocks noGrp="1"/>
          </p:cNvSpPr>
          <p:nvPr>
            <p:ph type="title"/>
          </p:nvPr>
        </p:nvSpPr>
        <p:spPr>
          <a:xfrm>
            <a:off x="543466" y="-79908"/>
            <a:ext cx="7704000" cy="572700"/>
          </a:xfrm>
        </p:spPr>
        <p:txBody>
          <a:bodyPr/>
          <a:lstStyle/>
          <a:p>
            <a:r>
              <a:rPr lang="en-US" dirty="0"/>
              <a:t>The Seven Layers</a:t>
            </a:r>
            <a:endParaRPr lang="en-PK" dirty="0"/>
          </a:p>
        </p:txBody>
      </p:sp>
      <p:sp>
        <p:nvSpPr>
          <p:cNvPr id="3" name="Text Placeholder 2">
            <a:extLst>
              <a:ext uri="{FF2B5EF4-FFF2-40B4-BE49-F238E27FC236}">
                <a16:creationId xmlns:a16="http://schemas.microsoft.com/office/drawing/2014/main" id="{6A28DD57-B1EC-5533-69CE-D723521482D9}"/>
              </a:ext>
            </a:extLst>
          </p:cNvPr>
          <p:cNvSpPr>
            <a:spLocks noGrp="1"/>
          </p:cNvSpPr>
          <p:nvPr>
            <p:ph type="body" idx="1"/>
          </p:nvPr>
        </p:nvSpPr>
        <p:spPr>
          <a:xfrm>
            <a:off x="638766" y="492792"/>
            <a:ext cx="7866468" cy="3901408"/>
          </a:xfrm>
        </p:spPr>
        <p:txBody>
          <a:bodyPr/>
          <a:lstStyle/>
          <a:p>
            <a:pPr marL="139700" indent="0">
              <a:buNone/>
            </a:pPr>
            <a:r>
              <a:rPr lang="en-US" b="1" dirty="0">
                <a:highlight>
                  <a:srgbClr val="0000FF"/>
                </a:highlight>
                <a:latin typeface="+mj-lt"/>
              </a:rPr>
              <a:t>Layer 5  </a:t>
            </a:r>
            <a:r>
              <a:rPr lang="en-US" dirty="0">
                <a:highlight>
                  <a:srgbClr val="0000FF"/>
                </a:highlight>
                <a:latin typeface="+mj-lt"/>
              </a:rPr>
              <a:t>Session  Layer:  Manages sessions or connections between devices..</a:t>
            </a:r>
            <a:r>
              <a:rPr lang="en-US" dirty="0">
                <a:latin typeface="+mj-lt"/>
              </a:rPr>
              <a:t>  </a:t>
            </a:r>
          </a:p>
          <a:p>
            <a:pPr marL="139700" indent="0">
              <a:buNone/>
            </a:pPr>
            <a:r>
              <a:rPr lang="en-US" dirty="0">
                <a:latin typeface="+mj-lt"/>
              </a:rPr>
              <a:t>       </a:t>
            </a:r>
          </a:p>
          <a:p>
            <a:pPr>
              <a:buFont typeface="Wingdings" panose="05000000000000000000" pitchFamily="2" charset="2"/>
              <a:buChar char="ü"/>
            </a:pPr>
            <a:r>
              <a:rPr lang="en-US" dirty="0">
                <a:latin typeface="+mj-lt"/>
              </a:rPr>
              <a:t>This layer starts, manages, and ends the communication (session) between two devices.</a:t>
            </a:r>
          </a:p>
          <a:p>
            <a:pPr>
              <a:buFont typeface="Wingdings" panose="05000000000000000000" pitchFamily="2" charset="2"/>
              <a:buChar char="ü"/>
            </a:pPr>
            <a:r>
              <a:rPr lang="en-US" dirty="0">
                <a:latin typeface="+mj-lt"/>
              </a:rPr>
              <a:t> It makes sure both devices are ready to talk and know when the conversation starts and finishes.</a:t>
            </a:r>
          </a:p>
          <a:p>
            <a:pPr marL="139700" indent="0">
              <a:buNone/>
            </a:pPr>
            <a:endParaRPr lang="en-US" dirty="0">
              <a:latin typeface="+mj-lt"/>
            </a:endParaRPr>
          </a:p>
          <a:p>
            <a:pPr marL="139700" indent="0">
              <a:buNone/>
            </a:pPr>
            <a:r>
              <a:rPr lang="en-US" dirty="0">
                <a:highlight>
                  <a:srgbClr val="0000FF"/>
                </a:highlight>
                <a:latin typeface="+mj-lt"/>
              </a:rPr>
              <a:t>🧒 Simple Example:</a:t>
            </a:r>
          </a:p>
          <a:p>
            <a:pPr marL="139700" indent="0">
              <a:buNone/>
            </a:pPr>
            <a:endParaRPr lang="en-US" dirty="0">
              <a:latin typeface="+mj-lt"/>
            </a:endParaRPr>
          </a:p>
          <a:p>
            <a:pPr>
              <a:buFont typeface="Wingdings" panose="05000000000000000000" pitchFamily="2" charset="2"/>
              <a:buChar char="ü"/>
            </a:pPr>
            <a:r>
              <a:rPr lang="en-US" dirty="0">
                <a:latin typeface="+mj-lt"/>
              </a:rPr>
              <a:t>Imagine a phone call: You say "Hello" to start, then talk, and then say "Goodbye" to end the call.</a:t>
            </a:r>
          </a:p>
          <a:p>
            <a:pPr marL="139700" indent="0">
              <a:buNone/>
            </a:pPr>
            <a:r>
              <a:rPr lang="en-US" dirty="0">
                <a:latin typeface="+mj-lt"/>
              </a:rPr>
              <a:t>       ➤ That whole conversation is a session, managed by Layer 5.</a:t>
            </a:r>
          </a:p>
          <a:p>
            <a:pPr>
              <a:buFont typeface="Wingdings" panose="05000000000000000000" pitchFamily="2" charset="2"/>
              <a:buChar char="ü"/>
            </a:pPr>
            <a:endParaRPr lang="en-US" dirty="0">
              <a:latin typeface="+mj-lt"/>
            </a:endParaRPr>
          </a:p>
          <a:p>
            <a:pPr>
              <a:buFont typeface="Wingdings" panose="05000000000000000000" pitchFamily="2" charset="2"/>
              <a:buChar char="ü"/>
            </a:pPr>
            <a:r>
              <a:rPr lang="en-US" dirty="0">
                <a:latin typeface="+mj-lt"/>
              </a:rPr>
              <a:t>When you log in to a website, and stay logged in while browsing – that is a session.</a:t>
            </a:r>
          </a:p>
          <a:p>
            <a:pPr>
              <a:buFont typeface="Wingdings" panose="05000000000000000000" pitchFamily="2" charset="2"/>
              <a:buChar char="ü"/>
            </a:pPr>
            <a:endParaRPr lang="en-US" dirty="0">
              <a:latin typeface="+mj-lt"/>
            </a:endParaRPr>
          </a:p>
          <a:p>
            <a:pPr marL="139700" indent="0">
              <a:buNone/>
            </a:pPr>
            <a:r>
              <a:rPr lang="en-US" dirty="0">
                <a:highlight>
                  <a:srgbClr val="0000FF"/>
                </a:highlight>
                <a:latin typeface="+mj-lt"/>
              </a:rPr>
              <a:t>🔄 Real-Life Examples:</a:t>
            </a:r>
          </a:p>
          <a:p>
            <a:pPr>
              <a:buFont typeface="Wingdings" panose="05000000000000000000" pitchFamily="2" charset="2"/>
              <a:buChar char="ü"/>
            </a:pPr>
            <a:r>
              <a:rPr lang="en-US" dirty="0">
                <a:latin typeface="+mj-lt"/>
              </a:rPr>
              <a:t>Zoom call / Skype session – starts and ends a communication.</a:t>
            </a:r>
          </a:p>
          <a:p>
            <a:pPr>
              <a:buFont typeface="Wingdings" panose="05000000000000000000" pitchFamily="2" charset="2"/>
              <a:buChar char="ü"/>
            </a:pPr>
            <a:r>
              <a:rPr lang="en-US" dirty="0">
                <a:latin typeface="+mj-lt"/>
              </a:rPr>
              <a:t>Online banking login – a secure session starts when you log in and ends when you log out.</a:t>
            </a:r>
          </a:p>
          <a:p>
            <a:pPr>
              <a:buFont typeface="Wingdings" panose="05000000000000000000" pitchFamily="2" charset="2"/>
              <a:buChar char="ü"/>
            </a:pPr>
            <a:r>
              <a:rPr lang="en-US" dirty="0">
                <a:latin typeface="+mj-lt"/>
              </a:rPr>
              <a:t>Multiple tabs open on a browser – each one has a separate session.</a:t>
            </a:r>
          </a:p>
          <a:p>
            <a:pPr marL="139700" indent="0">
              <a:buNone/>
            </a:pPr>
            <a:endParaRPr lang="en-US" dirty="0">
              <a:latin typeface="+mj-lt"/>
            </a:endParaRPr>
          </a:p>
          <a:p>
            <a:pPr marL="139700" indent="0">
              <a:buNone/>
            </a:pPr>
            <a:r>
              <a:rPr lang="en-US" dirty="0">
                <a:highlight>
                  <a:srgbClr val="0000FF"/>
                </a:highlight>
                <a:latin typeface="+mj-lt"/>
              </a:rPr>
              <a:t>✅ Protocols:</a:t>
            </a:r>
          </a:p>
          <a:p>
            <a:pPr marL="139700" indent="0">
              <a:buNone/>
            </a:pPr>
            <a:endParaRPr lang="en-US" dirty="0">
              <a:highlight>
                <a:srgbClr val="0000FF"/>
              </a:highlight>
              <a:latin typeface="+mj-lt"/>
            </a:endParaRPr>
          </a:p>
          <a:p>
            <a:pPr>
              <a:buFont typeface="Wingdings" panose="05000000000000000000" pitchFamily="2" charset="2"/>
              <a:buChar char="ü"/>
            </a:pPr>
            <a:r>
              <a:rPr lang="en-US" sz="1100" dirty="0">
                <a:latin typeface="+mj-lt"/>
              </a:rPr>
              <a:t>NetBIOS-----------------------------------------------------Windows file and printer sharing</a:t>
            </a:r>
          </a:p>
          <a:p>
            <a:pPr>
              <a:buFont typeface="Wingdings" panose="05000000000000000000" pitchFamily="2" charset="2"/>
              <a:buChar char="ü"/>
            </a:pPr>
            <a:r>
              <a:rPr lang="en-US" sz="1100" dirty="0">
                <a:latin typeface="+mj-lt"/>
              </a:rPr>
              <a:t>RPC (Remote Procedure Call)-------------------------Lets one computer run programs on another</a:t>
            </a:r>
          </a:p>
          <a:p>
            <a:pPr>
              <a:buFont typeface="Wingdings" panose="05000000000000000000" pitchFamily="2" charset="2"/>
              <a:buChar char="ü"/>
            </a:pPr>
            <a:r>
              <a:rPr lang="en-US" sz="1100" dirty="0">
                <a:latin typeface="+mj-lt"/>
              </a:rPr>
              <a:t>SIP (Session Initiation Protocol)-----------------------Starts voice/video calls over the internet</a:t>
            </a:r>
          </a:p>
          <a:p>
            <a:pPr>
              <a:buFont typeface="Wingdings" panose="05000000000000000000" pitchFamily="2" charset="2"/>
              <a:buChar char="ü"/>
            </a:pPr>
            <a:r>
              <a:rPr lang="en-US" sz="1100" dirty="0">
                <a:latin typeface="+mj-lt"/>
              </a:rPr>
              <a:t>PPTP (Point-to-Point Tunneling Protocol)-----------Used in VPNs to manage secure session</a:t>
            </a:r>
            <a:endParaRPr lang="en-PK" dirty="0"/>
          </a:p>
        </p:txBody>
      </p:sp>
    </p:spTree>
    <p:extLst>
      <p:ext uri="{BB962C8B-B14F-4D97-AF65-F5344CB8AC3E}">
        <p14:creationId xmlns:p14="http://schemas.microsoft.com/office/powerpoint/2010/main" val="234846600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8FF80-3CEB-7C4E-925C-0761EB093F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0ACA0B-4538-DCF9-9562-DF2AECA7495E}"/>
              </a:ext>
            </a:extLst>
          </p:cNvPr>
          <p:cNvSpPr>
            <a:spLocks noGrp="1"/>
          </p:cNvSpPr>
          <p:nvPr>
            <p:ph type="title"/>
          </p:nvPr>
        </p:nvSpPr>
        <p:spPr>
          <a:xfrm>
            <a:off x="543466" y="-79908"/>
            <a:ext cx="7704000" cy="572700"/>
          </a:xfrm>
        </p:spPr>
        <p:txBody>
          <a:bodyPr/>
          <a:lstStyle/>
          <a:p>
            <a:r>
              <a:rPr lang="en-US" dirty="0"/>
              <a:t>The Seven Layers</a:t>
            </a:r>
            <a:endParaRPr lang="en-PK" dirty="0"/>
          </a:p>
        </p:txBody>
      </p:sp>
      <p:sp>
        <p:nvSpPr>
          <p:cNvPr id="3" name="Text Placeholder 2">
            <a:extLst>
              <a:ext uri="{FF2B5EF4-FFF2-40B4-BE49-F238E27FC236}">
                <a16:creationId xmlns:a16="http://schemas.microsoft.com/office/drawing/2014/main" id="{A5F28921-BB73-2E5E-3695-069868DA2039}"/>
              </a:ext>
            </a:extLst>
          </p:cNvPr>
          <p:cNvSpPr>
            <a:spLocks noGrp="1"/>
          </p:cNvSpPr>
          <p:nvPr>
            <p:ph type="body" idx="1"/>
          </p:nvPr>
        </p:nvSpPr>
        <p:spPr>
          <a:xfrm>
            <a:off x="638766" y="492792"/>
            <a:ext cx="7866468" cy="3901408"/>
          </a:xfrm>
        </p:spPr>
        <p:txBody>
          <a:bodyPr/>
          <a:lstStyle/>
          <a:p>
            <a:pPr marL="139700" indent="0">
              <a:buNone/>
            </a:pPr>
            <a:r>
              <a:rPr lang="en-US" b="1" dirty="0">
                <a:highlight>
                  <a:srgbClr val="0000FF"/>
                </a:highlight>
                <a:latin typeface="+mj-lt"/>
              </a:rPr>
              <a:t>Layer 4  </a:t>
            </a:r>
            <a:r>
              <a:rPr lang="en-US" dirty="0">
                <a:highlight>
                  <a:srgbClr val="0000FF"/>
                </a:highlight>
                <a:latin typeface="+mj-lt"/>
              </a:rPr>
              <a:t>Transport Layer:  Breaks data into segments, checks if data arrived safely and in order</a:t>
            </a:r>
            <a:r>
              <a:rPr lang="en-US" dirty="0">
                <a:latin typeface="+mj-lt"/>
              </a:rPr>
              <a:t>  </a:t>
            </a:r>
          </a:p>
          <a:p>
            <a:pPr marL="139700" indent="0">
              <a:buNone/>
            </a:pPr>
            <a:r>
              <a:rPr lang="en-US" dirty="0">
                <a:latin typeface="+mj-lt"/>
              </a:rPr>
              <a:t>       </a:t>
            </a:r>
          </a:p>
          <a:p>
            <a:pPr>
              <a:buFont typeface="Wingdings" panose="05000000000000000000" pitchFamily="2" charset="2"/>
              <a:buChar char="ü"/>
            </a:pPr>
            <a:r>
              <a:rPr lang="en-US" dirty="0">
                <a:latin typeface="+mj-lt"/>
              </a:rPr>
              <a:t>This layer is responsible for delivering the data correctly, completely, and in order.</a:t>
            </a:r>
          </a:p>
          <a:p>
            <a:pPr>
              <a:buFont typeface="Wingdings" panose="05000000000000000000" pitchFamily="2" charset="2"/>
              <a:buChar char="ü"/>
            </a:pPr>
            <a:r>
              <a:rPr lang="en-US" dirty="0">
                <a:latin typeface="+mj-lt"/>
              </a:rPr>
              <a:t>It also decides whether the communication should be reliable or fast.</a:t>
            </a:r>
          </a:p>
          <a:p>
            <a:pPr>
              <a:buFont typeface="Wingdings" panose="05000000000000000000" pitchFamily="2" charset="2"/>
              <a:buChar char="ü"/>
            </a:pPr>
            <a:endParaRPr lang="en-US" dirty="0">
              <a:latin typeface="+mj-lt"/>
            </a:endParaRPr>
          </a:p>
          <a:p>
            <a:pPr>
              <a:buFont typeface="Wingdings" panose="05000000000000000000" pitchFamily="2" charset="2"/>
              <a:buChar char="ü"/>
            </a:pPr>
            <a:r>
              <a:rPr lang="en-US" dirty="0">
                <a:latin typeface="+mj-lt"/>
              </a:rPr>
              <a:t>To break big messages into smaller pieces (called segments), send them, and make sure they arrive safely at the right place.</a:t>
            </a:r>
          </a:p>
          <a:p>
            <a:pPr>
              <a:buFont typeface="Wingdings" panose="05000000000000000000" pitchFamily="2" charset="2"/>
              <a:buChar char="ü"/>
            </a:pPr>
            <a:endParaRPr lang="en-US" dirty="0">
              <a:latin typeface="+mj-lt"/>
            </a:endParaRPr>
          </a:p>
          <a:p>
            <a:pPr>
              <a:buFont typeface="Wingdings" panose="05000000000000000000" pitchFamily="2" charset="2"/>
              <a:buChar char="ü"/>
            </a:pPr>
            <a:endParaRPr lang="en-US" dirty="0">
              <a:latin typeface="+mj-lt"/>
            </a:endParaRPr>
          </a:p>
          <a:p>
            <a:pPr marL="139700" indent="0">
              <a:buNone/>
            </a:pPr>
            <a:r>
              <a:rPr lang="en-US" dirty="0">
                <a:highlight>
                  <a:srgbClr val="0000FF"/>
                </a:highlight>
                <a:latin typeface="+mj-lt"/>
              </a:rPr>
              <a:t>🧒 Simple Example:</a:t>
            </a:r>
          </a:p>
          <a:p>
            <a:pPr marL="139700" indent="0">
              <a:buNone/>
            </a:pPr>
            <a:endParaRPr lang="en-US" dirty="0">
              <a:latin typeface="+mj-lt"/>
            </a:endParaRPr>
          </a:p>
          <a:p>
            <a:pPr>
              <a:buFont typeface="Wingdings" panose="05000000000000000000" pitchFamily="2" charset="2"/>
              <a:buChar char="ü"/>
            </a:pPr>
            <a:r>
              <a:rPr lang="en-US" dirty="0">
                <a:latin typeface="+mj-lt"/>
              </a:rPr>
              <a:t>You send a parcel with tracking – it’s reliable, and you know if it gets delivered (like TCP).</a:t>
            </a:r>
          </a:p>
          <a:p>
            <a:pPr>
              <a:buFont typeface="Wingdings" panose="05000000000000000000" pitchFamily="2" charset="2"/>
              <a:buChar char="ü"/>
            </a:pPr>
            <a:r>
              <a:rPr lang="en-US" dirty="0">
                <a:latin typeface="+mj-lt"/>
              </a:rPr>
              <a:t>You throw a paper plane in a classroom – it’s fast but may get lost (like UDP).</a:t>
            </a:r>
          </a:p>
          <a:p>
            <a:pPr>
              <a:buFont typeface="Wingdings" panose="05000000000000000000" pitchFamily="2" charset="2"/>
              <a:buChar char="ü"/>
            </a:pPr>
            <a:endParaRPr lang="en-US" dirty="0">
              <a:latin typeface="+mj-lt"/>
            </a:endParaRPr>
          </a:p>
          <a:p>
            <a:pPr>
              <a:buFont typeface="Wingdings" panose="05000000000000000000" pitchFamily="2" charset="2"/>
              <a:buChar char="ü"/>
            </a:pPr>
            <a:endParaRPr lang="en-US" dirty="0">
              <a:latin typeface="+mj-lt"/>
            </a:endParaRPr>
          </a:p>
          <a:p>
            <a:pPr marL="139700" indent="0">
              <a:buNone/>
            </a:pPr>
            <a:endParaRPr lang="en-US" dirty="0">
              <a:latin typeface="+mj-lt"/>
            </a:endParaRPr>
          </a:p>
          <a:p>
            <a:pPr marL="139700" indent="0">
              <a:buNone/>
            </a:pPr>
            <a:r>
              <a:rPr lang="en-US" dirty="0">
                <a:highlight>
                  <a:srgbClr val="0000FF"/>
                </a:highlight>
                <a:latin typeface="+mj-lt"/>
              </a:rPr>
              <a:t>✅ Protocols:</a:t>
            </a:r>
          </a:p>
          <a:p>
            <a:pPr marL="139700" indent="0">
              <a:buNone/>
            </a:pPr>
            <a:endParaRPr lang="en-US" dirty="0">
              <a:highlight>
                <a:srgbClr val="0000FF"/>
              </a:highlight>
              <a:latin typeface="+mj-lt"/>
            </a:endParaRPr>
          </a:p>
          <a:p>
            <a:pPr>
              <a:buFont typeface="Wingdings" panose="05000000000000000000" pitchFamily="2" charset="2"/>
              <a:buChar char="ü"/>
            </a:pPr>
            <a:r>
              <a:rPr lang="en-US" sz="1100" dirty="0">
                <a:latin typeface="+mj-lt"/>
              </a:rPr>
              <a:t>TCP (Transmission Control Protocol)	---------------------Reliable, slow but safe – used for websites, emails, etc.</a:t>
            </a:r>
          </a:p>
          <a:p>
            <a:pPr>
              <a:buFont typeface="Wingdings" panose="05000000000000000000" pitchFamily="2" charset="2"/>
              <a:buChar char="ü"/>
            </a:pPr>
            <a:r>
              <a:rPr lang="en-US" sz="1100" dirty="0">
                <a:latin typeface="+mj-lt"/>
              </a:rPr>
              <a:t>UDP (User Datagram Protocol)-----------------------------Fast, but not guaranteed – used for videos, online games, VoIP</a:t>
            </a:r>
          </a:p>
        </p:txBody>
      </p:sp>
    </p:spTree>
    <p:extLst>
      <p:ext uri="{BB962C8B-B14F-4D97-AF65-F5344CB8AC3E}">
        <p14:creationId xmlns:p14="http://schemas.microsoft.com/office/powerpoint/2010/main" val="372053744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E2E78-6FA7-1762-DEC4-4734266067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3903BE-0664-F092-C353-23C97518BAFF}"/>
              </a:ext>
            </a:extLst>
          </p:cNvPr>
          <p:cNvSpPr>
            <a:spLocks noGrp="1"/>
          </p:cNvSpPr>
          <p:nvPr>
            <p:ph type="title"/>
          </p:nvPr>
        </p:nvSpPr>
        <p:spPr>
          <a:xfrm>
            <a:off x="543466" y="-79908"/>
            <a:ext cx="7704000" cy="572700"/>
          </a:xfrm>
        </p:spPr>
        <p:txBody>
          <a:bodyPr/>
          <a:lstStyle/>
          <a:p>
            <a:r>
              <a:rPr lang="en-US" dirty="0"/>
              <a:t>The Seven Layers</a:t>
            </a:r>
            <a:endParaRPr lang="en-PK" dirty="0"/>
          </a:p>
        </p:txBody>
      </p:sp>
      <p:sp>
        <p:nvSpPr>
          <p:cNvPr id="3" name="Text Placeholder 2">
            <a:extLst>
              <a:ext uri="{FF2B5EF4-FFF2-40B4-BE49-F238E27FC236}">
                <a16:creationId xmlns:a16="http://schemas.microsoft.com/office/drawing/2014/main" id="{587FCAF8-3628-AE6F-E3C0-067C1A7DBF25}"/>
              </a:ext>
            </a:extLst>
          </p:cNvPr>
          <p:cNvSpPr>
            <a:spLocks noGrp="1"/>
          </p:cNvSpPr>
          <p:nvPr>
            <p:ph type="body" idx="1"/>
          </p:nvPr>
        </p:nvSpPr>
        <p:spPr>
          <a:xfrm>
            <a:off x="638766" y="492792"/>
            <a:ext cx="7866468" cy="4409408"/>
          </a:xfrm>
        </p:spPr>
        <p:txBody>
          <a:bodyPr/>
          <a:lstStyle/>
          <a:p>
            <a:pPr marL="139700" indent="0">
              <a:buNone/>
            </a:pPr>
            <a:r>
              <a:rPr lang="en-US" b="1" dirty="0">
                <a:highlight>
                  <a:srgbClr val="0000FF"/>
                </a:highlight>
                <a:latin typeface="+mj-lt"/>
              </a:rPr>
              <a:t>Layer 3  </a:t>
            </a:r>
            <a:r>
              <a:rPr lang="en-US" dirty="0">
                <a:highlight>
                  <a:srgbClr val="0000FF"/>
                </a:highlight>
                <a:latin typeface="+mj-lt"/>
              </a:rPr>
              <a:t>Network Layer:   Handles IP addressing and routing of data</a:t>
            </a:r>
            <a:endParaRPr lang="en-US" dirty="0">
              <a:latin typeface="+mj-lt"/>
            </a:endParaRPr>
          </a:p>
          <a:p>
            <a:pPr marL="139700" indent="0">
              <a:buNone/>
            </a:pPr>
            <a:r>
              <a:rPr lang="en-US" dirty="0">
                <a:latin typeface="+mj-lt"/>
              </a:rPr>
              <a:t>       </a:t>
            </a:r>
          </a:p>
          <a:p>
            <a:pPr>
              <a:buFont typeface="Wingdings" panose="05000000000000000000" pitchFamily="2" charset="2"/>
              <a:buChar char="ü"/>
            </a:pPr>
            <a:r>
              <a:rPr lang="en-US" dirty="0">
                <a:latin typeface="+mj-lt"/>
              </a:rPr>
              <a:t>This layer is responsible for finding the best path to send data from one device to another, even if they are in different networks or cities.</a:t>
            </a:r>
          </a:p>
          <a:p>
            <a:pPr>
              <a:buFont typeface="Wingdings" panose="05000000000000000000" pitchFamily="2" charset="2"/>
              <a:buChar char="ü"/>
            </a:pPr>
            <a:endParaRPr lang="en-US" dirty="0">
              <a:latin typeface="+mj-lt"/>
            </a:endParaRPr>
          </a:p>
          <a:p>
            <a:pPr>
              <a:buFont typeface="Wingdings" panose="05000000000000000000" pitchFamily="2" charset="2"/>
              <a:buChar char="ü"/>
            </a:pPr>
            <a:r>
              <a:rPr lang="en-US" dirty="0">
                <a:latin typeface="+mj-lt"/>
              </a:rPr>
              <a:t>It deals with IP addresses and routing.</a:t>
            </a:r>
          </a:p>
          <a:p>
            <a:pPr>
              <a:buFont typeface="Wingdings" panose="05000000000000000000" pitchFamily="2" charset="2"/>
              <a:buChar char="ü"/>
            </a:pPr>
            <a:endParaRPr lang="en-US" dirty="0">
              <a:latin typeface="+mj-lt"/>
            </a:endParaRPr>
          </a:p>
          <a:p>
            <a:pPr>
              <a:buFont typeface="Wingdings" panose="05000000000000000000" pitchFamily="2" charset="2"/>
              <a:buChar char="ü"/>
            </a:pPr>
            <a:r>
              <a:rPr lang="en-US" dirty="0">
                <a:latin typeface="+mj-lt"/>
              </a:rPr>
              <a:t>To figure out where to send the data, using IP addresses and routers to guide the data to its destination.</a:t>
            </a:r>
          </a:p>
          <a:p>
            <a:pPr>
              <a:buFont typeface="Wingdings" panose="05000000000000000000" pitchFamily="2" charset="2"/>
              <a:buChar char="ü"/>
            </a:pPr>
            <a:r>
              <a:rPr lang="en-US" dirty="0">
                <a:latin typeface="+mj-lt"/>
              </a:rPr>
              <a:t>Layer 3 is the navigator – it finds the best path using IP addresses and routers.</a:t>
            </a:r>
          </a:p>
          <a:p>
            <a:pPr>
              <a:buFont typeface="Wingdings" panose="05000000000000000000" pitchFamily="2" charset="2"/>
              <a:buChar char="ü"/>
            </a:pPr>
            <a:endParaRPr lang="en-US" dirty="0">
              <a:latin typeface="+mj-lt"/>
            </a:endParaRPr>
          </a:p>
          <a:p>
            <a:pPr>
              <a:buFont typeface="Wingdings" panose="05000000000000000000" pitchFamily="2" charset="2"/>
              <a:buChar char="ü"/>
            </a:pPr>
            <a:endParaRPr lang="en-US" dirty="0">
              <a:latin typeface="+mj-lt"/>
            </a:endParaRPr>
          </a:p>
          <a:p>
            <a:pPr marL="139700" indent="0">
              <a:buNone/>
            </a:pPr>
            <a:r>
              <a:rPr lang="en-US" dirty="0">
                <a:highlight>
                  <a:srgbClr val="0000FF"/>
                </a:highlight>
                <a:latin typeface="+mj-lt"/>
              </a:rPr>
              <a:t>🧒 Simple Example:</a:t>
            </a:r>
          </a:p>
          <a:p>
            <a:pPr marL="139700" indent="0">
              <a:buNone/>
            </a:pPr>
            <a:endParaRPr lang="en-US" dirty="0">
              <a:latin typeface="+mj-lt"/>
            </a:endParaRPr>
          </a:p>
          <a:p>
            <a:pPr>
              <a:buFont typeface="Wingdings" panose="05000000000000000000" pitchFamily="2" charset="2"/>
              <a:buChar char="ü"/>
            </a:pPr>
            <a:r>
              <a:rPr lang="en-US" dirty="0">
                <a:latin typeface="+mj-lt"/>
              </a:rPr>
              <a:t>Imagine sending a letter: You write the home address on the envelope (IP address), and the post office (router) decides the best route to deliver it.</a:t>
            </a:r>
          </a:p>
          <a:p>
            <a:pPr>
              <a:buFont typeface="Wingdings" panose="05000000000000000000" pitchFamily="2" charset="2"/>
              <a:buChar char="ü"/>
            </a:pPr>
            <a:endParaRPr lang="en-US" dirty="0">
              <a:latin typeface="+mj-lt"/>
            </a:endParaRPr>
          </a:p>
          <a:p>
            <a:pPr marL="139700" indent="0">
              <a:buNone/>
            </a:pPr>
            <a:endParaRPr lang="en-US" dirty="0">
              <a:latin typeface="+mj-lt"/>
            </a:endParaRPr>
          </a:p>
          <a:p>
            <a:pPr marL="139700" indent="0">
              <a:buNone/>
            </a:pPr>
            <a:r>
              <a:rPr lang="en-US" dirty="0">
                <a:highlight>
                  <a:srgbClr val="0000FF"/>
                </a:highlight>
                <a:latin typeface="+mj-lt"/>
              </a:rPr>
              <a:t>✅ Protocols:</a:t>
            </a:r>
          </a:p>
          <a:p>
            <a:pPr marL="139700" indent="0">
              <a:buNone/>
            </a:pPr>
            <a:endParaRPr lang="en-US" dirty="0">
              <a:highlight>
                <a:srgbClr val="0000FF"/>
              </a:highlight>
              <a:latin typeface="+mj-lt"/>
            </a:endParaRPr>
          </a:p>
          <a:p>
            <a:pPr>
              <a:buFont typeface="Wingdings" panose="05000000000000000000" pitchFamily="2" charset="2"/>
              <a:buChar char="ü"/>
            </a:pPr>
            <a:r>
              <a:rPr lang="en-US" sz="1100" dirty="0">
                <a:latin typeface="+mj-lt"/>
              </a:rPr>
              <a:t>IP (Internet Protocol)---------------------Main protocol – assigns and uses IP addresses</a:t>
            </a:r>
          </a:p>
          <a:p>
            <a:pPr>
              <a:buFont typeface="Wingdings" panose="05000000000000000000" pitchFamily="2" charset="2"/>
              <a:buChar char="ü"/>
            </a:pPr>
            <a:r>
              <a:rPr lang="en-US" sz="1100" dirty="0">
                <a:latin typeface="+mj-lt"/>
              </a:rPr>
              <a:t>ICMP-----------------------------------------Used for error reporting and diagnostics (e.g., ping command)</a:t>
            </a:r>
          </a:p>
          <a:p>
            <a:pPr>
              <a:buFont typeface="Wingdings" panose="05000000000000000000" pitchFamily="2" charset="2"/>
              <a:buChar char="ü"/>
            </a:pPr>
            <a:r>
              <a:rPr lang="en-US" sz="1100" dirty="0">
                <a:latin typeface="+mj-lt"/>
              </a:rPr>
              <a:t>IGMP-----------------------------------------Used for managing multicast groups (one-to-many communication)</a:t>
            </a:r>
          </a:p>
          <a:p>
            <a:pPr>
              <a:buFont typeface="Wingdings" panose="05000000000000000000" pitchFamily="2" charset="2"/>
              <a:buChar char="ü"/>
            </a:pPr>
            <a:r>
              <a:rPr lang="en-US" sz="1100" dirty="0">
                <a:latin typeface="+mj-lt"/>
              </a:rPr>
              <a:t>IPSec-----------------------------------------Secures IP traffic (used in VPNs)</a:t>
            </a:r>
          </a:p>
        </p:txBody>
      </p:sp>
    </p:spTree>
    <p:extLst>
      <p:ext uri="{BB962C8B-B14F-4D97-AF65-F5344CB8AC3E}">
        <p14:creationId xmlns:p14="http://schemas.microsoft.com/office/powerpoint/2010/main" val="161528662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18D41-C6C0-D207-3357-7244B9D97D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623CDB-3556-82A4-98B2-5A366DDAED6B}"/>
              </a:ext>
            </a:extLst>
          </p:cNvPr>
          <p:cNvSpPr>
            <a:spLocks noGrp="1"/>
          </p:cNvSpPr>
          <p:nvPr>
            <p:ph type="title"/>
          </p:nvPr>
        </p:nvSpPr>
        <p:spPr>
          <a:xfrm>
            <a:off x="543466" y="-79908"/>
            <a:ext cx="7704000" cy="572700"/>
          </a:xfrm>
        </p:spPr>
        <p:txBody>
          <a:bodyPr/>
          <a:lstStyle/>
          <a:p>
            <a:r>
              <a:rPr lang="en-US" dirty="0"/>
              <a:t>The Seven Layers</a:t>
            </a:r>
            <a:endParaRPr lang="en-PK" dirty="0"/>
          </a:p>
        </p:txBody>
      </p:sp>
      <p:sp>
        <p:nvSpPr>
          <p:cNvPr id="3" name="Text Placeholder 2">
            <a:extLst>
              <a:ext uri="{FF2B5EF4-FFF2-40B4-BE49-F238E27FC236}">
                <a16:creationId xmlns:a16="http://schemas.microsoft.com/office/drawing/2014/main" id="{A9353281-64E4-1FBC-930D-E25F7E902172}"/>
              </a:ext>
            </a:extLst>
          </p:cNvPr>
          <p:cNvSpPr>
            <a:spLocks noGrp="1"/>
          </p:cNvSpPr>
          <p:nvPr>
            <p:ph type="body" idx="1"/>
          </p:nvPr>
        </p:nvSpPr>
        <p:spPr>
          <a:xfrm>
            <a:off x="638766" y="492792"/>
            <a:ext cx="7866468" cy="4409408"/>
          </a:xfrm>
        </p:spPr>
        <p:txBody>
          <a:bodyPr/>
          <a:lstStyle/>
          <a:p>
            <a:pPr marL="139700" indent="0">
              <a:buNone/>
            </a:pPr>
            <a:r>
              <a:rPr lang="en-US" b="1" dirty="0">
                <a:highlight>
                  <a:srgbClr val="0000FF"/>
                </a:highlight>
                <a:latin typeface="+mj-lt"/>
              </a:rPr>
              <a:t>Layer 2  </a:t>
            </a:r>
            <a:r>
              <a:rPr lang="en-US" dirty="0">
                <a:highlight>
                  <a:srgbClr val="0000FF"/>
                </a:highlight>
                <a:latin typeface="+mj-lt"/>
              </a:rPr>
              <a:t>Data Link Layer : Packs bits into frames, handles MAC addresses, and checks for errors</a:t>
            </a:r>
            <a:endParaRPr lang="en-US" dirty="0">
              <a:latin typeface="+mj-lt"/>
            </a:endParaRPr>
          </a:p>
          <a:p>
            <a:pPr marL="139700" indent="0">
              <a:buNone/>
            </a:pPr>
            <a:r>
              <a:rPr lang="en-US" dirty="0">
                <a:latin typeface="+mj-lt"/>
              </a:rPr>
              <a:t>       </a:t>
            </a:r>
          </a:p>
          <a:p>
            <a:pPr>
              <a:buFont typeface="Wingdings" panose="05000000000000000000" pitchFamily="2" charset="2"/>
              <a:buChar char="ü"/>
            </a:pPr>
            <a:r>
              <a:rPr lang="en-US" dirty="0">
                <a:latin typeface="+mj-lt"/>
              </a:rPr>
              <a:t>This layer is responsible for sending data within the same network using MAC addresses.</a:t>
            </a:r>
          </a:p>
          <a:p>
            <a:pPr>
              <a:buFont typeface="Wingdings" panose="05000000000000000000" pitchFamily="2" charset="2"/>
              <a:buChar char="ü"/>
            </a:pPr>
            <a:r>
              <a:rPr lang="en-US" dirty="0">
                <a:latin typeface="+mj-lt"/>
              </a:rPr>
              <a:t>It also detects errors in data and makes sure the message goes to the correct device on the local network.</a:t>
            </a:r>
          </a:p>
          <a:p>
            <a:pPr>
              <a:buFont typeface="Wingdings" panose="05000000000000000000" pitchFamily="2" charset="2"/>
              <a:buChar char="ü"/>
            </a:pPr>
            <a:endParaRPr lang="en-US" dirty="0">
              <a:latin typeface="+mj-lt"/>
            </a:endParaRPr>
          </a:p>
          <a:p>
            <a:pPr>
              <a:buFont typeface="Wingdings" panose="05000000000000000000" pitchFamily="2" charset="2"/>
              <a:buChar char="ü"/>
            </a:pPr>
            <a:r>
              <a:rPr lang="en-US" dirty="0">
                <a:latin typeface="+mj-lt"/>
              </a:rPr>
              <a:t>To deliver data from one device to another within the same network (LAN), like from your PC to a printer or to your Wi-Fi router.</a:t>
            </a:r>
          </a:p>
          <a:p>
            <a:pPr>
              <a:buFont typeface="Wingdings" panose="05000000000000000000" pitchFamily="2" charset="2"/>
              <a:buChar char="ü"/>
            </a:pPr>
            <a:endParaRPr lang="en-US" dirty="0">
              <a:latin typeface="+mj-lt"/>
            </a:endParaRPr>
          </a:p>
          <a:p>
            <a:pPr>
              <a:buFont typeface="Wingdings" panose="05000000000000000000" pitchFamily="2" charset="2"/>
              <a:buChar char="ü"/>
            </a:pPr>
            <a:endParaRPr lang="en-US" dirty="0">
              <a:latin typeface="+mj-lt"/>
            </a:endParaRPr>
          </a:p>
          <a:p>
            <a:pPr>
              <a:buFont typeface="Wingdings" panose="05000000000000000000" pitchFamily="2" charset="2"/>
              <a:buChar char="ü"/>
            </a:pPr>
            <a:endParaRPr lang="en-US" dirty="0">
              <a:latin typeface="+mj-lt"/>
            </a:endParaRPr>
          </a:p>
          <a:p>
            <a:pPr marL="139700" indent="0">
              <a:buNone/>
            </a:pPr>
            <a:r>
              <a:rPr lang="en-US" dirty="0">
                <a:highlight>
                  <a:srgbClr val="0000FF"/>
                </a:highlight>
                <a:latin typeface="+mj-lt"/>
              </a:rPr>
              <a:t>🧒 Simple Example:</a:t>
            </a:r>
          </a:p>
          <a:p>
            <a:pPr marL="139700" indent="0">
              <a:buNone/>
            </a:pPr>
            <a:endParaRPr lang="en-US" dirty="0">
              <a:latin typeface="+mj-lt"/>
            </a:endParaRPr>
          </a:p>
          <a:p>
            <a:pPr>
              <a:buFont typeface="Wingdings" panose="05000000000000000000" pitchFamily="2" charset="2"/>
              <a:buChar char="ü"/>
            </a:pPr>
            <a:r>
              <a:rPr lang="en-US" dirty="0">
                <a:latin typeface="+mj-lt"/>
              </a:rPr>
              <a:t>In a classroom, each student wears a name tag (MAC address). The teacher (switch) gives the right assignment (data) to the right student using that name tag.</a:t>
            </a:r>
          </a:p>
          <a:p>
            <a:pPr marL="139700" indent="0">
              <a:buNone/>
            </a:pPr>
            <a:endParaRPr lang="en-US" dirty="0">
              <a:latin typeface="+mj-lt"/>
            </a:endParaRPr>
          </a:p>
          <a:p>
            <a:pPr marL="139700" indent="0">
              <a:buNone/>
            </a:pPr>
            <a:r>
              <a:rPr lang="en-US" dirty="0">
                <a:highlight>
                  <a:srgbClr val="0000FF"/>
                </a:highlight>
                <a:latin typeface="+mj-lt"/>
              </a:rPr>
              <a:t>✅ Protocols:</a:t>
            </a:r>
          </a:p>
          <a:p>
            <a:pPr marL="139700" indent="0">
              <a:buNone/>
            </a:pPr>
            <a:endParaRPr lang="en-US" dirty="0">
              <a:highlight>
                <a:srgbClr val="0000FF"/>
              </a:highlight>
              <a:latin typeface="+mj-lt"/>
            </a:endParaRPr>
          </a:p>
          <a:p>
            <a:pPr>
              <a:buFont typeface="Wingdings" panose="05000000000000000000" pitchFamily="2" charset="2"/>
              <a:buChar char="ü"/>
            </a:pPr>
            <a:r>
              <a:rPr lang="en-US" sz="1100" dirty="0">
                <a:latin typeface="+mj-lt"/>
              </a:rPr>
              <a:t>Ethernet (IEEE 802.3)	-------------------------Used in wired </a:t>
            </a:r>
            <a:r>
              <a:rPr lang="en-US" sz="1100" dirty="0" err="1">
                <a:latin typeface="+mj-lt"/>
              </a:rPr>
              <a:t>LANss</a:t>
            </a:r>
            <a:endParaRPr lang="en-US" sz="1100" dirty="0">
              <a:latin typeface="+mj-lt"/>
            </a:endParaRPr>
          </a:p>
          <a:p>
            <a:pPr>
              <a:buFont typeface="Wingdings" panose="05000000000000000000" pitchFamily="2" charset="2"/>
              <a:buChar char="ü"/>
            </a:pPr>
            <a:r>
              <a:rPr lang="en-US" sz="1100" dirty="0">
                <a:latin typeface="+mj-lt"/>
              </a:rPr>
              <a:t>Wi-Fi (IEEE 802.11)	-------------------------Used in wireless LANs</a:t>
            </a:r>
          </a:p>
          <a:p>
            <a:pPr>
              <a:buFont typeface="Wingdings" panose="05000000000000000000" pitchFamily="2" charset="2"/>
              <a:buChar char="ü"/>
            </a:pPr>
            <a:r>
              <a:rPr lang="en-US" sz="1100" dirty="0">
                <a:latin typeface="+mj-lt"/>
              </a:rPr>
              <a:t>ARP (Address Resolution Protocol)-------Converts IP address to MAC address	</a:t>
            </a:r>
          </a:p>
        </p:txBody>
      </p:sp>
    </p:spTree>
    <p:extLst>
      <p:ext uri="{BB962C8B-B14F-4D97-AF65-F5344CB8AC3E}">
        <p14:creationId xmlns:p14="http://schemas.microsoft.com/office/powerpoint/2010/main" val="190332352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97EFD-BC04-11E0-FA5D-517B98B4BA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67EAF6-BF21-1C3F-441B-60B438F62BA4}"/>
              </a:ext>
            </a:extLst>
          </p:cNvPr>
          <p:cNvSpPr>
            <a:spLocks noGrp="1"/>
          </p:cNvSpPr>
          <p:nvPr>
            <p:ph type="title"/>
          </p:nvPr>
        </p:nvSpPr>
        <p:spPr>
          <a:xfrm>
            <a:off x="543466" y="-79908"/>
            <a:ext cx="7704000" cy="572700"/>
          </a:xfrm>
        </p:spPr>
        <p:txBody>
          <a:bodyPr/>
          <a:lstStyle/>
          <a:p>
            <a:r>
              <a:rPr lang="en-US" dirty="0"/>
              <a:t>The Seven Layers</a:t>
            </a:r>
            <a:endParaRPr lang="en-PK" dirty="0"/>
          </a:p>
        </p:txBody>
      </p:sp>
      <p:sp>
        <p:nvSpPr>
          <p:cNvPr id="3" name="Text Placeholder 2">
            <a:extLst>
              <a:ext uri="{FF2B5EF4-FFF2-40B4-BE49-F238E27FC236}">
                <a16:creationId xmlns:a16="http://schemas.microsoft.com/office/drawing/2014/main" id="{86C82DF2-49FE-B904-6E29-BCDA4900920D}"/>
              </a:ext>
            </a:extLst>
          </p:cNvPr>
          <p:cNvSpPr>
            <a:spLocks noGrp="1"/>
          </p:cNvSpPr>
          <p:nvPr>
            <p:ph type="body" idx="1"/>
          </p:nvPr>
        </p:nvSpPr>
        <p:spPr>
          <a:xfrm>
            <a:off x="638766" y="492792"/>
            <a:ext cx="7866468" cy="4409408"/>
          </a:xfrm>
        </p:spPr>
        <p:txBody>
          <a:bodyPr/>
          <a:lstStyle/>
          <a:p>
            <a:pPr marL="139700" indent="0">
              <a:buNone/>
            </a:pPr>
            <a:r>
              <a:rPr lang="en-US" b="1" dirty="0">
                <a:highlight>
                  <a:srgbClr val="0000FF"/>
                </a:highlight>
                <a:latin typeface="+mj-lt"/>
              </a:rPr>
              <a:t>Layer 1  </a:t>
            </a:r>
            <a:r>
              <a:rPr lang="en-US" dirty="0">
                <a:highlight>
                  <a:srgbClr val="0000FF"/>
                </a:highlight>
                <a:latin typeface="+mj-lt"/>
              </a:rPr>
              <a:t>Physical Layer: Sends raw bits (0s and 1s) as electrical, light, or radio signals.</a:t>
            </a:r>
            <a:endParaRPr lang="en-US" dirty="0">
              <a:latin typeface="+mj-lt"/>
            </a:endParaRPr>
          </a:p>
          <a:p>
            <a:pPr marL="139700" indent="0">
              <a:buNone/>
            </a:pPr>
            <a:r>
              <a:rPr lang="en-US" dirty="0">
                <a:latin typeface="+mj-lt"/>
              </a:rPr>
              <a:t>       </a:t>
            </a:r>
          </a:p>
          <a:p>
            <a:pPr>
              <a:buFont typeface="Wingdings" panose="05000000000000000000" pitchFamily="2" charset="2"/>
              <a:buChar char="ü"/>
            </a:pPr>
            <a:r>
              <a:rPr lang="en-US" dirty="0">
                <a:latin typeface="+mj-lt"/>
              </a:rPr>
              <a:t>This is the lowest layer of the OSI model.</a:t>
            </a:r>
          </a:p>
          <a:p>
            <a:pPr>
              <a:buFont typeface="Wingdings" panose="05000000000000000000" pitchFamily="2" charset="2"/>
              <a:buChar char="ü"/>
            </a:pPr>
            <a:r>
              <a:rPr lang="en-US" dirty="0">
                <a:latin typeface="+mj-lt"/>
              </a:rPr>
              <a:t>It deals with the actual hardware and signals that carry data — like wires, cables, and Wi-Fi signals.</a:t>
            </a:r>
          </a:p>
          <a:p>
            <a:pPr>
              <a:buFont typeface="Wingdings" panose="05000000000000000000" pitchFamily="2" charset="2"/>
              <a:buChar char="ü"/>
            </a:pPr>
            <a:r>
              <a:rPr lang="en-US" dirty="0">
                <a:latin typeface="+mj-lt"/>
              </a:rPr>
              <a:t>It transmits raw bits (0s and 1s) as electrical, light, or radio signals.</a:t>
            </a:r>
          </a:p>
          <a:p>
            <a:pPr>
              <a:buFont typeface="Wingdings" panose="05000000000000000000" pitchFamily="2" charset="2"/>
              <a:buChar char="ü"/>
            </a:pPr>
            <a:r>
              <a:rPr lang="en-US" dirty="0">
                <a:latin typeface="+mj-lt"/>
              </a:rPr>
              <a:t>To physically send and receive data over a medium (cable, air, fiber). It doesn't care what the data is — it just moves bits.</a:t>
            </a:r>
          </a:p>
          <a:p>
            <a:pPr>
              <a:buFont typeface="Wingdings" panose="05000000000000000000" pitchFamily="2" charset="2"/>
              <a:buChar char="ü"/>
            </a:pPr>
            <a:endParaRPr lang="en-US" dirty="0">
              <a:latin typeface="+mj-lt"/>
            </a:endParaRPr>
          </a:p>
          <a:p>
            <a:pPr>
              <a:buFont typeface="Wingdings" panose="05000000000000000000" pitchFamily="2" charset="2"/>
              <a:buChar char="ü"/>
            </a:pPr>
            <a:r>
              <a:rPr lang="en-US" dirty="0">
                <a:latin typeface="+mj-lt"/>
              </a:rPr>
              <a:t>Layer 1 is the messenger's feet – it just moves the message from one place to another.</a:t>
            </a:r>
          </a:p>
          <a:p>
            <a:pPr>
              <a:buFont typeface="Wingdings" panose="05000000000000000000" pitchFamily="2" charset="2"/>
              <a:buChar char="ü"/>
            </a:pPr>
            <a:endParaRPr lang="en-US" dirty="0">
              <a:latin typeface="+mj-lt"/>
            </a:endParaRPr>
          </a:p>
          <a:p>
            <a:pPr marL="139700" indent="0">
              <a:buNone/>
            </a:pPr>
            <a:endParaRPr lang="en-US" dirty="0">
              <a:latin typeface="+mj-lt"/>
            </a:endParaRPr>
          </a:p>
          <a:p>
            <a:pPr marL="139700" indent="0">
              <a:buNone/>
            </a:pPr>
            <a:r>
              <a:rPr lang="en-US" dirty="0">
                <a:highlight>
                  <a:srgbClr val="0000FF"/>
                </a:highlight>
                <a:latin typeface="+mj-lt"/>
              </a:rPr>
              <a:t>Common Devices and Technologies at Layer 1:</a:t>
            </a:r>
          </a:p>
          <a:p>
            <a:pPr marL="139700" indent="0">
              <a:buNone/>
            </a:pPr>
            <a:endParaRPr lang="en-US" dirty="0">
              <a:highlight>
                <a:srgbClr val="0000FF"/>
              </a:highlight>
              <a:latin typeface="+mj-lt"/>
            </a:endParaRPr>
          </a:p>
          <a:p>
            <a:pPr>
              <a:buFont typeface="Wingdings" panose="05000000000000000000" pitchFamily="2" charset="2"/>
              <a:buChar char="ü"/>
            </a:pPr>
            <a:r>
              <a:rPr lang="en-US" sz="1100" dirty="0">
                <a:latin typeface="+mj-lt"/>
              </a:rPr>
              <a:t>Ethernet cables (RJ45)-----------------------Wired network cables</a:t>
            </a:r>
          </a:p>
          <a:p>
            <a:pPr>
              <a:buFont typeface="Wingdings" panose="05000000000000000000" pitchFamily="2" charset="2"/>
              <a:buChar char="ü"/>
            </a:pPr>
            <a:r>
              <a:rPr lang="en-US" sz="1100" dirty="0">
                <a:latin typeface="+mj-lt"/>
              </a:rPr>
              <a:t>Fiber optic cables	------------------------Uses light to transmit data</a:t>
            </a:r>
          </a:p>
          <a:p>
            <a:pPr>
              <a:buFont typeface="Wingdings" panose="05000000000000000000" pitchFamily="2" charset="2"/>
              <a:buChar char="ü"/>
            </a:pPr>
            <a:r>
              <a:rPr lang="en-US" sz="1100" dirty="0">
                <a:latin typeface="+mj-lt"/>
              </a:rPr>
              <a:t>Wi-Fi signals (Radio)	------------------------Wireless signal transmission</a:t>
            </a:r>
          </a:p>
          <a:p>
            <a:pPr>
              <a:buFont typeface="Wingdings" panose="05000000000000000000" pitchFamily="2" charset="2"/>
              <a:buChar char="ü"/>
            </a:pPr>
            <a:r>
              <a:rPr lang="en-US" sz="1100" dirty="0">
                <a:latin typeface="+mj-lt"/>
              </a:rPr>
              <a:t>Hubs-----------------------------------------------Device providing centralized connectivity </a:t>
            </a:r>
          </a:p>
          <a:p>
            <a:pPr>
              <a:buFont typeface="Wingdings" panose="05000000000000000000" pitchFamily="2" charset="2"/>
              <a:buChar char="ü"/>
            </a:pPr>
            <a:r>
              <a:rPr lang="en-US" sz="1100" dirty="0">
                <a:latin typeface="+mj-lt"/>
              </a:rPr>
              <a:t>Network Interface Card (NIC)---------------Sends/receives signals to/from medium</a:t>
            </a:r>
          </a:p>
          <a:p>
            <a:pPr>
              <a:buFont typeface="Wingdings" panose="05000000000000000000" pitchFamily="2" charset="2"/>
              <a:buChar char="ü"/>
            </a:pPr>
            <a:r>
              <a:rPr lang="en-US" sz="1100" dirty="0">
                <a:latin typeface="+mj-lt"/>
              </a:rPr>
              <a:t>Modems-------------------------------------------Modulate/demodulate signals</a:t>
            </a:r>
          </a:p>
          <a:p>
            <a:pPr>
              <a:buFont typeface="Wingdings" panose="05000000000000000000" pitchFamily="2" charset="2"/>
              <a:buChar char="ü"/>
            </a:pPr>
            <a:r>
              <a:rPr lang="en-US" sz="1100" dirty="0">
                <a:latin typeface="+mj-lt"/>
              </a:rPr>
              <a:t>Connectors (USB, RJ45)---------------------Physical ports for connection</a:t>
            </a:r>
          </a:p>
        </p:txBody>
      </p:sp>
    </p:spTree>
    <p:extLst>
      <p:ext uri="{BB962C8B-B14F-4D97-AF65-F5344CB8AC3E}">
        <p14:creationId xmlns:p14="http://schemas.microsoft.com/office/powerpoint/2010/main" val="6440859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BB03-B1B4-406A-2552-602CB0223B4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3FD9455-6CCC-FFD5-6CF9-244C06135263}"/>
              </a:ext>
            </a:extLst>
          </p:cNvPr>
          <p:cNvSpPr>
            <a:spLocks noGrp="1"/>
          </p:cNvSpPr>
          <p:nvPr>
            <p:ph type="body" idx="1"/>
          </p:nvPr>
        </p:nvSpPr>
        <p:spPr>
          <a:xfrm>
            <a:off x="557866" y="452300"/>
            <a:ext cx="7079068" cy="3126000"/>
          </a:xfrm>
        </p:spPr>
        <p:txBody>
          <a:bodyPr/>
          <a:lstStyle/>
          <a:p>
            <a:pPr marL="139700" indent="0">
              <a:buNone/>
            </a:pPr>
            <a:r>
              <a:rPr lang="en-US" sz="1800" b="1" dirty="0">
                <a:highlight>
                  <a:srgbClr val="0000FF"/>
                </a:highlight>
              </a:rPr>
              <a:t>📤 Sender's Side (You sending "Hi" on WhatsApp)</a:t>
            </a:r>
          </a:p>
          <a:p>
            <a:pPr marL="139700" indent="0">
              <a:buNone/>
            </a:pPr>
            <a:endParaRPr lang="en-US" b="1" dirty="0"/>
          </a:p>
          <a:p>
            <a:pPr marL="139700" indent="0">
              <a:buNone/>
            </a:pPr>
            <a:endParaRPr lang="en-US" dirty="0"/>
          </a:p>
          <a:p>
            <a:endParaRPr lang="en-PK" dirty="0"/>
          </a:p>
        </p:txBody>
      </p:sp>
      <p:graphicFrame>
        <p:nvGraphicFramePr>
          <p:cNvPr id="9" name="Table 8">
            <a:extLst>
              <a:ext uri="{FF2B5EF4-FFF2-40B4-BE49-F238E27FC236}">
                <a16:creationId xmlns:a16="http://schemas.microsoft.com/office/drawing/2014/main" id="{AB0B8803-DADA-56EC-B0FD-283F74DBEEA7}"/>
              </a:ext>
            </a:extLst>
          </p:cNvPr>
          <p:cNvGraphicFramePr>
            <a:graphicFrameLocks noGrp="1"/>
          </p:cNvGraphicFramePr>
          <p:nvPr>
            <p:extLst>
              <p:ext uri="{D42A27DB-BD31-4B8C-83A1-F6EECF244321}">
                <p14:modId xmlns:p14="http://schemas.microsoft.com/office/powerpoint/2010/main" val="1124760220"/>
              </p:ext>
            </p:extLst>
          </p:nvPr>
        </p:nvGraphicFramePr>
        <p:xfrm>
          <a:off x="821266" y="1149350"/>
          <a:ext cx="7840134" cy="3053080"/>
        </p:xfrm>
        <a:graphic>
          <a:graphicData uri="http://schemas.openxmlformats.org/drawingml/2006/table">
            <a:tbl>
              <a:tblPr firstRow="1" bandRow="1">
                <a:tableStyleId>{17343FFC-C285-48B6-A5F1-531E15585DCF}</a:tableStyleId>
              </a:tblPr>
              <a:tblGrid>
                <a:gridCol w="2145149">
                  <a:extLst>
                    <a:ext uri="{9D8B030D-6E8A-4147-A177-3AD203B41FA5}">
                      <a16:colId xmlns:a16="http://schemas.microsoft.com/office/drawing/2014/main" val="425322019"/>
                    </a:ext>
                  </a:extLst>
                </a:gridCol>
                <a:gridCol w="5694985">
                  <a:extLst>
                    <a:ext uri="{9D8B030D-6E8A-4147-A177-3AD203B41FA5}">
                      <a16:colId xmlns:a16="http://schemas.microsoft.com/office/drawing/2014/main" val="4159692374"/>
                    </a:ext>
                  </a:extLst>
                </a:gridCol>
              </a:tblGrid>
              <a:tr h="370840">
                <a:tc>
                  <a:txBody>
                    <a:bodyPr/>
                    <a:lstStyle/>
                    <a:p>
                      <a:r>
                        <a:rPr lang="en-US" b="1" dirty="0">
                          <a:solidFill>
                            <a:schemeClr val="tx1"/>
                          </a:solidFill>
                          <a:highlight>
                            <a:srgbClr val="0000FF"/>
                          </a:highlight>
                        </a:rPr>
                        <a:t>OSI Layer</a:t>
                      </a:r>
                      <a:endParaRPr lang="en-PK" b="1" dirty="0">
                        <a:solidFill>
                          <a:schemeClr val="tx1"/>
                        </a:solidFill>
                        <a:highlight>
                          <a:srgbClr val="0000FF"/>
                        </a:highlight>
                      </a:endParaRPr>
                    </a:p>
                  </a:txBody>
                  <a:tcPr/>
                </a:tc>
                <a:tc>
                  <a:txBody>
                    <a:bodyPr/>
                    <a:lstStyle/>
                    <a:p>
                      <a:r>
                        <a:rPr lang="en-US" b="1" dirty="0">
                          <a:solidFill>
                            <a:schemeClr val="tx1"/>
                          </a:solidFill>
                          <a:highlight>
                            <a:srgbClr val="0000FF"/>
                          </a:highlight>
                        </a:rPr>
                        <a:t>What happens</a:t>
                      </a:r>
                      <a:endParaRPr lang="en-PK" b="1" dirty="0">
                        <a:solidFill>
                          <a:schemeClr val="tx1"/>
                        </a:solidFill>
                        <a:highlight>
                          <a:srgbClr val="0000FF"/>
                        </a:highlight>
                      </a:endParaRPr>
                    </a:p>
                  </a:txBody>
                  <a:tcPr/>
                </a:tc>
                <a:extLst>
                  <a:ext uri="{0D108BD9-81ED-4DB2-BD59-A6C34878D82A}">
                    <a16:rowId xmlns:a16="http://schemas.microsoft.com/office/drawing/2014/main" val="1479454389"/>
                  </a:ext>
                </a:extLst>
              </a:tr>
              <a:tr h="370840">
                <a:tc>
                  <a:txBody>
                    <a:bodyPr/>
                    <a:lstStyle/>
                    <a:p>
                      <a:r>
                        <a:rPr lang="en-US" sz="1200" dirty="0">
                          <a:solidFill>
                            <a:schemeClr val="tx1"/>
                          </a:solidFill>
                        </a:rPr>
                        <a:t>7 – Application</a:t>
                      </a:r>
                      <a:endParaRPr lang="en-PK" sz="1200" dirty="0">
                        <a:solidFill>
                          <a:schemeClr val="tx1"/>
                        </a:solidFill>
                      </a:endParaRPr>
                    </a:p>
                  </a:txBody>
                  <a:tcPr/>
                </a:tc>
                <a:tc>
                  <a:txBody>
                    <a:bodyPr/>
                    <a:lstStyle/>
                    <a:p>
                      <a:r>
                        <a:rPr lang="en-US" sz="1200" dirty="0">
                          <a:solidFill>
                            <a:schemeClr val="tx1"/>
                          </a:solidFill>
                        </a:rPr>
                        <a:t>You type “Hi” in WhatsApp and press send.</a:t>
                      </a:r>
                      <a:endParaRPr lang="en-PK" sz="1200" dirty="0">
                        <a:solidFill>
                          <a:schemeClr val="tx1"/>
                        </a:solidFill>
                      </a:endParaRPr>
                    </a:p>
                  </a:txBody>
                  <a:tcPr/>
                </a:tc>
                <a:extLst>
                  <a:ext uri="{0D108BD9-81ED-4DB2-BD59-A6C34878D82A}">
                    <a16:rowId xmlns:a16="http://schemas.microsoft.com/office/drawing/2014/main" val="1053567981"/>
                  </a:ext>
                </a:extLst>
              </a:tr>
              <a:tr h="370840">
                <a:tc>
                  <a:txBody>
                    <a:bodyPr/>
                    <a:lstStyle/>
                    <a:p>
                      <a:r>
                        <a:rPr lang="en-US" sz="1200" dirty="0">
                          <a:solidFill>
                            <a:schemeClr val="tx1"/>
                          </a:solidFill>
                        </a:rPr>
                        <a:t>6 – Presentation</a:t>
                      </a:r>
                      <a:endParaRPr lang="en-PK" sz="1200" dirty="0">
                        <a:solidFill>
                          <a:schemeClr val="tx1"/>
                        </a:solidFill>
                      </a:endParaRPr>
                    </a:p>
                  </a:txBody>
                  <a:tcPr/>
                </a:tc>
                <a:tc>
                  <a:txBody>
                    <a:bodyPr/>
                    <a:lstStyle/>
                    <a:p>
                      <a:r>
                        <a:rPr lang="en-US" sz="1200" dirty="0">
                          <a:solidFill>
                            <a:schemeClr val="tx1"/>
                          </a:solidFill>
                        </a:rPr>
                        <a:t>The message is encrypted into code for security.</a:t>
                      </a:r>
                      <a:endParaRPr lang="en-PK" sz="1200" dirty="0">
                        <a:solidFill>
                          <a:schemeClr val="tx1"/>
                        </a:solidFill>
                      </a:endParaRPr>
                    </a:p>
                  </a:txBody>
                  <a:tcPr/>
                </a:tc>
                <a:extLst>
                  <a:ext uri="{0D108BD9-81ED-4DB2-BD59-A6C34878D82A}">
                    <a16:rowId xmlns:a16="http://schemas.microsoft.com/office/drawing/2014/main" val="1369503910"/>
                  </a:ext>
                </a:extLst>
              </a:tr>
              <a:tr h="370840">
                <a:tc>
                  <a:txBody>
                    <a:bodyPr/>
                    <a:lstStyle/>
                    <a:p>
                      <a:r>
                        <a:rPr lang="en-US" sz="1200" dirty="0">
                          <a:solidFill>
                            <a:schemeClr val="tx1"/>
                          </a:solidFill>
                        </a:rPr>
                        <a:t>5 – Session</a:t>
                      </a:r>
                      <a:endParaRPr lang="en-PK" sz="1200" dirty="0">
                        <a:solidFill>
                          <a:schemeClr val="tx1"/>
                        </a:solidFill>
                      </a:endParaRPr>
                    </a:p>
                  </a:txBody>
                  <a:tcPr/>
                </a:tc>
                <a:tc>
                  <a:txBody>
                    <a:bodyPr/>
                    <a:lstStyle/>
                    <a:p>
                      <a:r>
                        <a:rPr lang="en-US" sz="1200" dirty="0">
                          <a:solidFill>
                            <a:schemeClr val="tx1"/>
                          </a:solidFill>
                        </a:rPr>
                        <a:t>A session is made with your friend</a:t>
                      </a:r>
                      <a:endParaRPr lang="en-PK" sz="1200" dirty="0">
                        <a:solidFill>
                          <a:schemeClr val="tx1"/>
                        </a:solidFill>
                      </a:endParaRPr>
                    </a:p>
                  </a:txBody>
                  <a:tcPr/>
                </a:tc>
                <a:extLst>
                  <a:ext uri="{0D108BD9-81ED-4DB2-BD59-A6C34878D82A}">
                    <a16:rowId xmlns:a16="http://schemas.microsoft.com/office/drawing/2014/main" val="3577462136"/>
                  </a:ext>
                </a:extLst>
              </a:tr>
              <a:tr h="370840">
                <a:tc>
                  <a:txBody>
                    <a:bodyPr/>
                    <a:lstStyle/>
                    <a:p>
                      <a:r>
                        <a:rPr lang="en-US" sz="1200" dirty="0">
                          <a:solidFill>
                            <a:schemeClr val="tx1"/>
                          </a:solidFill>
                        </a:rPr>
                        <a:t>4 – Transport</a:t>
                      </a:r>
                      <a:endParaRPr lang="en-PK" sz="1200" dirty="0">
                        <a:solidFill>
                          <a:schemeClr val="tx1"/>
                        </a:solidFill>
                      </a:endParaRPr>
                    </a:p>
                  </a:txBody>
                  <a:tcPr/>
                </a:tc>
                <a:tc>
                  <a:txBody>
                    <a:bodyPr/>
                    <a:lstStyle/>
                    <a:p>
                      <a:r>
                        <a:rPr lang="en-US" sz="1200" dirty="0">
                          <a:solidFill>
                            <a:schemeClr val="tx1"/>
                          </a:solidFill>
                        </a:rPr>
                        <a:t>The message is broken into segments and sent using TCP to make sure it reaches correctly.</a:t>
                      </a:r>
                      <a:endParaRPr lang="en-PK" sz="1200" dirty="0">
                        <a:solidFill>
                          <a:schemeClr val="tx1"/>
                        </a:solidFill>
                      </a:endParaRPr>
                    </a:p>
                  </a:txBody>
                  <a:tcPr/>
                </a:tc>
                <a:extLst>
                  <a:ext uri="{0D108BD9-81ED-4DB2-BD59-A6C34878D82A}">
                    <a16:rowId xmlns:a16="http://schemas.microsoft.com/office/drawing/2014/main" val="4134244790"/>
                  </a:ext>
                </a:extLst>
              </a:tr>
              <a:tr h="370840">
                <a:tc>
                  <a:txBody>
                    <a:bodyPr/>
                    <a:lstStyle/>
                    <a:p>
                      <a:r>
                        <a:rPr lang="en-US" sz="1200" dirty="0">
                          <a:solidFill>
                            <a:schemeClr val="tx1"/>
                          </a:solidFill>
                        </a:rPr>
                        <a:t>3 – Network</a:t>
                      </a:r>
                      <a:endParaRPr lang="en-PK" sz="1200" dirty="0">
                        <a:solidFill>
                          <a:schemeClr val="tx1"/>
                        </a:solidFill>
                      </a:endParaRPr>
                    </a:p>
                  </a:txBody>
                  <a:tcPr/>
                </a:tc>
                <a:tc>
                  <a:txBody>
                    <a:bodyPr/>
                    <a:lstStyle/>
                    <a:p>
                      <a:r>
                        <a:rPr lang="en-US" sz="1200" dirty="0">
                          <a:solidFill>
                            <a:schemeClr val="tx1"/>
                          </a:solidFill>
                        </a:rPr>
                        <a:t>Adds your IP address (sender) and your friend’s IP address (receiver).</a:t>
                      </a:r>
                      <a:endParaRPr lang="en-PK" sz="1200" dirty="0">
                        <a:solidFill>
                          <a:schemeClr val="tx1"/>
                        </a:solidFill>
                      </a:endParaRPr>
                    </a:p>
                  </a:txBody>
                  <a:tcPr/>
                </a:tc>
                <a:extLst>
                  <a:ext uri="{0D108BD9-81ED-4DB2-BD59-A6C34878D82A}">
                    <a16:rowId xmlns:a16="http://schemas.microsoft.com/office/drawing/2014/main" val="2518833858"/>
                  </a:ext>
                </a:extLst>
              </a:tr>
              <a:tr h="370840">
                <a:tc>
                  <a:txBody>
                    <a:bodyPr/>
                    <a:lstStyle/>
                    <a:p>
                      <a:r>
                        <a:rPr lang="en-US" sz="1200" dirty="0">
                          <a:solidFill>
                            <a:schemeClr val="tx1"/>
                          </a:solidFill>
                        </a:rPr>
                        <a:t>2 – Data Link</a:t>
                      </a:r>
                      <a:endParaRPr lang="en-PK" sz="1200" dirty="0">
                        <a:solidFill>
                          <a:schemeClr val="tx1"/>
                        </a:solidFill>
                      </a:endParaRPr>
                    </a:p>
                  </a:txBody>
                  <a:tcPr/>
                </a:tc>
                <a:tc>
                  <a:txBody>
                    <a:bodyPr/>
                    <a:lstStyle/>
                    <a:p>
                      <a:r>
                        <a:rPr lang="en-US" sz="1200" dirty="0">
                          <a:solidFill>
                            <a:schemeClr val="tx1"/>
                          </a:solidFill>
                        </a:rPr>
                        <a:t>Adds your MAC address and the next device's MAC address (like your router).</a:t>
                      </a:r>
                      <a:endParaRPr lang="en-PK" sz="1200" dirty="0">
                        <a:solidFill>
                          <a:schemeClr val="tx1"/>
                        </a:solidFill>
                      </a:endParaRPr>
                    </a:p>
                  </a:txBody>
                  <a:tcPr/>
                </a:tc>
                <a:extLst>
                  <a:ext uri="{0D108BD9-81ED-4DB2-BD59-A6C34878D82A}">
                    <a16:rowId xmlns:a16="http://schemas.microsoft.com/office/drawing/2014/main" val="1042085776"/>
                  </a:ext>
                </a:extLst>
              </a:tr>
              <a:tr h="370840">
                <a:tc>
                  <a:txBody>
                    <a:bodyPr/>
                    <a:lstStyle/>
                    <a:p>
                      <a:r>
                        <a:rPr lang="en-US" sz="1200" dirty="0">
                          <a:solidFill>
                            <a:schemeClr val="tx1"/>
                          </a:solidFill>
                        </a:rPr>
                        <a:t>1 – Physical</a:t>
                      </a:r>
                      <a:endParaRPr lang="en-PK" sz="1200" dirty="0">
                        <a:solidFill>
                          <a:schemeClr val="tx1"/>
                        </a:solidFill>
                      </a:endParaRPr>
                    </a:p>
                  </a:txBody>
                  <a:tcPr/>
                </a:tc>
                <a:tc>
                  <a:txBody>
                    <a:bodyPr/>
                    <a:lstStyle/>
                    <a:p>
                      <a:r>
                        <a:rPr lang="en-US" sz="1200" dirty="0">
                          <a:solidFill>
                            <a:schemeClr val="tx1"/>
                          </a:solidFill>
                        </a:rPr>
                        <a:t>Message becomes electrical/wireless signals and is sent over Wi-Fi or cable.</a:t>
                      </a:r>
                      <a:endParaRPr lang="en-PK" sz="1200" dirty="0">
                        <a:solidFill>
                          <a:schemeClr val="tx1"/>
                        </a:solidFill>
                      </a:endParaRPr>
                    </a:p>
                  </a:txBody>
                  <a:tcPr/>
                </a:tc>
                <a:extLst>
                  <a:ext uri="{0D108BD9-81ED-4DB2-BD59-A6C34878D82A}">
                    <a16:rowId xmlns:a16="http://schemas.microsoft.com/office/drawing/2014/main" val="1006079736"/>
                  </a:ext>
                </a:extLst>
              </a:tr>
            </a:tbl>
          </a:graphicData>
        </a:graphic>
      </p:graphicFrame>
    </p:spTree>
    <p:extLst>
      <p:ext uri="{BB962C8B-B14F-4D97-AF65-F5344CB8AC3E}">
        <p14:creationId xmlns:p14="http://schemas.microsoft.com/office/powerpoint/2010/main" val="407891553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57CB7-20F1-074B-C625-6D68995A155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3856C40-8959-4CAE-04CC-05DD0E1A8406}"/>
              </a:ext>
            </a:extLst>
          </p:cNvPr>
          <p:cNvSpPr>
            <a:spLocks noGrp="1"/>
          </p:cNvSpPr>
          <p:nvPr>
            <p:ph type="body" idx="1"/>
          </p:nvPr>
        </p:nvSpPr>
        <p:spPr>
          <a:xfrm>
            <a:off x="557866" y="452300"/>
            <a:ext cx="7079068" cy="3126000"/>
          </a:xfrm>
        </p:spPr>
        <p:txBody>
          <a:bodyPr/>
          <a:lstStyle/>
          <a:p>
            <a:pPr marL="139700" indent="0">
              <a:buNone/>
            </a:pPr>
            <a:r>
              <a:rPr lang="en-US" sz="1800" b="1" dirty="0">
                <a:highlight>
                  <a:srgbClr val="0000FF"/>
                </a:highlight>
              </a:rPr>
              <a:t>📥 Receiver's Side (Your Friend Receiving the Message)</a:t>
            </a:r>
            <a:endParaRPr lang="en-US" b="1" dirty="0"/>
          </a:p>
          <a:p>
            <a:pPr marL="139700" indent="0">
              <a:buNone/>
            </a:pPr>
            <a:endParaRPr lang="en-US" dirty="0"/>
          </a:p>
          <a:p>
            <a:endParaRPr lang="en-PK" dirty="0"/>
          </a:p>
        </p:txBody>
      </p:sp>
      <p:graphicFrame>
        <p:nvGraphicFramePr>
          <p:cNvPr id="9" name="Table 8">
            <a:extLst>
              <a:ext uri="{FF2B5EF4-FFF2-40B4-BE49-F238E27FC236}">
                <a16:creationId xmlns:a16="http://schemas.microsoft.com/office/drawing/2014/main" id="{8CF7CB89-C167-7A00-0388-4D9297DF9039}"/>
              </a:ext>
            </a:extLst>
          </p:cNvPr>
          <p:cNvGraphicFramePr>
            <a:graphicFrameLocks noGrp="1"/>
          </p:cNvGraphicFramePr>
          <p:nvPr>
            <p:extLst>
              <p:ext uri="{D42A27DB-BD31-4B8C-83A1-F6EECF244321}">
                <p14:modId xmlns:p14="http://schemas.microsoft.com/office/powerpoint/2010/main" val="996424787"/>
              </p:ext>
            </p:extLst>
          </p:nvPr>
        </p:nvGraphicFramePr>
        <p:xfrm>
          <a:off x="821266" y="1149350"/>
          <a:ext cx="7840134" cy="3053080"/>
        </p:xfrm>
        <a:graphic>
          <a:graphicData uri="http://schemas.openxmlformats.org/drawingml/2006/table">
            <a:tbl>
              <a:tblPr firstRow="1" bandRow="1">
                <a:tableStyleId>{17343FFC-C285-48B6-A5F1-531E15585DCF}</a:tableStyleId>
              </a:tblPr>
              <a:tblGrid>
                <a:gridCol w="2145149">
                  <a:extLst>
                    <a:ext uri="{9D8B030D-6E8A-4147-A177-3AD203B41FA5}">
                      <a16:colId xmlns:a16="http://schemas.microsoft.com/office/drawing/2014/main" val="425322019"/>
                    </a:ext>
                  </a:extLst>
                </a:gridCol>
                <a:gridCol w="5694985">
                  <a:extLst>
                    <a:ext uri="{9D8B030D-6E8A-4147-A177-3AD203B41FA5}">
                      <a16:colId xmlns:a16="http://schemas.microsoft.com/office/drawing/2014/main" val="4159692374"/>
                    </a:ext>
                  </a:extLst>
                </a:gridCol>
              </a:tblGrid>
              <a:tr h="370840">
                <a:tc>
                  <a:txBody>
                    <a:bodyPr/>
                    <a:lstStyle/>
                    <a:p>
                      <a:r>
                        <a:rPr lang="en-US" b="1" dirty="0">
                          <a:solidFill>
                            <a:schemeClr val="tx1"/>
                          </a:solidFill>
                          <a:highlight>
                            <a:srgbClr val="0000FF"/>
                          </a:highlight>
                        </a:rPr>
                        <a:t>OSI Layer</a:t>
                      </a:r>
                      <a:endParaRPr lang="en-PK" b="1" dirty="0">
                        <a:solidFill>
                          <a:schemeClr val="tx1"/>
                        </a:solidFill>
                        <a:highlight>
                          <a:srgbClr val="0000FF"/>
                        </a:highlight>
                      </a:endParaRPr>
                    </a:p>
                  </a:txBody>
                  <a:tcPr/>
                </a:tc>
                <a:tc>
                  <a:txBody>
                    <a:bodyPr/>
                    <a:lstStyle/>
                    <a:p>
                      <a:r>
                        <a:rPr lang="en-US" b="1" dirty="0">
                          <a:solidFill>
                            <a:schemeClr val="tx1"/>
                          </a:solidFill>
                          <a:highlight>
                            <a:srgbClr val="0000FF"/>
                          </a:highlight>
                        </a:rPr>
                        <a:t>What happens</a:t>
                      </a:r>
                      <a:endParaRPr lang="en-PK" b="1" dirty="0">
                        <a:solidFill>
                          <a:schemeClr val="tx1"/>
                        </a:solidFill>
                        <a:highlight>
                          <a:srgbClr val="0000FF"/>
                        </a:highlight>
                      </a:endParaRPr>
                    </a:p>
                  </a:txBody>
                  <a:tcPr/>
                </a:tc>
                <a:extLst>
                  <a:ext uri="{0D108BD9-81ED-4DB2-BD59-A6C34878D82A}">
                    <a16:rowId xmlns:a16="http://schemas.microsoft.com/office/drawing/2014/main" val="1479454389"/>
                  </a:ext>
                </a:extLst>
              </a:tr>
              <a:tr h="370840">
                <a:tc>
                  <a:txBody>
                    <a:bodyPr/>
                    <a:lstStyle/>
                    <a:p>
                      <a:r>
                        <a:rPr lang="en-US" sz="1200" dirty="0">
                          <a:solidFill>
                            <a:schemeClr val="tx1"/>
                          </a:solidFill>
                        </a:rPr>
                        <a:t>1 – Physical	</a:t>
                      </a:r>
                      <a:endParaRPr lang="en-PK" sz="1200" dirty="0">
                        <a:solidFill>
                          <a:schemeClr val="tx1"/>
                        </a:solidFill>
                      </a:endParaRPr>
                    </a:p>
                  </a:txBody>
                  <a:tcPr/>
                </a:tc>
                <a:tc>
                  <a:txBody>
                    <a:bodyPr/>
                    <a:lstStyle/>
                    <a:p>
                      <a:r>
                        <a:rPr lang="en-US" sz="1200" dirty="0">
                          <a:solidFill>
                            <a:schemeClr val="tx1"/>
                          </a:solidFill>
                        </a:rPr>
                        <a:t>Friend’s device receives the electrical or wireless signals.</a:t>
                      </a:r>
                      <a:endParaRPr lang="en-PK" sz="1200" dirty="0">
                        <a:solidFill>
                          <a:schemeClr val="tx1"/>
                        </a:solidFill>
                      </a:endParaRPr>
                    </a:p>
                  </a:txBody>
                  <a:tcPr/>
                </a:tc>
                <a:extLst>
                  <a:ext uri="{0D108BD9-81ED-4DB2-BD59-A6C34878D82A}">
                    <a16:rowId xmlns:a16="http://schemas.microsoft.com/office/drawing/2014/main" val="1053567981"/>
                  </a:ext>
                </a:extLst>
              </a:tr>
              <a:tr h="370840">
                <a:tc>
                  <a:txBody>
                    <a:bodyPr/>
                    <a:lstStyle/>
                    <a:p>
                      <a:r>
                        <a:rPr lang="en-US" sz="1200" dirty="0">
                          <a:solidFill>
                            <a:schemeClr val="tx1"/>
                          </a:solidFill>
                        </a:rPr>
                        <a:t>2 – Data Link	</a:t>
                      </a:r>
                      <a:endParaRPr lang="en-PK" sz="1200" dirty="0">
                        <a:solidFill>
                          <a:schemeClr val="tx1"/>
                        </a:solidFill>
                      </a:endParaRPr>
                    </a:p>
                  </a:txBody>
                  <a:tcPr/>
                </a:tc>
                <a:tc>
                  <a:txBody>
                    <a:bodyPr/>
                    <a:lstStyle/>
                    <a:p>
                      <a:r>
                        <a:rPr lang="en-US" sz="1200" dirty="0">
                          <a:solidFill>
                            <a:schemeClr val="tx1"/>
                          </a:solidFill>
                        </a:rPr>
                        <a:t>MAC address is checked to confirm the data is for their device.</a:t>
                      </a:r>
                      <a:endParaRPr lang="en-PK" sz="1200" dirty="0">
                        <a:solidFill>
                          <a:schemeClr val="tx1"/>
                        </a:solidFill>
                      </a:endParaRPr>
                    </a:p>
                  </a:txBody>
                  <a:tcPr/>
                </a:tc>
                <a:extLst>
                  <a:ext uri="{0D108BD9-81ED-4DB2-BD59-A6C34878D82A}">
                    <a16:rowId xmlns:a16="http://schemas.microsoft.com/office/drawing/2014/main" val="1369503910"/>
                  </a:ext>
                </a:extLst>
              </a:tr>
              <a:tr h="370840">
                <a:tc>
                  <a:txBody>
                    <a:bodyPr/>
                    <a:lstStyle/>
                    <a:p>
                      <a:r>
                        <a:rPr lang="en-US" sz="1200" dirty="0">
                          <a:solidFill>
                            <a:schemeClr val="tx1"/>
                          </a:solidFill>
                        </a:rPr>
                        <a:t>3 – Network	</a:t>
                      </a:r>
                      <a:endParaRPr lang="en-PK" sz="1200" dirty="0">
                        <a:solidFill>
                          <a:schemeClr val="tx1"/>
                        </a:solidFill>
                      </a:endParaRPr>
                    </a:p>
                  </a:txBody>
                  <a:tcPr/>
                </a:tc>
                <a:tc>
                  <a:txBody>
                    <a:bodyPr/>
                    <a:lstStyle/>
                    <a:p>
                      <a:r>
                        <a:rPr lang="en-US" sz="1200" dirty="0">
                          <a:solidFill>
                            <a:schemeClr val="tx1"/>
                          </a:solidFill>
                        </a:rPr>
                        <a:t>IP address is checked to confirm it's meant for their phone.</a:t>
                      </a:r>
                      <a:endParaRPr lang="en-PK" sz="1200" dirty="0">
                        <a:solidFill>
                          <a:schemeClr val="tx1"/>
                        </a:solidFill>
                      </a:endParaRPr>
                    </a:p>
                  </a:txBody>
                  <a:tcPr/>
                </a:tc>
                <a:extLst>
                  <a:ext uri="{0D108BD9-81ED-4DB2-BD59-A6C34878D82A}">
                    <a16:rowId xmlns:a16="http://schemas.microsoft.com/office/drawing/2014/main" val="3577462136"/>
                  </a:ext>
                </a:extLst>
              </a:tr>
              <a:tr h="370840">
                <a:tc>
                  <a:txBody>
                    <a:bodyPr/>
                    <a:lstStyle/>
                    <a:p>
                      <a:r>
                        <a:rPr lang="en-US" sz="1200" dirty="0">
                          <a:solidFill>
                            <a:schemeClr val="tx1"/>
                          </a:solidFill>
                        </a:rPr>
                        <a:t>4 – Transport</a:t>
                      </a:r>
                      <a:endParaRPr lang="en-PK" sz="1200" dirty="0">
                        <a:solidFill>
                          <a:schemeClr val="tx1"/>
                        </a:solidFill>
                      </a:endParaRPr>
                    </a:p>
                  </a:txBody>
                  <a:tcPr/>
                </a:tc>
                <a:tc>
                  <a:txBody>
                    <a:bodyPr/>
                    <a:lstStyle/>
                    <a:p>
                      <a:r>
                        <a:rPr lang="en-US" sz="1200" dirty="0">
                          <a:solidFill>
                            <a:schemeClr val="tx1"/>
                          </a:solidFill>
                        </a:rPr>
                        <a:t>Segments are reassembled into the full message. If anything is missing, it asks for a resend (TCP).</a:t>
                      </a:r>
                      <a:endParaRPr lang="en-PK" sz="1200" dirty="0">
                        <a:solidFill>
                          <a:schemeClr val="tx1"/>
                        </a:solidFill>
                      </a:endParaRPr>
                    </a:p>
                  </a:txBody>
                  <a:tcPr/>
                </a:tc>
                <a:extLst>
                  <a:ext uri="{0D108BD9-81ED-4DB2-BD59-A6C34878D82A}">
                    <a16:rowId xmlns:a16="http://schemas.microsoft.com/office/drawing/2014/main" val="4134244790"/>
                  </a:ext>
                </a:extLst>
              </a:tr>
              <a:tr h="370840">
                <a:tc>
                  <a:txBody>
                    <a:bodyPr/>
                    <a:lstStyle/>
                    <a:p>
                      <a:r>
                        <a:rPr lang="en-US" sz="1200" dirty="0">
                          <a:solidFill>
                            <a:schemeClr val="tx1"/>
                          </a:solidFill>
                        </a:rPr>
                        <a:t>5 – Session	</a:t>
                      </a:r>
                      <a:endParaRPr lang="en-PK" sz="1200" dirty="0">
                        <a:solidFill>
                          <a:schemeClr val="tx1"/>
                        </a:solidFill>
                      </a:endParaRPr>
                    </a:p>
                  </a:txBody>
                  <a:tcPr/>
                </a:tc>
                <a:tc>
                  <a:txBody>
                    <a:bodyPr/>
                    <a:lstStyle/>
                    <a:p>
                      <a:r>
                        <a:rPr lang="en-US" sz="1200" dirty="0">
                          <a:solidFill>
                            <a:schemeClr val="tx1"/>
                          </a:solidFill>
                        </a:rPr>
                        <a:t>It confirms the chat session is still active.</a:t>
                      </a:r>
                      <a:endParaRPr lang="en-PK" sz="1200" dirty="0">
                        <a:solidFill>
                          <a:schemeClr val="tx1"/>
                        </a:solidFill>
                      </a:endParaRPr>
                    </a:p>
                  </a:txBody>
                  <a:tcPr/>
                </a:tc>
                <a:extLst>
                  <a:ext uri="{0D108BD9-81ED-4DB2-BD59-A6C34878D82A}">
                    <a16:rowId xmlns:a16="http://schemas.microsoft.com/office/drawing/2014/main" val="2518833858"/>
                  </a:ext>
                </a:extLst>
              </a:tr>
              <a:tr h="370840">
                <a:tc>
                  <a:txBody>
                    <a:bodyPr/>
                    <a:lstStyle/>
                    <a:p>
                      <a:r>
                        <a:rPr lang="en-US" sz="1200" dirty="0">
                          <a:solidFill>
                            <a:schemeClr val="tx1"/>
                          </a:solidFill>
                        </a:rPr>
                        <a:t>6 – Presentation	</a:t>
                      </a:r>
                      <a:endParaRPr lang="en-PK" sz="1200" dirty="0">
                        <a:solidFill>
                          <a:schemeClr val="tx1"/>
                        </a:solidFill>
                      </a:endParaRPr>
                    </a:p>
                  </a:txBody>
                  <a:tcPr/>
                </a:tc>
                <a:tc>
                  <a:txBody>
                    <a:bodyPr/>
                    <a:lstStyle/>
                    <a:p>
                      <a:r>
                        <a:rPr lang="en-US" sz="1200" dirty="0">
                          <a:solidFill>
                            <a:schemeClr val="tx1"/>
                          </a:solidFill>
                        </a:rPr>
                        <a:t>The encrypted message is decrypted back into readable text.</a:t>
                      </a:r>
                      <a:endParaRPr lang="en-PK" sz="1200" dirty="0">
                        <a:solidFill>
                          <a:schemeClr val="tx1"/>
                        </a:solidFill>
                      </a:endParaRPr>
                    </a:p>
                  </a:txBody>
                  <a:tcPr/>
                </a:tc>
                <a:extLst>
                  <a:ext uri="{0D108BD9-81ED-4DB2-BD59-A6C34878D82A}">
                    <a16:rowId xmlns:a16="http://schemas.microsoft.com/office/drawing/2014/main" val="1042085776"/>
                  </a:ext>
                </a:extLst>
              </a:tr>
              <a:tr h="370840">
                <a:tc>
                  <a:txBody>
                    <a:bodyPr/>
                    <a:lstStyle/>
                    <a:p>
                      <a:r>
                        <a:rPr lang="en-US" sz="1200" dirty="0">
                          <a:solidFill>
                            <a:schemeClr val="tx1"/>
                          </a:solidFill>
                        </a:rPr>
                        <a:t>7 – Application	</a:t>
                      </a:r>
                      <a:endParaRPr lang="en-PK" sz="1200" dirty="0">
                        <a:solidFill>
                          <a:schemeClr val="tx1"/>
                        </a:solidFill>
                      </a:endParaRPr>
                    </a:p>
                  </a:txBody>
                  <a:tcPr/>
                </a:tc>
                <a:tc>
                  <a:txBody>
                    <a:bodyPr/>
                    <a:lstStyle/>
                    <a:p>
                      <a:r>
                        <a:rPr lang="en-US" sz="1200" dirty="0">
                          <a:solidFill>
                            <a:schemeClr val="tx1"/>
                          </a:solidFill>
                        </a:rPr>
                        <a:t>WhatsApp shows your message “Hi” on their screen. ✅</a:t>
                      </a:r>
                      <a:endParaRPr lang="en-PK" sz="1200" dirty="0">
                        <a:solidFill>
                          <a:schemeClr val="tx1"/>
                        </a:solidFill>
                      </a:endParaRPr>
                    </a:p>
                  </a:txBody>
                  <a:tcPr/>
                </a:tc>
                <a:extLst>
                  <a:ext uri="{0D108BD9-81ED-4DB2-BD59-A6C34878D82A}">
                    <a16:rowId xmlns:a16="http://schemas.microsoft.com/office/drawing/2014/main" val="1006079736"/>
                  </a:ext>
                </a:extLst>
              </a:tr>
            </a:tbl>
          </a:graphicData>
        </a:graphic>
      </p:graphicFrame>
    </p:spTree>
    <p:extLst>
      <p:ext uri="{BB962C8B-B14F-4D97-AF65-F5344CB8AC3E}">
        <p14:creationId xmlns:p14="http://schemas.microsoft.com/office/powerpoint/2010/main" val="328848270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623E5-FCDF-366B-04B0-1C166FDB18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C33CB4-BE14-2F31-9D82-8B29881DB38D}"/>
              </a:ext>
            </a:extLst>
          </p:cNvPr>
          <p:cNvSpPr>
            <a:spLocks noGrp="1"/>
          </p:cNvSpPr>
          <p:nvPr>
            <p:ph type="title"/>
          </p:nvPr>
        </p:nvSpPr>
        <p:spPr>
          <a:xfrm>
            <a:off x="720000" y="412599"/>
            <a:ext cx="7704000" cy="572700"/>
          </a:xfrm>
        </p:spPr>
        <p:txBody>
          <a:bodyPr/>
          <a:lstStyle/>
          <a:p>
            <a:r>
              <a:rPr lang="en-US" dirty="0"/>
              <a:t>TCP/IP Model</a:t>
            </a:r>
            <a:endParaRPr lang="en-PK" dirty="0"/>
          </a:p>
        </p:txBody>
      </p:sp>
      <p:sp>
        <p:nvSpPr>
          <p:cNvPr id="3" name="Text Placeholder 2">
            <a:extLst>
              <a:ext uri="{FF2B5EF4-FFF2-40B4-BE49-F238E27FC236}">
                <a16:creationId xmlns:a16="http://schemas.microsoft.com/office/drawing/2014/main" id="{31435A2C-F37E-005F-4B23-3C25CDA6B175}"/>
              </a:ext>
            </a:extLst>
          </p:cNvPr>
          <p:cNvSpPr>
            <a:spLocks noGrp="1"/>
          </p:cNvSpPr>
          <p:nvPr>
            <p:ph type="body" idx="1"/>
          </p:nvPr>
        </p:nvSpPr>
        <p:spPr>
          <a:xfrm>
            <a:off x="490132" y="1112700"/>
            <a:ext cx="4403601" cy="3126000"/>
          </a:xfrm>
        </p:spPr>
        <p:txBody>
          <a:bodyPr/>
          <a:lstStyle/>
          <a:p>
            <a:pPr marL="139700" indent="0">
              <a:buNone/>
            </a:pPr>
            <a:r>
              <a:rPr lang="en-US" sz="1400" b="1" dirty="0"/>
              <a:t>What is TCP/IP Model</a:t>
            </a:r>
          </a:p>
          <a:p>
            <a:pPr marL="139700" indent="0">
              <a:buNone/>
            </a:pPr>
            <a:endParaRPr lang="en-US" sz="1200" b="1" dirty="0"/>
          </a:p>
          <a:p>
            <a:pPr marL="139700" indent="0">
              <a:buNone/>
            </a:pPr>
            <a:r>
              <a:rPr lang="en-US" sz="1200" b="1" dirty="0"/>
              <a:t>Stands for :  (Transmission Control Protocol / Internet Protocol)</a:t>
            </a:r>
          </a:p>
          <a:p>
            <a:pPr marL="139700" indent="0">
              <a:buNone/>
            </a:pPr>
            <a:endParaRPr lang="en-US" sz="1200" b="1" dirty="0"/>
          </a:p>
          <a:p>
            <a:pPr>
              <a:buFont typeface="Wingdings" panose="05000000000000000000" pitchFamily="2" charset="2"/>
              <a:buChar char="ü"/>
            </a:pPr>
            <a:r>
              <a:rPr lang="en-US" dirty="0"/>
              <a:t>The TCP/IP model is the foundation of the Internet.</a:t>
            </a:r>
          </a:p>
          <a:p>
            <a:pPr>
              <a:buFont typeface="Wingdings" panose="05000000000000000000" pitchFamily="2" charset="2"/>
              <a:buChar char="ü"/>
            </a:pPr>
            <a:endParaRPr lang="en-US" dirty="0"/>
          </a:p>
          <a:p>
            <a:pPr>
              <a:buFont typeface="Wingdings" panose="05000000000000000000" pitchFamily="2" charset="2"/>
              <a:buChar char="ü"/>
            </a:pPr>
            <a:r>
              <a:rPr lang="en-US" dirty="0"/>
              <a:t>It explains how data is sent and received across networks.</a:t>
            </a:r>
          </a:p>
          <a:p>
            <a:pPr>
              <a:buFont typeface="Wingdings" panose="05000000000000000000" pitchFamily="2" charset="2"/>
              <a:buChar char="ü"/>
            </a:pPr>
            <a:endParaRPr lang="en-US" dirty="0"/>
          </a:p>
          <a:p>
            <a:pPr>
              <a:buFont typeface="Wingdings" panose="05000000000000000000" pitchFamily="2" charset="2"/>
              <a:buChar char="ü"/>
            </a:pPr>
            <a:r>
              <a:rPr lang="en-US" dirty="0"/>
              <a:t>Developed in the 1970s by the U.S. Department of Defense.</a:t>
            </a:r>
          </a:p>
          <a:p>
            <a:pPr>
              <a:buFont typeface="Wingdings" panose="05000000000000000000" pitchFamily="2" charset="2"/>
              <a:buChar char="ü"/>
            </a:pPr>
            <a:endParaRPr lang="en-US" dirty="0"/>
          </a:p>
          <a:p>
            <a:pPr>
              <a:buFont typeface="Wingdings" panose="05000000000000000000" pitchFamily="2" charset="2"/>
              <a:buChar char="ü"/>
            </a:pPr>
            <a:r>
              <a:rPr lang="en-US" dirty="0"/>
              <a:t>Consists of 4 layers.</a:t>
            </a:r>
          </a:p>
          <a:p>
            <a:endParaRPr lang="en-US" dirty="0"/>
          </a:p>
          <a:p>
            <a:pPr marL="139700" indent="0">
              <a:buNone/>
            </a:pPr>
            <a:r>
              <a:rPr lang="en-US" b="1" dirty="0"/>
              <a:t>Purpose:</a:t>
            </a:r>
            <a:r>
              <a:rPr lang="en-US" dirty="0"/>
              <a:t> The purpose of the TCP/IP model is to allow computers to communicate over a network. </a:t>
            </a:r>
            <a:endParaRPr lang="en-PK" dirty="0"/>
          </a:p>
          <a:p>
            <a:endParaRPr lang="en-PK" dirty="0"/>
          </a:p>
        </p:txBody>
      </p:sp>
      <p:sp>
        <p:nvSpPr>
          <p:cNvPr id="4" name="Text Placeholder 3">
            <a:extLst>
              <a:ext uri="{FF2B5EF4-FFF2-40B4-BE49-F238E27FC236}">
                <a16:creationId xmlns:a16="http://schemas.microsoft.com/office/drawing/2014/main" id="{96E1C60D-1ABB-5EE6-ABB0-1E68D53984F6}"/>
              </a:ext>
            </a:extLst>
          </p:cNvPr>
          <p:cNvSpPr>
            <a:spLocks noGrp="1"/>
          </p:cNvSpPr>
          <p:nvPr>
            <p:ph type="body" idx="2"/>
          </p:nvPr>
        </p:nvSpPr>
        <p:spPr>
          <a:xfrm>
            <a:off x="4894667" y="1214301"/>
            <a:ext cx="3759201" cy="3126000"/>
          </a:xfrm>
        </p:spPr>
        <p:txBody>
          <a:bodyPr/>
          <a:lstStyle/>
          <a:p>
            <a:pPr marL="139700" indent="0">
              <a:buNone/>
            </a:pPr>
            <a:r>
              <a:rPr lang="en-US" b="1" dirty="0"/>
              <a:t>Layers of TCP/IP Model</a:t>
            </a:r>
          </a:p>
          <a:p>
            <a:pPr marL="139700" indent="0">
              <a:buNone/>
            </a:pPr>
            <a:endParaRPr lang="en-US" dirty="0"/>
          </a:p>
          <a:p>
            <a:r>
              <a:rPr lang="en-US" dirty="0"/>
              <a:t>Application Layer = Services for users.</a:t>
            </a:r>
          </a:p>
          <a:p>
            <a:endParaRPr lang="en-US" dirty="0"/>
          </a:p>
          <a:p>
            <a:r>
              <a:rPr lang="en-US" dirty="0"/>
              <a:t>Transport Layer = Reliable delivery.</a:t>
            </a:r>
          </a:p>
          <a:p>
            <a:endParaRPr lang="en-US" dirty="0"/>
          </a:p>
          <a:p>
            <a:r>
              <a:rPr lang="en-US" dirty="0"/>
              <a:t>Internet Layer = Addressing &amp; routing.</a:t>
            </a:r>
          </a:p>
          <a:p>
            <a:endParaRPr lang="en-US" dirty="0"/>
          </a:p>
          <a:p>
            <a:r>
              <a:rPr lang="en-US" dirty="0"/>
              <a:t>Network Access Layer= Physical transmission.</a:t>
            </a:r>
            <a:endParaRPr lang="en-PK" dirty="0"/>
          </a:p>
        </p:txBody>
      </p:sp>
    </p:spTree>
    <p:extLst>
      <p:ext uri="{BB962C8B-B14F-4D97-AF65-F5344CB8AC3E}">
        <p14:creationId xmlns:p14="http://schemas.microsoft.com/office/powerpoint/2010/main" val="14010344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6FBF5-4CD7-4DC0-E06E-F82A5D94E4DA}"/>
              </a:ext>
            </a:extLst>
          </p:cNvPr>
          <p:cNvSpPr>
            <a:spLocks noGrp="1"/>
          </p:cNvSpPr>
          <p:nvPr>
            <p:ph type="title"/>
          </p:nvPr>
        </p:nvSpPr>
        <p:spPr/>
        <p:txBody>
          <a:bodyPr/>
          <a:lstStyle/>
          <a:p>
            <a:r>
              <a:rPr lang="en-US" dirty="0"/>
              <a:t>Layers of TCP/IP Model</a:t>
            </a:r>
            <a:endParaRPr lang="en-PK" dirty="0"/>
          </a:p>
        </p:txBody>
      </p:sp>
      <p:sp>
        <p:nvSpPr>
          <p:cNvPr id="3" name="Text Placeholder 2">
            <a:extLst>
              <a:ext uri="{FF2B5EF4-FFF2-40B4-BE49-F238E27FC236}">
                <a16:creationId xmlns:a16="http://schemas.microsoft.com/office/drawing/2014/main" id="{67A9AEA0-B492-374A-9706-142A8F89E7A3}"/>
              </a:ext>
            </a:extLst>
          </p:cNvPr>
          <p:cNvSpPr>
            <a:spLocks noGrp="1"/>
          </p:cNvSpPr>
          <p:nvPr>
            <p:ph type="body" idx="1"/>
          </p:nvPr>
        </p:nvSpPr>
        <p:spPr>
          <a:xfrm>
            <a:off x="456267" y="1429533"/>
            <a:ext cx="3574800" cy="3126000"/>
          </a:xfrm>
        </p:spPr>
        <p:txBody>
          <a:bodyPr/>
          <a:lstStyle/>
          <a:p>
            <a:pPr marL="139700" indent="0">
              <a:buNone/>
            </a:pPr>
            <a:r>
              <a:rPr lang="en-US" sz="1400" dirty="0">
                <a:highlight>
                  <a:srgbClr val="0000FF"/>
                </a:highlight>
              </a:rPr>
              <a:t>1. Application Layer:</a:t>
            </a:r>
          </a:p>
          <a:p>
            <a:pPr marL="139700" indent="0">
              <a:buNone/>
            </a:pPr>
            <a:endParaRPr lang="en-US" dirty="0"/>
          </a:p>
          <a:p>
            <a:pPr marL="139700" indent="0">
              <a:buNone/>
            </a:pPr>
            <a:r>
              <a:rPr lang="en-US" dirty="0"/>
              <a:t>Provides network services to users and applications.</a:t>
            </a:r>
          </a:p>
          <a:p>
            <a:pPr marL="139700" indent="0">
              <a:buNone/>
            </a:pPr>
            <a:endParaRPr lang="en-US" dirty="0"/>
          </a:p>
          <a:p>
            <a:pPr marL="139700" indent="0">
              <a:buNone/>
            </a:pPr>
            <a:endParaRPr lang="en-US" dirty="0"/>
          </a:p>
          <a:p>
            <a:pPr marL="139700" indent="0">
              <a:buNone/>
            </a:pPr>
            <a:r>
              <a:rPr lang="en-US" dirty="0"/>
              <a:t>Examples of protocols:</a:t>
            </a:r>
          </a:p>
          <a:p>
            <a:pPr>
              <a:buFont typeface="Wingdings" panose="05000000000000000000" pitchFamily="2" charset="2"/>
              <a:buChar char="ü"/>
            </a:pPr>
            <a:r>
              <a:rPr lang="en-US" dirty="0"/>
              <a:t>HTTP (web browsing)</a:t>
            </a:r>
          </a:p>
          <a:p>
            <a:pPr>
              <a:buFont typeface="Wingdings" panose="05000000000000000000" pitchFamily="2" charset="2"/>
              <a:buChar char="ü"/>
            </a:pPr>
            <a:r>
              <a:rPr lang="en-US" dirty="0"/>
              <a:t>FTP (file transfer)</a:t>
            </a:r>
          </a:p>
          <a:p>
            <a:pPr>
              <a:buFont typeface="Wingdings" panose="05000000000000000000" pitchFamily="2" charset="2"/>
              <a:buChar char="ü"/>
            </a:pPr>
            <a:r>
              <a:rPr lang="en-US" dirty="0"/>
              <a:t>SMTP (email)</a:t>
            </a:r>
          </a:p>
          <a:p>
            <a:pPr>
              <a:buFont typeface="Wingdings" panose="05000000000000000000" pitchFamily="2" charset="2"/>
              <a:buChar char="ü"/>
            </a:pPr>
            <a:r>
              <a:rPr lang="en-US" dirty="0"/>
              <a:t>DNS (domain name system)</a:t>
            </a:r>
          </a:p>
          <a:p>
            <a:pPr>
              <a:buFont typeface="Wingdings" panose="05000000000000000000" pitchFamily="2" charset="2"/>
              <a:buChar char="ü"/>
            </a:pPr>
            <a:endParaRPr lang="en-US" dirty="0"/>
          </a:p>
          <a:p>
            <a:pPr>
              <a:buFont typeface="Wingdings" panose="05000000000000000000" pitchFamily="2" charset="2"/>
              <a:buChar char="ü"/>
            </a:pPr>
            <a:endParaRPr lang="en-US" dirty="0"/>
          </a:p>
          <a:p>
            <a:pPr marL="139700" indent="0">
              <a:buNone/>
            </a:pPr>
            <a:r>
              <a:rPr lang="en-US" dirty="0"/>
              <a:t>Think of it as: The interface between the user and the network.</a:t>
            </a:r>
            <a:endParaRPr lang="en-PK" dirty="0"/>
          </a:p>
        </p:txBody>
      </p:sp>
      <p:sp>
        <p:nvSpPr>
          <p:cNvPr id="4" name="Text Placeholder 3">
            <a:extLst>
              <a:ext uri="{FF2B5EF4-FFF2-40B4-BE49-F238E27FC236}">
                <a16:creationId xmlns:a16="http://schemas.microsoft.com/office/drawing/2014/main" id="{D6C7FA8F-A3DD-B4E5-162F-451C53EB8B27}"/>
              </a:ext>
            </a:extLst>
          </p:cNvPr>
          <p:cNvSpPr>
            <a:spLocks noGrp="1"/>
          </p:cNvSpPr>
          <p:nvPr>
            <p:ph type="body" idx="2"/>
          </p:nvPr>
        </p:nvSpPr>
        <p:spPr/>
        <p:txBody>
          <a:bodyPr/>
          <a:lstStyle/>
          <a:p>
            <a:pPr marL="139700" indent="0">
              <a:buNone/>
            </a:pPr>
            <a:r>
              <a:rPr lang="en-US" sz="1400" dirty="0">
                <a:highlight>
                  <a:srgbClr val="0000FF"/>
                </a:highlight>
              </a:rPr>
              <a:t>2. Transport Layer:</a:t>
            </a:r>
          </a:p>
          <a:p>
            <a:pPr marL="139700" indent="0">
              <a:buNone/>
            </a:pPr>
            <a:endParaRPr lang="en-US" dirty="0"/>
          </a:p>
          <a:p>
            <a:pPr marL="139700" indent="0">
              <a:buNone/>
            </a:pPr>
            <a:r>
              <a:rPr lang="en-US" dirty="0"/>
              <a:t>Ensures reliable delivery of data.</a:t>
            </a:r>
          </a:p>
          <a:p>
            <a:pPr marL="139700" indent="0">
              <a:buNone/>
            </a:pPr>
            <a:endParaRPr lang="en-US" dirty="0"/>
          </a:p>
          <a:p>
            <a:pPr marL="139700" indent="0">
              <a:buNone/>
            </a:pPr>
            <a:endParaRPr lang="en-US" dirty="0"/>
          </a:p>
          <a:p>
            <a:pPr marL="139700" indent="0">
              <a:buNone/>
            </a:pPr>
            <a:endParaRPr lang="en-US" dirty="0"/>
          </a:p>
          <a:p>
            <a:pPr marL="139700" indent="0">
              <a:buNone/>
            </a:pPr>
            <a:r>
              <a:rPr lang="en-US" dirty="0"/>
              <a:t>Main protocols:</a:t>
            </a:r>
          </a:p>
          <a:p>
            <a:pPr marL="139700" indent="0">
              <a:buNone/>
            </a:pPr>
            <a:endParaRPr lang="en-US" dirty="0"/>
          </a:p>
          <a:p>
            <a:pPr marL="139700" indent="0">
              <a:buNone/>
            </a:pPr>
            <a:r>
              <a:rPr lang="en-US" dirty="0"/>
              <a:t>TCP (Transmission Control Protocol): Reliable, connection-oriented (e.g., web, email).</a:t>
            </a:r>
          </a:p>
          <a:p>
            <a:pPr marL="139700" indent="0">
              <a:buNone/>
            </a:pPr>
            <a:endParaRPr lang="en-US" dirty="0"/>
          </a:p>
          <a:p>
            <a:pPr marL="139700" indent="0">
              <a:buNone/>
            </a:pPr>
            <a:endParaRPr lang="en-US" dirty="0"/>
          </a:p>
          <a:p>
            <a:pPr marL="139700" indent="0">
              <a:buNone/>
            </a:pPr>
            <a:r>
              <a:rPr lang="en-US" dirty="0"/>
              <a:t>UDP (User Datagram Protocol): Faster, connectionless (e.g., video streaming, gaming).</a:t>
            </a:r>
            <a:endParaRPr lang="en-PK" dirty="0"/>
          </a:p>
        </p:txBody>
      </p:sp>
    </p:spTree>
    <p:extLst>
      <p:ext uri="{BB962C8B-B14F-4D97-AF65-F5344CB8AC3E}">
        <p14:creationId xmlns:p14="http://schemas.microsoft.com/office/powerpoint/2010/main" val="76174625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27A96-70D4-A0D7-DAFC-431571A95F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70835D-C9A4-D550-ADC0-01B63AA61084}"/>
              </a:ext>
            </a:extLst>
          </p:cNvPr>
          <p:cNvSpPr>
            <a:spLocks noGrp="1"/>
          </p:cNvSpPr>
          <p:nvPr>
            <p:ph type="title"/>
          </p:nvPr>
        </p:nvSpPr>
        <p:spPr/>
        <p:txBody>
          <a:bodyPr/>
          <a:lstStyle/>
          <a:p>
            <a:r>
              <a:rPr lang="en-US" dirty="0"/>
              <a:t>Layers of TCP/IP Model</a:t>
            </a:r>
            <a:endParaRPr lang="en-PK" dirty="0"/>
          </a:p>
        </p:txBody>
      </p:sp>
      <p:sp>
        <p:nvSpPr>
          <p:cNvPr id="3" name="Text Placeholder 2">
            <a:extLst>
              <a:ext uri="{FF2B5EF4-FFF2-40B4-BE49-F238E27FC236}">
                <a16:creationId xmlns:a16="http://schemas.microsoft.com/office/drawing/2014/main" id="{67DF8BE6-B798-D42F-2416-74E98CB3BD0B}"/>
              </a:ext>
            </a:extLst>
          </p:cNvPr>
          <p:cNvSpPr>
            <a:spLocks noGrp="1"/>
          </p:cNvSpPr>
          <p:nvPr>
            <p:ph type="body" idx="1"/>
          </p:nvPr>
        </p:nvSpPr>
        <p:spPr>
          <a:xfrm>
            <a:off x="456267" y="1429533"/>
            <a:ext cx="3574800" cy="3126000"/>
          </a:xfrm>
        </p:spPr>
        <p:txBody>
          <a:bodyPr/>
          <a:lstStyle/>
          <a:p>
            <a:pPr marL="139700" indent="0">
              <a:buNone/>
            </a:pPr>
            <a:r>
              <a:rPr lang="en-US" sz="1400" dirty="0">
                <a:highlight>
                  <a:srgbClr val="0000FF"/>
                </a:highlight>
              </a:rPr>
              <a:t>3. Internet Layer:</a:t>
            </a:r>
          </a:p>
          <a:p>
            <a:pPr marL="139700" indent="0">
              <a:buNone/>
            </a:pPr>
            <a:endParaRPr lang="en-US" dirty="0"/>
          </a:p>
          <a:p>
            <a:pPr marL="139700" indent="0">
              <a:buNone/>
            </a:pPr>
            <a:r>
              <a:rPr lang="en-US" dirty="0"/>
              <a:t>Moves data packets across networks.</a:t>
            </a:r>
          </a:p>
          <a:p>
            <a:pPr marL="139700" indent="0">
              <a:buNone/>
            </a:pPr>
            <a:endParaRPr lang="en-US" dirty="0"/>
          </a:p>
          <a:p>
            <a:pPr marL="139700" indent="0">
              <a:buNone/>
            </a:pPr>
            <a:r>
              <a:rPr lang="en-US" dirty="0"/>
              <a:t>Key protocols:</a:t>
            </a:r>
          </a:p>
          <a:p>
            <a:pPr>
              <a:buFont typeface="Wingdings" panose="05000000000000000000" pitchFamily="2" charset="2"/>
              <a:buChar char="ü"/>
            </a:pPr>
            <a:r>
              <a:rPr lang="en-US" dirty="0"/>
              <a:t>IP (Internet Protocol).</a:t>
            </a:r>
          </a:p>
          <a:p>
            <a:pPr marL="139700" indent="0">
              <a:buNone/>
            </a:pPr>
            <a:endParaRPr lang="en-US" dirty="0"/>
          </a:p>
          <a:p>
            <a:pPr marL="139700" indent="0">
              <a:buNone/>
            </a:pPr>
            <a:endParaRPr lang="en-US" dirty="0"/>
          </a:p>
          <a:p>
            <a:pPr marL="139700" indent="0">
              <a:buNone/>
            </a:pPr>
            <a:r>
              <a:rPr lang="en-US" dirty="0"/>
              <a:t>Functions:</a:t>
            </a:r>
          </a:p>
          <a:p>
            <a:pPr>
              <a:buFont typeface="Wingdings" panose="05000000000000000000" pitchFamily="2" charset="2"/>
              <a:buChar char="ü"/>
            </a:pPr>
            <a:r>
              <a:rPr lang="en-US" dirty="0"/>
              <a:t>Addressing (IP addresses)</a:t>
            </a:r>
          </a:p>
          <a:p>
            <a:pPr>
              <a:buFont typeface="Wingdings" panose="05000000000000000000" pitchFamily="2" charset="2"/>
              <a:buChar char="ü"/>
            </a:pPr>
            <a:r>
              <a:rPr lang="en-US" dirty="0"/>
              <a:t>Routing (choosing best path)</a:t>
            </a:r>
            <a:endParaRPr lang="en-PK" dirty="0"/>
          </a:p>
        </p:txBody>
      </p:sp>
      <p:sp>
        <p:nvSpPr>
          <p:cNvPr id="4" name="Text Placeholder 3">
            <a:extLst>
              <a:ext uri="{FF2B5EF4-FFF2-40B4-BE49-F238E27FC236}">
                <a16:creationId xmlns:a16="http://schemas.microsoft.com/office/drawing/2014/main" id="{0B4775D0-4B97-26D6-0E0B-1ACDE3D05318}"/>
              </a:ext>
            </a:extLst>
          </p:cNvPr>
          <p:cNvSpPr>
            <a:spLocks noGrp="1"/>
          </p:cNvSpPr>
          <p:nvPr>
            <p:ph type="body" idx="2"/>
          </p:nvPr>
        </p:nvSpPr>
        <p:spPr/>
        <p:txBody>
          <a:bodyPr/>
          <a:lstStyle/>
          <a:p>
            <a:pPr marL="139700" indent="0">
              <a:buNone/>
            </a:pPr>
            <a:r>
              <a:rPr lang="en-US" sz="1400" dirty="0">
                <a:highlight>
                  <a:srgbClr val="0000FF"/>
                </a:highlight>
              </a:rPr>
              <a:t>4. Network Access Layer:</a:t>
            </a:r>
          </a:p>
          <a:p>
            <a:pPr marL="139700" indent="0">
              <a:buNone/>
            </a:pPr>
            <a:endParaRPr lang="en-US" dirty="0"/>
          </a:p>
          <a:p>
            <a:pPr marL="139700" indent="0">
              <a:buNone/>
            </a:pPr>
            <a:r>
              <a:rPr lang="en-US" dirty="0"/>
              <a:t>Handles hardware addressing and physical transmission of data.</a:t>
            </a:r>
          </a:p>
          <a:p>
            <a:pPr marL="139700" indent="0">
              <a:buNone/>
            </a:pPr>
            <a:endParaRPr lang="en-US" dirty="0"/>
          </a:p>
          <a:p>
            <a:pPr marL="139700" indent="0">
              <a:buNone/>
            </a:pPr>
            <a:endParaRPr lang="en-US" dirty="0"/>
          </a:p>
          <a:p>
            <a:pPr marL="139700" indent="0">
              <a:buNone/>
            </a:pPr>
            <a:r>
              <a:rPr lang="en-US" dirty="0"/>
              <a:t>Includes:</a:t>
            </a:r>
          </a:p>
          <a:p>
            <a:pPr marL="139700" indent="0">
              <a:buNone/>
            </a:pPr>
            <a:endParaRPr lang="en-US" dirty="0"/>
          </a:p>
          <a:p>
            <a:pPr>
              <a:buFont typeface="Wingdings" panose="05000000000000000000" pitchFamily="2" charset="2"/>
              <a:buChar char="ü"/>
            </a:pPr>
            <a:r>
              <a:rPr lang="en-US" dirty="0"/>
              <a:t>Ethernet (wired LAN)</a:t>
            </a:r>
          </a:p>
          <a:p>
            <a:pPr>
              <a:buFont typeface="Wingdings" panose="05000000000000000000" pitchFamily="2" charset="2"/>
              <a:buChar char="ü"/>
            </a:pPr>
            <a:r>
              <a:rPr lang="en-US" dirty="0"/>
              <a:t>Wi-Fi (wireless LAN)</a:t>
            </a:r>
          </a:p>
          <a:p>
            <a:pPr>
              <a:buFont typeface="Wingdings" panose="05000000000000000000" pitchFamily="2" charset="2"/>
              <a:buChar char="ü"/>
            </a:pPr>
            <a:r>
              <a:rPr lang="en-US" dirty="0"/>
              <a:t>ARP (Address Resolution Protocol)</a:t>
            </a:r>
          </a:p>
          <a:p>
            <a:pPr marL="139700" indent="0">
              <a:buNone/>
            </a:pPr>
            <a:endParaRPr lang="en-US" dirty="0"/>
          </a:p>
          <a:p>
            <a:pPr marL="139700" indent="0">
              <a:buNone/>
            </a:pPr>
            <a:r>
              <a:rPr lang="en-US" dirty="0"/>
              <a:t>Think of it as: The actual road or wires your data travels on.</a:t>
            </a:r>
            <a:endParaRPr lang="en-PK" dirty="0"/>
          </a:p>
        </p:txBody>
      </p:sp>
    </p:spTree>
    <p:extLst>
      <p:ext uri="{BB962C8B-B14F-4D97-AF65-F5344CB8AC3E}">
        <p14:creationId xmlns:p14="http://schemas.microsoft.com/office/powerpoint/2010/main" val="242242176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829AA-10F8-2E3E-4D8D-698D3C1C77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C8A734-2669-4EF7-1E79-DC878094E1A3}"/>
              </a:ext>
            </a:extLst>
          </p:cNvPr>
          <p:cNvSpPr>
            <a:spLocks noGrp="1"/>
          </p:cNvSpPr>
          <p:nvPr>
            <p:ph type="title"/>
          </p:nvPr>
        </p:nvSpPr>
        <p:spPr/>
        <p:txBody>
          <a:bodyPr/>
          <a:lstStyle/>
          <a:p>
            <a:r>
              <a:rPr lang="it-IT" dirty="0"/>
              <a:t>TCP/IP vs OSI Model</a:t>
            </a:r>
            <a:endParaRPr lang="en-PK" dirty="0"/>
          </a:p>
        </p:txBody>
      </p:sp>
      <p:sp>
        <p:nvSpPr>
          <p:cNvPr id="3" name="Text Placeholder 2">
            <a:extLst>
              <a:ext uri="{FF2B5EF4-FFF2-40B4-BE49-F238E27FC236}">
                <a16:creationId xmlns:a16="http://schemas.microsoft.com/office/drawing/2014/main" id="{B0B96798-3B8F-E8FF-D09D-9353FA696B44}"/>
              </a:ext>
            </a:extLst>
          </p:cNvPr>
          <p:cNvSpPr>
            <a:spLocks noGrp="1"/>
          </p:cNvSpPr>
          <p:nvPr>
            <p:ph type="body" idx="1"/>
          </p:nvPr>
        </p:nvSpPr>
        <p:spPr>
          <a:xfrm>
            <a:off x="456266" y="1429533"/>
            <a:ext cx="3700867" cy="3126000"/>
          </a:xfrm>
        </p:spPr>
        <p:txBody>
          <a:bodyPr/>
          <a:lstStyle/>
          <a:p>
            <a:pPr>
              <a:buFont typeface="Wingdings" panose="05000000000000000000" pitchFamily="2" charset="2"/>
              <a:buChar char="ü"/>
            </a:pPr>
            <a:r>
              <a:rPr lang="en-US" dirty="0"/>
              <a:t>OSI Model: 7 layers (more detailed).</a:t>
            </a:r>
          </a:p>
          <a:p>
            <a:pPr>
              <a:buFont typeface="Wingdings" panose="05000000000000000000" pitchFamily="2" charset="2"/>
              <a:buChar char="ü"/>
            </a:pPr>
            <a:endParaRPr lang="en-US" dirty="0"/>
          </a:p>
          <a:p>
            <a:pPr>
              <a:buFont typeface="Wingdings" panose="05000000000000000000" pitchFamily="2" charset="2"/>
              <a:buChar char="ü"/>
            </a:pPr>
            <a:endParaRPr lang="en-US" dirty="0"/>
          </a:p>
          <a:p>
            <a:pPr>
              <a:buFont typeface="Wingdings" panose="05000000000000000000" pitchFamily="2" charset="2"/>
              <a:buChar char="ü"/>
            </a:pPr>
            <a:r>
              <a:rPr lang="en-US" dirty="0"/>
              <a:t>TCP/IP Model: 4 layers (simplified, practical).</a:t>
            </a:r>
          </a:p>
          <a:p>
            <a:pPr>
              <a:buFont typeface="Wingdings" panose="05000000000000000000" pitchFamily="2" charset="2"/>
              <a:buChar char="ü"/>
            </a:pPr>
            <a:endParaRPr lang="en-US" dirty="0"/>
          </a:p>
          <a:p>
            <a:pPr>
              <a:buFont typeface="Wingdings" panose="05000000000000000000" pitchFamily="2" charset="2"/>
              <a:buChar char="ü"/>
            </a:pPr>
            <a:endParaRPr lang="en-US" dirty="0"/>
          </a:p>
          <a:p>
            <a:pPr>
              <a:buFont typeface="Wingdings" panose="05000000000000000000" pitchFamily="2" charset="2"/>
              <a:buChar char="ü"/>
            </a:pPr>
            <a:r>
              <a:rPr lang="en-US" dirty="0"/>
              <a:t>TCP/IP is widely used in the real world</a:t>
            </a:r>
            <a:endParaRPr lang="en-PK" dirty="0"/>
          </a:p>
        </p:txBody>
      </p:sp>
      <p:sp>
        <p:nvSpPr>
          <p:cNvPr id="8" name="Text Placeholder 2">
            <a:extLst>
              <a:ext uri="{FF2B5EF4-FFF2-40B4-BE49-F238E27FC236}">
                <a16:creationId xmlns:a16="http://schemas.microsoft.com/office/drawing/2014/main" id="{2DC8E783-3CC7-0F10-C361-D71BAF64FFFD}"/>
              </a:ext>
            </a:extLst>
          </p:cNvPr>
          <p:cNvSpPr txBox="1">
            <a:spLocks/>
          </p:cNvSpPr>
          <p:nvPr/>
        </p:nvSpPr>
        <p:spPr>
          <a:xfrm>
            <a:off x="3970867" y="1420075"/>
            <a:ext cx="4834466" cy="3126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2"/>
              </a:buClr>
              <a:buSzPts val="1400"/>
              <a:buFont typeface="Georama"/>
              <a:buChar char="●"/>
              <a:defRPr sz="1200" b="0" i="0" u="none" strike="noStrike" cap="none">
                <a:solidFill>
                  <a:schemeClr val="dk1"/>
                </a:solidFill>
                <a:latin typeface="Encode Sans"/>
                <a:ea typeface="Encode Sans"/>
                <a:cs typeface="Encode Sans"/>
                <a:sym typeface="Encode Sans"/>
              </a:defRPr>
            </a:lvl1pPr>
            <a:lvl2pPr marL="914400" marR="0" lvl="1" indent="-317500" algn="l" rtl="0">
              <a:lnSpc>
                <a:spcPct val="115000"/>
              </a:lnSpc>
              <a:spcBef>
                <a:spcPts val="0"/>
              </a:spcBef>
              <a:spcAft>
                <a:spcPts val="0"/>
              </a:spcAft>
              <a:buClr>
                <a:schemeClr val="dk1"/>
              </a:buClr>
              <a:buSzPts val="1400"/>
              <a:buFont typeface="Red Hat Display"/>
              <a:buChar char="○"/>
              <a:defRPr sz="1200" b="0" i="0" u="none" strike="noStrike" cap="none">
                <a:solidFill>
                  <a:schemeClr val="dk1"/>
                </a:solidFill>
                <a:latin typeface="Encode Sans"/>
                <a:ea typeface="Encode Sans"/>
                <a:cs typeface="Encode Sans"/>
                <a:sym typeface="Encode Sans"/>
              </a:defRPr>
            </a:lvl2pPr>
            <a:lvl3pPr marL="1371600" marR="0" lvl="2" indent="-317500" algn="l" rtl="0">
              <a:lnSpc>
                <a:spcPct val="115000"/>
              </a:lnSpc>
              <a:spcBef>
                <a:spcPts val="0"/>
              </a:spcBef>
              <a:spcAft>
                <a:spcPts val="0"/>
              </a:spcAft>
              <a:buClr>
                <a:schemeClr val="dk1"/>
              </a:buClr>
              <a:buSzPts val="1400"/>
              <a:buFont typeface="Red Hat Display"/>
              <a:buChar char="■"/>
              <a:defRPr sz="1200" b="0" i="0" u="none" strike="noStrike" cap="none">
                <a:solidFill>
                  <a:schemeClr val="dk1"/>
                </a:solidFill>
                <a:latin typeface="Encode Sans"/>
                <a:ea typeface="Encode Sans"/>
                <a:cs typeface="Encode Sans"/>
                <a:sym typeface="Encode Sans"/>
              </a:defRPr>
            </a:lvl3pPr>
            <a:lvl4pPr marL="1828800" marR="0" lvl="3" indent="-317500" algn="l" rtl="0">
              <a:lnSpc>
                <a:spcPct val="115000"/>
              </a:lnSpc>
              <a:spcBef>
                <a:spcPts val="0"/>
              </a:spcBef>
              <a:spcAft>
                <a:spcPts val="0"/>
              </a:spcAft>
              <a:buClr>
                <a:schemeClr val="dk1"/>
              </a:buClr>
              <a:buSzPts val="1400"/>
              <a:buFont typeface="Red Hat Display"/>
              <a:buChar char="●"/>
              <a:defRPr sz="1200" b="0" i="0" u="none" strike="noStrike" cap="none">
                <a:solidFill>
                  <a:schemeClr val="dk1"/>
                </a:solidFill>
                <a:latin typeface="Encode Sans"/>
                <a:ea typeface="Encode Sans"/>
                <a:cs typeface="Encode Sans"/>
                <a:sym typeface="Encode Sans"/>
              </a:defRPr>
            </a:lvl4pPr>
            <a:lvl5pPr marL="2286000" marR="0" lvl="4" indent="-317500" algn="l" rtl="0">
              <a:lnSpc>
                <a:spcPct val="115000"/>
              </a:lnSpc>
              <a:spcBef>
                <a:spcPts val="0"/>
              </a:spcBef>
              <a:spcAft>
                <a:spcPts val="0"/>
              </a:spcAft>
              <a:buClr>
                <a:schemeClr val="dk1"/>
              </a:buClr>
              <a:buSzPts val="1400"/>
              <a:buFont typeface="Red Hat Display"/>
              <a:buChar char="○"/>
              <a:defRPr sz="1200" b="0" i="0" u="none" strike="noStrike" cap="none">
                <a:solidFill>
                  <a:schemeClr val="dk1"/>
                </a:solidFill>
                <a:latin typeface="Encode Sans"/>
                <a:ea typeface="Encode Sans"/>
                <a:cs typeface="Encode Sans"/>
                <a:sym typeface="Encode Sans"/>
              </a:defRPr>
            </a:lvl5pPr>
            <a:lvl6pPr marL="2743200" marR="0" lvl="5" indent="-317500" algn="l" rtl="0">
              <a:lnSpc>
                <a:spcPct val="115000"/>
              </a:lnSpc>
              <a:spcBef>
                <a:spcPts val="0"/>
              </a:spcBef>
              <a:spcAft>
                <a:spcPts val="0"/>
              </a:spcAft>
              <a:buClr>
                <a:schemeClr val="dk1"/>
              </a:buClr>
              <a:buSzPts val="1400"/>
              <a:buFont typeface="Red Hat Display"/>
              <a:buChar char="■"/>
              <a:defRPr sz="1200" b="0" i="0" u="none" strike="noStrike" cap="none">
                <a:solidFill>
                  <a:schemeClr val="dk1"/>
                </a:solidFill>
                <a:latin typeface="Encode Sans"/>
                <a:ea typeface="Encode Sans"/>
                <a:cs typeface="Encode Sans"/>
                <a:sym typeface="Encode Sans"/>
              </a:defRPr>
            </a:lvl6pPr>
            <a:lvl7pPr marL="3200400" marR="0" lvl="6" indent="-317500" algn="l" rtl="0">
              <a:lnSpc>
                <a:spcPct val="115000"/>
              </a:lnSpc>
              <a:spcBef>
                <a:spcPts val="0"/>
              </a:spcBef>
              <a:spcAft>
                <a:spcPts val="0"/>
              </a:spcAft>
              <a:buClr>
                <a:schemeClr val="dk1"/>
              </a:buClr>
              <a:buSzPts val="1400"/>
              <a:buFont typeface="Red Hat Display"/>
              <a:buChar char="●"/>
              <a:defRPr sz="1200" b="0" i="0" u="none" strike="noStrike" cap="none">
                <a:solidFill>
                  <a:schemeClr val="dk1"/>
                </a:solidFill>
                <a:latin typeface="Encode Sans"/>
                <a:ea typeface="Encode Sans"/>
                <a:cs typeface="Encode Sans"/>
                <a:sym typeface="Encode Sans"/>
              </a:defRPr>
            </a:lvl7pPr>
            <a:lvl8pPr marL="3657600" marR="0" lvl="7" indent="-317500" algn="l" rtl="0">
              <a:lnSpc>
                <a:spcPct val="115000"/>
              </a:lnSpc>
              <a:spcBef>
                <a:spcPts val="0"/>
              </a:spcBef>
              <a:spcAft>
                <a:spcPts val="0"/>
              </a:spcAft>
              <a:buClr>
                <a:schemeClr val="dk1"/>
              </a:buClr>
              <a:buSzPts val="1400"/>
              <a:buFont typeface="Red Hat Display"/>
              <a:buChar char="○"/>
              <a:defRPr sz="1200" b="0" i="0" u="none" strike="noStrike" cap="none">
                <a:solidFill>
                  <a:schemeClr val="dk1"/>
                </a:solidFill>
                <a:latin typeface="Encode Sans"/>
                <a:ea typeface="Encode Sans"/>
                <a:cs typeface="Encode Sans"/>
                <a:sym typeface="Encode Sans"/>
              </a:defRPr>
            </a:lvl8pPr>
            <a:lvl9pPr marL="4114800" marR="0" lvl="8" indent="-317500" algn="l" rtl="0">
              <a:lnSpc>
                <a:spcPct val="115000"/>
              </a:lnSpc>
              <a:spcBef>
                <a:spcPts val="0"/>
              </a:spcBef>
              <a:spcAft>
                <a:spcPts val="0"/>
              </a:spcAft>
              <a:buClr>
                <a:schemeClr val="dk1"/>
              </a:buClr>
              <a:buSzPts val="1400"/>
              <a:buFont typeface="Red Hat Display"/>
              <a:buChar char="■"/>
              <a:defRPr sz="1200" b="0" i="0" u="none" strike="noStrike" cap="none">
                <a:solidFill>
                  <a:schemeClr val="dk1"/>
                </a:solidFill>
                <a:latin typeface="Encode Sans"/>
                <a:ea typeface="Encode Sans"/>
                <a:cs typeface="Encode Sans"/>
                <a:sym typeface="Encode Sans"/>
              </a:defRPr>
            </a:lvl9pPr>
          </a:lstStyle>
          <a:p>
            <a:pPr marL="139700" indent="0">
              <a:buFont typeface="Georama"/>
              <a:buNone/>
            </a:pPr>
            <a:r>
              <a:rPr lang="en-US" sz="1400" dirty="0">
                <a:highlight>
                  <a:srgbClr val="0000FF"/>
                </a:highlight>
              </a:rPr>
              <a:t>Real-Life Analogy:</a:t>
            </a:r>
          </a:p>
          <a:p>
            <a:pPr marL="139700" indent="0">
              <a:buFont typeface="Georama"/>
              <a:buNone/>
            </a:pPr>
            <a:endParaRPr lang="en-US" dirty="0"/>
          </a:p>
          <a:p>
            <a:pPr marL="139700" indent="0">
              <a:buFont typeface="Georama"/>
              <a:buNone/>
            </a:pPr>
            <a:r>
              <a:rPr lang="en-US" sz="900" dirty="0">
                <a:highlight>
                  <a:srgbClr val="0000FF"/>
                </a:highlight>
              </a:rPr>
              <a:t>Sending a letter by mail:</a:t>
            </a:r>
          </a:p>
          <a:p>
            <a:pPr marL="139700" indent="0">
              <a:buFont typeface="Georama"/>
              <a:buNone/>
            </a:pPr>
            <a:endParaRPr lang="en-US" dirty="0"/>
          </a:p>
          <a:p>
            <a:pPr marL="139700" indent="0">
              <a:buFont typeface="Georama"/>
              <a:buNone/>
            </a:pPr>
            <a:endParaRPr lang="en-US" dirty="0"/>
          </a:p>
          <a:p>
            <a:pPr marL="368300" indent="-228600">
              <a:buFont typeface="+mj-lt"/>
              <a:buAutoNum type="arabicPeriod"/>
            </a:pPr>
            <a:r>
              <a:rPr lang="en-US" dirty="0"/>
              <a:t>Application Layer: Writing the letter (content).</a:t>
            </a:r>
          </a:p>
          <a:p>
            <a:pPr marL="368300" indent="-228600">
              <a:buFont typeface="+mj-lt"/>
              <a:buAutoNum type="arabicPeriod"/>
            </a:pPr>
            <a:endParaRPr lang="en-US" dirty="0"/>
          </a:p>
          <a:p>
            <a:pPr marL="368300" indent="-228600">
              <a:buFont typeface="+mj-lt"/>
              <a:buAutoNum type="arabicPeriod"/>
            </a:pPr>
            <a:r>
              <a:rPr lang="en-US" dirty="0"/>
              <a:t>Transport Layer: Putting it in an envelope, ensuring delivery.</a:t>
            </a:r>
          </a:p>
          <a:p>
            <a:pPr marL="368300" indent="-228600">
              <a:buFont typeface="+mj-lt"/>
              <a:buAutoNum type="arabicPeriod"/>
            </a:pPr>
            <a:endParaRPr lang="en-US" dirty="0"/>
          </a:p>
          <a:p>
            <a:pPr marL="368300" indent="-228600">
              <a:buFont typeface="+mj-lt"/>
              <a:buAutoNum type="arabicPeriod"/>
            </a:pPr>
            <a:r>
              <a:rPr lang="en-US" dirty="0"/>
              <a:t>Internet Layer: Adding the address and choosing the route.</a:t>
            </a:r>
          </a:p>
          <a:p>
            <a:pPr marL="368300" indent="-228600">
              <a:buFont typeface="+mj-lt"/>
              <a:buAutoNum type="arabicPeriod"/>
            </a:pPr>
            <a:endParaRPr lang="en-US" dirty="0"/>
          </a:p>
          <a:p>
            <a:pPr marL="368300" indent="-228600">
              <a:buFont typeface="+mj-lt"/>
              <a:buAutoNum type="arabicPeriod"/>
            </a:pPr>
            <a:r>
              <a:rPr lang="en-US" dirty="0"/>
              <a:t>Network Access Layer: The delivery truck/road that takes it.</a:t>
            </a:r>
            <a:endParaRPr lang="en-PK" dirty="0"/>
          </a:p>
        </p:txBody>
      </p:sp>
    </p:spTree>
    <p:extLst>
      <p:ext uri="{BB962C8B-B14F-4D97-AF65-F5344CB8AC3E}">
        <p14:creationId xmlns:p14="http://schemas.microsoft.com/office/powerpoint/2010/main" val="142716202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3CBB8-D8B0-1063-8A4E-C401569EE2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6EA7F8-ED1F-C260-51DC-49CF743948CB}"/>
              </a:ext>
            </a:extLst>
          </p:cNvPr>
          <p:cNvSpPr>
            <a:spLocks noGrp="1"/>
          </p:cNvSpPr>
          <p:nvPr>
            <p:ph type="title"/>
          </p:nvPr>
        </p:nvSpPr>
        <p:spPr>
          <a:xfrm>
            <a:off x="636600" y="453491"/>
            <a:ext cx="7704000" cy="572700"/>
          </a:xfrm>
        </p:spPr>
        <p:txBody>
          <a:bodyPr/>
          <a:lstStyle/>
          <a:p>
            <a:r>
              <a:rPr lang="en-US" dirty="0"/>
              <a:t>TCP/UDP</a:t>
            </a:r>
            <a:endParaRPr lang="en-PK" dirty="0"/>
          </a:p>
        </p:txBody>
      </p:sp>
      <p:sp>
        <p:nvSpPr>
          <p:cNvPr id="3" name="Text Placeholder 2">
            <a:extLst>
              <a:ext uri="{FF2B5EF4-FFF2-40B4-BE49-F238E27FC236}">
                <a16:creationId xmlns:a16="http://schemas.microsoft.com/office/drawing/2014/main" id="{F28E1D80-3011-BF9B-6C59-D36167A3D27D}"/>
              </a:ext>
            </a:extLst>
          </p:cNvPr>
          <p:cNvSpPr>
            <a:spLocks noGrp="1"/>
          </p:cNvSpPr>
          <p:nvPr>
            <p:ph type="body" idx="1"/>
          </p:nvPr>
        </p:nvSpPr>
        <p:spPr>
          <a:xfrm>
            <a:off x="406399" y="1121166"/>
            <a:ext cx="3870201" cy="3501109"/>
          </a:xfrm>
        </p:spPr>
        <p:txBody>
          <a:bodyPr/>
          <a:lstStyle/>
          <a:p>
            <a:pPr marL="139700" indent="0">
              <a:buNone/>
            </a:pPr>
            <a:r>
              <a:rPr lang="it-IT" dirty="0"/>
              <a:t>🔹 TCP (Transmission Control Protocol)</a:t>
            </a:r>
          </a:p>
          <a:p>
            <a:pPr marL="139700" indent="0">
              <a:buNone/>
            </a:pPr>
            <a:endParaRPr lang="it-IT" dirty="0"/>
          </a:p>
          <a:p>
            <a:pPr>
              <a:buFont typeface="Wingdings" panose="05000000000000000000" pitchFamily="2" charset="2"/>
              <a:buChar char="ü"/>
            </a:pPr>
            <a:r>
              <a:rPr lang="en-US" sz="1100" dirty="0"/>
              <a:t>Reliable: Makes sure all data reaches the other side in the correct order.</a:t>
            </a:r>
          </a:p>
          <a:p>
            <a:pPr>
              <a:buFont typeface="Wingdings" panose="05000000000000000000" pitchFamily="2" charset="2"/>
              <a:buChar char="ü"/>
            </a:pPr>
            <a:endParaRPr lang="en-US" sz="1100" dirty="0"/>
          </a:p>
          <a:p>
            <a:pPr>
              <a:buFont typeface="Wingdings" panose="05000000000000000000" pitchFamily="2" charset="2"/>
              <a:buChar char="ü"/>
            </a:pPr>
            <a:r>
              <a:rPr lang="en-US" sz="1100" dirty="0"/>
              <a:t>Connection-based: A connection is first made between sender and receiver.</a:t>
            </a:r>
          </a:p>
          <a:p>
            <a:pPr>
              <a:buFont typeface="Wingdings" panose="05000000000000000000" pitchFamily="2" charset="2"/>
              <a:buChar char="ü"/>
            </a:pPr>
            <a:endParaRPr lang="en-US" sz="1100" dirty="0"/>
          </a:p>
          <a:p>
            <a:pPr>
              <a:buFont typeface="Wingdings" panose="05000000000000000000" pitchFamily="2" charset="2"/>
              <a:buChar char="ü"/>
            </a:pPr>
            <a:r>
              <a:rPr lang="en-US" sz="1100" dirty="0"/>
              <a:t>Slow but safe: Checks for errors, resends lost data, and confirms delivery.</a:t>
            </a:r>
          </a:p>
          <a:p>
            <a:pPr>
              <a:buFont typeface="Wingdings" panose="05000000000000000000" pitchFamily="2" charset="2"/>
              <a:buChar char="ü"/>
            </a:pPr>
            <a:endParaRPr lang="en-US" sz="1100" dirty="0"/>
          </a:p>
          <a:p>
            <a:pPr>
              <a:buFont typeface="Wingdings" panose="05000000000000000000" pitchFamily="2" charset="2"/>
              <a:buChar char="ü"/>
            </a:pPr>
            <a:r>
              <a:rPr lang="en-US" sz="1100" dirty="0"/>
              <a:t>Used when accuracy matters.</a:t>
            </a:r>
          </a:p>
          <a:p>
            <a:pPr marL="139700" indent="0">
              <a:buNone/>
            </a:pPr>
            <a:endParaRPr lang="en-US" sz="1100" dirty="0"/>
          </a:p>
          <a:p>
            <a:pPr marL="139700" indent="0">
              <a:buNone/>
            </a:pPr>
            <a:endParaRPr lang="en-US" sz="1100" dirty="0"/>
          </a:p>
          <a:p>
            <a:pPr marL="139700" indent="0">
              <a:buNone/>
            </a:pPr>
            <a:r>
              <a:rPr lang="en-US" sz="1100" dirty="0"/>
              <a:t>✅ Examples of TCP:</a:t>
            </a:r>
          </a:p>
          <a:p>
            <a:pPr marL="139700" indent="0">
              <a:buNone/>
            </a:pPr>
            <a:endParaRPr lang="en-US" sz="1100" dirty="0"/>
          </a:p>
          <a:p>
            <a:pPr>
              <a:buFont typeface="Wingdings" panose="05000000000000000000" pitchFamily="2" charset="2"/>
              <a:buChar char="ü"/>
            </a:pPr>
            <a:r>
              <a:rPr lang="en-US" sz="1100" dirty="0"/>
              <a:t>Web Browsing (HTTP/HTTPS)</a:t>
            </a:r>
          </a:p>
          <a:p>
            <a:pPr>
              <a:buFont typeface="Wingdings" panose="05000000000000000000" pitchFamily="2" charset="2"/>
              <a:buChar char="ü"/>
            </a:pPr>
            <a:r>
              <a:rPr lang="en-US" sz="1100" dirty="0"/>
              <a:t>Email (SMTP, IMAP, POP3)</a:t>
            </a:r>
          </a:p>
          <a:p>
            <a:pPr>
              <a:buFont typeface="Wingdings" panose="05000000000000000000" pitchFamily="2" charset="2"/>
              <a:buChar char="ü"/>
            </a:pPr>
            <a:r>
              <a:rPr lang="en-US" sz="1100" dirty="0"/>
              <a:t>File Transfer (FTP)</a:t>
            </a:r>
          </a:p>
          <a:p>
            <a:pPr>
              <a:buFont typeface="Wingdings" panose="05000000000000000000" pitchFamily="2" charset="2"/>
              <a:buChar char="ü"/>
            </a:pPr>
            <a:r>
              <a:rPr lang="en-US" sz="1100" dirty="0"/>
              <a:t>Downloading files</a:t>
            </a:r>
          </a:p>
          <a:p>
            <a:endParaRPr lang="en-PK" dirty="0"/>
          </a:p>
        </p:txBody>
      </p:sp>
      <p:sp>
        <p:nvSpPr>
          <p:cNvPr id="4" name="Text Placeholder 3">
            <a:extLst>
              <a:ext uri="{FF2B5EF4-FFF2-40B4-BE49-F238E27FC236}">
                <a16:creationId xmlns:a16="http://schemas.microsoft.com/office/drawing/2014/main" id="{D5118498-8FB7-D2C6-7DB1-EAFEFFE5067E}"/>
              </a:ext>
            </a:extLst>
          </p:cNvPr>
          <p:cNvSpPr>
            <a:spLocks noGrp="1"/>
          </p:cNvSpPr>
          <p:nvPr>
            <p:ph type="body" idx="2"/>
          </p:nvPr>
        </p:nvSpPr>
        <p:spPr>
          <a:xfrm>
            <a:off x="4867401" y="1188899"/>
            <a:ext cx="3870200" cy="3560901"/>
          </a:xfrm>
        </p:spPr>
        <p:txBody>
          <a:bodyPr/>
          <a:lstStyle/>
          <a:p>
            <a:pPr marL="139700" indent="0">
              <a:buNone/>
            </a:pPr>
            <a:r>
              <a:rPr lang="pt-BR" dirty="0"/>
              <a:t>🔹 UDP (User Datagram Protocol)</a:t>
            </a:r>
          </a:p>
          <a:p>
            <a:pPr marL="139700" indent="0">
              <a:buNone/>
            </a:pPr>
            <a:endParaRPr lang="pt-BR" dirty="0"/>
          </a:p>
          <a:p>
            <a:pPr>
              <a:buFont typeface="Wingdings" panose="05000000000000000000" pitchFamily="2" charset="2"/>
              <a:buChar char="ü"/>
            </a:pPr>
            <a:r>
              <a:rPr lang="en-US" sz="1100" dirty="0"/>
              <a:t>Unreliable: Does not check if the data arrived or if it’s in order.</a:t>
            </a:r>
          </a:p>
          <a:p>
            <a:pPr>
              <a:buFont typeface="Wingdings" panose="05000000000000000000" pitchFamily="2" charset="2"/>
              <a:buChar char="ü"/>
            </a:pPr>
            <a:endParaRPr lang="en-US" sz="1100" dirty="0"/>
          </a:p>
          <a:p>
            <a:pPr>
              <a:buFont typeface="Wingdings" panose="05000000000000000000" pitchFamily="2" charset="2"/>
              <a:buChar char="ü"/>
            </a:pPr>
            <a:r>
              <a:rPr lang="en-US" sz="1100" dirty="0"/>
              <a:t>Connectionless: Sends data without making a connection.</a:t>
            </a:r>
          </a:p>
          <a:p>
            <a:pPr>
              <a:buFont typeface="Wingdings" panose="05000000000000000000" pitchFamily="2" charset="2"/>
              <a:buChar char="ü"/>
            </a:pPr>
            <a:endParaRPr lang="en-US" sz="1100" dirty="0"/>
          </a:p>
          <a:p>
            <a:pPr>
              <a:buFont typeface="Wingdings" panose="05000000000000000000" pitchFamily="2" charset="2"/>
              <a:buChar char="ü"/>
            </a:pPr>
            <a:r>
              <a:rPr lang="en-US" sz="1100" dirty="0"/>
              <a:t>Fast but risky: No error checking or confirmation.</a:t>
            </a:r>
          </a:p>
          <a:p>
            <a:pPr>
              <a:buFont typeface="Wingdings" panose="05000000000000000000" pitchFamily="2" charset="2"/>
              <a:buChar char="ü"/>
            </a:pPr>
            <a:endParaRPr lang="en-US" sz="1100" dirty="0"/>
          </a:p>
          <a:p>
            <a:pPr>
              <a:buFont typeface="Wingdings" panose="05000000000000000000" pitchFamily="2" charset="2"/>
              <a:buChar char="ü"/>
            </a:pPr>
            <a:r>
              <a:rPr lang="en-US" sz="1100" dirty="0"/>
              <a:t>Used when speed matters more than perfection.</a:t>
            </a:r>
          </a:p>
          <a:p>
            <a:endParaRPr lang="en-US" sz="1100" dirty="0"/>
          </a:p>
          <a:p>
            <a:pPr marL="139700" indent="0">
              <a:buNone/>
            </a:pPr>
            <a:endParaRPr lang="en-US" sz="1100" dirty="0"/>
          </a:p>
          <a:p>
            <a:pPr marL="139700" indent="0">
              <a:buNone/>
            </a:pPr>
            <a:endParaRPr lang="en-US" sz="1100" dirty="0"/>
          </a:p>
          <a:p>
            <a:pPr marL="139700" indent="0">
              <a:buNone/>
            </a:pPr>
            <a:r>
              <a:rPr lang="en-PK" sz="1100" dirty="0"/>
              <a:t>✅ </a:t>
            </a:r>
            <a:r>
              <a:rPr lang="en-US" sz="1100" dirty="0"/>
              <a:t>Examples of UDP:</a:t>
            </a:r>
          </a:p>
          <a:p>
            <a:pPr marL="139700" indent="0">
              <a:buNone/>
            </a:pPr>
            <a:endParaRPr lang="en-US" sz="1100" dirty="0"/>
          </a:p>
          <a:p>
            <a:pPr>
              <a:buFont typeface="Wingdings" panose="05000000000000000000" pitchFamily="2" charset="2"/>
              <a:buChar char="ü"/>
            </a:pPr>
            <a:r>
              <a:rPr lang="en-US" sz="1100" dirty="0"/>
              <a:t>Watching live videos (YouTube Live)</a:t>
            </a:r>
          </a:p>
          <a:p>
            <a:pPr>
              <a:buFont typeface="Wingdings" panose="05000000000000000000" pitchFamily="2" charset="2"/>
              <a:buChar char="ü"/>
            </a:pPr>
            <a:r>
              <a:rPr lang="en-US" sz="1100" dirty="0"/>
              <a:t>Live Video/Audio Streaming</a:t>
            </a:r>
          </a:p>
          <a:p>
            <a:pPr>
              <a:buFont typeface="Wingdings" panose="05000000000000000000" pitchFamily="2" charset="2"/>
              <a:buChar char="ü"/>
            </a:pPr>
            <a:r>
              <a:rPr lang="en-US" sz="1100" dirty="0"/>
              <a:t>Online games (PUBG, Call of Duty)</a:t>
            </a:r>
          </a:p>
          <a:p>
            <a:pPr>
              <a:buFont typeface="Wingdings" panose="05000000000000000000" pitchFamily="2" charset="2"/>
              <a:buChar char="ü"/>
            </a:pPr>
            <a:r>
              <a:rPr lang="en-US" sz="1100" dirty="0"/>
              <a:t>VoIP Calls (like WhatsApp, Zoom, Skype)</a:t>
            </a:r>
            <a:endParaRPr lang="en-PK" sz="1100" dirty="0"/>
          </a:p>
        </p:txBody>
      </p:sp>
    </p:spTree>
    <p:extLst>
      <p:ext uri="{BB962C8B-B14F-4D97-AF65-F5344CB8AC3E}">
        <p14:creationId xmlns:p14="http://schemas.microsoft.com/office/powerpoint/2010/main" val="70052527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E5966-E058-94D7-89D1-57C3F0F9F2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C5BDAC-9F01-C845-ED89-4F81CD2314A3}"/>
              </a:ext>
            </a:extLst>
          </p:cNvPr>
          <p:cNvSpPr>
            <a:spLocks noGrp="1"/>
          </p:cNvSpPr>
          <p:nvPr>
            <p:ph type="title"/>
          </p:nvPr>
        </p:nvSpPr>
        <p:spPr>
          <a:xfrm>
            <a:off x="636600" y="453491"/>
            <a:ext cx="7704000" cy="572700"/>
          </a:xfrm>
        </p:spPr>
        <p:txBody>
          <a:bodyPr/>
          <a:lstStyle/>
          <a:p>
            <a:r>
              <a:rPr lang="en-US" dirty="0"/>
              <a:t>TCP/UDP</a:t>
            </a:r>
            <a:endParaRPr lang="en-PK" dirty="0"/>
          </a:p>
        </p:txBody>
      </p:sp>
      <p:sp>
        <p:nvSpPr>
          <p:cNvPr id="3" name="Text Placeholder 2">
            <a:extLst>
              <a:ext uri="{FF2B5EF4-FFF2-40B4-BE49-F238E27FC236}">
                <a16:creationId xmlns:a16="http://schemas.microsoft.com/office/drawing/2014/main" id="{B5D3DAE6-8DD4-9366-9FE5-B27CEEE69BF6}"/>
              </a:ext>
            </a:extLst>
          </p:cNvPr>
          <p:cNvSpPr>
            <a:spLocks noGrp="1"/>
          </p:cNvSpPr>
          <p:nvPr>
            <p:ph type="body" idx="1"/>
          </p:nvPr>
        </p:nvSpPr>
        <p:spPr>
          <a:xfrm>
            <a:off x="406399" y="1121166"/>
            <a:ext cx="7840134" cy="3501109"/>
          </a:xfrm>
        </p:spPr>
        <p:txBody>
          <a:bodyPr/>
          <a:lstStyle/>
          <a:p>
            <a:pPr marL="139700" indent="0">
              <a:buNone/>
            </a:pPr>
            <a:r>
              <a:rPr lang="en-US" dirty="0"/>
              <a:t>✅TCP and UDP as the delivery systems (or "delivery trucks") that carry data from one place to another over the internet.</a:t>
            </a:r>
            <a:endParaRPr lang="it-IT" dirty="0"/>
          </a:p>
          <a:p>
            <a:pPr marL="139700" indent="0">
              <a:buNone/>
            </a:pPr>
            <a:endParaRPr lang="it-IT" dirty="0"/>
          </a:p>
          <a:p>
            <a:pPr marL="139700" indent="0">
              <a:buNone/>
            </a:pPr>
            <a:endParaRPr lang="it-IT" dirty="0"/>
          </a:p>
          <a:p>
            <a:pPr marL="139700" indent="0">
              <a:buNone/>
            </a:pPr>
            <a:r>
              <a:rPr lang="it-IT" dirty="0"/>
              <a:t>✅ </a:t>
            </a:r>
            <a:r>
              <a:rPr lang="en-US" dirty="0"/>
              <a:t>If a YouTube video is not live (like a normal recorded video), then it usually uses TCP, not UDP.</a:t>
            </a:r>
          </a:p>
          <a:p>
            <a:pPr marL="139700" indent="0">
              <a:buNone/>
            </a:pPr>
            <a:endParaRPr lang="en-US" dirty="0"/>
          </a:p>
          <a:p>
            <a:pPr marL="139700" indent="0">
              <a:buNone/>
            </a:pPr>
            <a:r>
              <a:rPr lang="en-US" dirty="0"/>
              <a:t>✅If you send a WhatsApp message (like text, photo, or document), then it usually uses TCP</a:t>
            </a:r>
          </a:p>
          <a:p>
            <a:pPr marL="139700" indent="0">
              <a:buNone/>
            </a:pPr>
            <a:endParaRPr lang="en-US" dirty="0"/>
          </a:p>
          <a:p>
            <a:pPr marL="139700" indent="0">
              <a:buNone/>
            </a:pPr>
            <a:r>
              <a:rPr lang="en-US" dirty="0"/>
              <a:t>✅If you make a WhatsApp call (voice or video), then it usually uses UDP</a:t>
            </a:r>
            <a:endParaRPr lang="en-PK" dirty="0"/>
          </a:p>
        </p:txBody>
      </p:sp>
    </p:spTree>
    <p:extLst>
      <p:ext uri="{BB962C8B-B14F-4D97-AF65-F5344CB8AC3E}">
        <p14:creationId xmlns:p14="http://schemas.microsoft.com/office/powerpoint/2010/main" val="7080126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gradFill>
          <a:gsLst>
            <a:gs pos="0">
              <a:schemeClr val="lt2"/>
            </a:gs>
            <a:gs pos="27000">
              <a:schemeClr val="dk2"/>
            </a:gs>
            <a:gs pos="100000">
              <a:schemeClr val="lt1"/>
            </a:gs>
          </a:gsLst>
          <a:lin ang="8100019" scaled="0"/>
        </a:gradFill>
        <a:effectLst/>
      </p:bgPr>
    </p:bg>
    <p:spTree>
      <p:nvGrpSpPr>
        <p:cNvPr id="1" name="Shape 217"/>
        <p:cNvGrpSpPr/>
        <p:nvPr/>
      </p:nvGrpSpPr>
      <p:grpSpPr>
        <a:xfrm>
          <a:off x="0" y="0"/>
          <a:ext cx="0" cy="0"/>
          <a:chOff x="0" y="0"/>
          <a:chExt cx="0" cy="0"/>
        </a:xfrm>
      </p:grpSpPr>
      <p:sp>
        <p:nvSpPr>
          <p:cNvPr id="218" name="Google Shape;218;p34"/>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Objectives</a:t>
            </a:r>
            <a:endParaRPr/>
          </a:p>
        </p:txBody>
      </p:sp>
      <p:sp>
        <p:nvSpPr>
          <p:cNvPr id="219" name="Google Shape;219;p34"/>
          <p:cNvSpPr txBox="1">
            <a:spLocks noGrp="1"/>
          </p:cNvSpPr>
          <p:nvPr>
            <p:ph type="subTitle" idx="4"/>
          </p:nvPr>
        </p:nvSpPr>
        <p:spPr>
          <a:xfrm>
            <a:off x="5151738" y="2385351"/>
            <a:ext cx="25056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Goal of Networking</a:t>
            </a:r>
            <a:endParaRPr dirty="0"/>
          </a:p>
        </p:txBody>
      </p:sp>
      <p:sp>
        <p:nvSpPr>
          <p:cNvPr id="220" name="Google Shape;220;p34"/>
          <p:cNvSpPr txBox="1">
            <a:spLocks noGrp="1"/>
          </p:cNvSpPr>
          <p:nvPr>
            <p:ph type="subTitle" idx="1"/>
          </p:nvPr>
        </p:nvSpPr>
        <p:spPr>
          <a:xfrm>
            <a:off x="5151737" y="2936100"/>
            <a:ext cx="2505600" cy="15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lt1"/>
              </a:buClr>
              <a:buSzPts val="1100"/>
              <a:buFont typeface="Arial"/>
              <a:buNone/>
            </a:pPr>
            <a:r>
              <a:rPr lang="en-US" dirty="0"/>
              <a:t>To link systems</a:t>
            </a:r>
          </a:p>
          <a:p>
            <a:pPr marL="0" lvl="0" indent="0" algn="l" rtl="0">
              <a:spcBef>
                <a:spcPts val="0"/>
              </a:spcBef>
              <a:spcAft>
                <a:spcPts val="0"/>
              </a:spcAft>
              <a:buClr>
                <a:schemeClr val="lt1"/>
              </a:buClr>
              <a:buSzPts val="1100"/>
              <a:buFont typeface="Arial"/>
              <a:buNone/>
            </a:pPr>
            <a:endParaRPr lang="en-US" dirty="0"/>
          </a:p>
          <a:p>
            <a:pPr marL="0" lvl="0" indent="0" algn="l" rtl="0">
              <a:spcBef>
                <a:spcPts val="0"/>
              </a:spcBef>
              <a:spcAft>
                <a:spcPts val="0"/>
              </a:spcAft>
              <a:buClr>
                <a:schemeClr val="lt1"/>
              </a:buClr>
              <a:buSzPts val="1100"/>
              <a:buFont typeface="Arial"/>
              <a:buNone/>
            </a:pPr>
            <a:r>
              <a:rPr lang="en-US" dirty="0"/>
              <a:t>Secure and fast</a:t>
            </a:r>
          </a:p>
          <a:p>
            <a:pPr marL="0" lvl="0" indent="0" algn="l" rtl="0">
              <a:spcBef>
                <a:spcPts val="0"/>
              </a:spcBef>
              <a:spcAft>
                <a:spcPts val="0"/>
              </a:spcAft>
              <a:buClr>
                <a:schemeClr val="lt1"/>
              </a:buClr>
              <a:buSzPts val="1100"/>
              <a:buFont typeface="Arial"/>
              <a:buNone/>
            </a:pPr>
            <a:endParaRPr lang="en-US" dirty="0"/>
          </a:p>
          <a:p>
            <a:pPr marL="0" lvl="0" indent="0" algn="l" rtl="0">
              <a:spcBef>
                <a:spcPts val="0"/>
              </a:spcBef>
              <a:spcAft>
                <a:spcPts val="0"/>
              </a:spcAft>
              <a:buClr>
                <a:schemeClr val="lt1"/>
              </a:buClr>
              <a:buSzPts val="1100"/>
              <a:buFont typeface="Arial"/>
              <a:buNone/>
            </a:pPr>
            <a:r>
              <a:rPr lang="en-US" dirty="0"/>
              <a:t>To enhance collaboration across distant lands</a:t>
            </a:r>
          </a:p>
          <a:p>
            <a:pPr marL="0" lvl="0" indent="0" algn="l" rtl="0">
              <a:spcBef>
                <a:spcPts val="0"/>
              </a:spcBef>
              <a:spcAft>
                <a:spcPts val="0"/>
              </a:spcAft>
              <a:buClr>
                <a:schemeClr val="lt1"/>
              </a:buClr>
              <a:buSzPts val="1100"/>
              <a:buFont typeface="Arial"/>
              <a:buNone/>
            </a:pPr>
            <a:endParaRPr lang="en-US" dirty="0"/>
          </a:p>
          <a:p>
            <a:pPr marL="0" lvl="0" indent="0" algn="l" rtl="0">
              <a:spcBef>
                <a:spcPts val="0"/>
              </a:spcBef>
              <a:spcAft>
                <a:spcPts val="0"/>
              </a:spcAft>
              <a:buClr>
                <a:schemeClr val="lt1"/>
              </a:buClr>
              <a:buSzPts val="1100"/>
              <a:buFont typeface="Arial"/>
              <a:buNone/>
            </a:pPr>
            <a:r>
              <a:rPr lang="en-US" dirty="0"/>
              <a:t>To build efficiency</a:t>
            </a:r>
            <a:endParaRPr dirty="0"/>
          </a:p>
        </p:txBody>
      </p:sp>
      <p:sp>
        <p:nvSpPr>
          <p:cNvPr id="221" name="Google Shape;221;p34"/>
          <p:cNvSpPr txBox="1">
            <a:spLocks noGrp="1"/>
          </p:cNvSpPr>
          <p:nvPr>
            <p:ph type="subTitle" idx="2"/>
          </p:nvPr>
        </p:nvSpPr>
        <p:spPr>
          <a:xfrm>
            <a:off x="1486663" y="2936100"/>
            <a:ext cx="2505600" cy="15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lt1"/>
              </a:buClr>
              <a:buSzPts val="1100"/>
              <a:buFont typeface="Arial"/>
              <a:buNone/>
            </a:pPr>
            <a:r>
              <a:rPr lang="en-US" dirty="0"/>
              <a:t>To unite devices</a:t>
            </a:r>
          </a:p>
          <a:p>
            <a:pPr marL="0" lvl="0" indent="0" algn="l" rtl="0">
              <a:spcBef>
                <a:spcPts val="0"/>
              </a:spcBef>
              <a:spcAft>
                <a:spcPts val="0"/>
              </a:spcAft>
              <a:buClr>
                <a:schemeClr val="lt1"/>
              </a:buClr>
              <a:buSzPts val="1100"/>
              <a:buFont typeface="Arial"/>
              <a:buNone/>
            </a:pPr>
            <a:endParaRPr lang="en-US" dirty="0"/>
          </a:p>
          <a:p>
            <a:pPr marL="0" lvl="0" indent="0" algn="l" rtl="0">
              <a:spcBef>
                <a:spcPts val="0"/>
              </a:spcBef>
              <a:spcAft>
                <a:spcPts val="0"/>
              </a:spcAft>
              <a:buClr>
                <a:schemeClr val="lt1"/>
              </a:buClr>
              <a:buSzPts val="1100"/>
              <a:buFont typeface="Arial"/>
              <a:buNone/>
            </a:pPr>
            <a:r>
              <a:rPr lang="en-US" dirty="0"/>
              <a:t>Bridging world</a:t>
            </a:r>
          </a:p>
          <a:p>
            <a:pPr marL="0" lvl="0" indent="0" algn="l" rtl="0">
              <a:spcBef>
                <a:spcPts val="0"/>
              </a:spcBef>
              <a:spcAft>
                <a:spcPts val="0"/>
              </a:spcAft>
              <a:buClr>
                <a:schemeClr val="lt1"/>
              </a:buClr>
              <a:buSzPts val="1100"/>
              <a:buFont typeface="Arial"/>
              <a:buNone/>
            </a:pPr>
            <a:endParaRPr lang="en-US" dirty="0"/>
          </a:p>
          <a:p>
            <a:pPr marL="0" lvl="0" indent="0" algn="l" rtl="0">
              <a:spcBef>
                <a:spcPts val="0"/>
              </a:spcBef>
              <a:spcAft>
                <a:spcPts val="0"/>
              </a:spcAft>
              <a:buClr>
                <a:schemeClr val="lt1"/>
              </a:buClr>
              <a:buSzPts val="1100"/>
              <a:buFont typeface="Arial"/>
              <a:buNone/>
            </a:pPr>
            <a:r>
              <a:rPr lang="en-US" dirty="0"/>
              <a:t>A web of connection</a:t>
            </a:r>
          </a:p>
          <a:p>
            <a:pPr marL="0" lvl="0" indent="0" algn="l" rtl="0">
              <a:spcBef>
                <a:spcPts val="0"/>
              </a:spcBef>
              <a:spcAft>
                <a:spcPts val="0"/>
              </a:spcAft>
              <a:buClr>
                <a:schemeClr val="lt1"/>
              </a:buClr>
              <a:buSzPts val="1100"/>
              <a:buFont typeface="Arial"/>
              <a:buNone/>
            </a:pPr>
            <a:endParaRPr lang="en-US" dirty="0"/>
          </a:p>
          <a:p>
            <a:pPr marL="0" lvl="0" indent="0" algn="l" rtl="0">
              <a:spcBef>
                <a:spcPts val="0"/>
              </a:spcBef>
              <a:spcAft>
                <a:spcPts val="0"/>
              </a:spcAft>
              <a:buClr>
                <a:schemeClr val="lt1"/>
              </a:buClr>
              <a:buSzPts val="1100"/>
              <a:buFont typeface="Arial"/>
              <a:buNone/>
            </a:pPr>
            <a:r>
              <a:rPr lang="en-US" dirty="0"/>
              <a:t>Resources flow</a:t>
            </a:r>
          </a:p>
          <a:p>
            <a:pPr marL="0" lvl="0" indent="0" algn="l" rtl="0">
              <a:spcBef>
                <a:spcPts val="0"/>
              </a:spcBef>
              <a:spcAft>
                <a:spcPts val="0"/>
              </a:spcAft>
              <a:buClr>
                <a:schemeClr val="lt1"/>
              </a:buClr>
              <a:buSzPts val="1100"/>
              <a:buFont typeface="Arial"/>
              <a:buNone/>
            </a:pPr>
            <a:endParaRPr dirty="0"/>
          </a:p>
        </p:txBody>
      </p:sp>
      <p:sp>
        <p:nvSpPr>
          <p:cNvPr id="222" name="Google Shape;222;p34"/>
          <p:cNvSpPr txBox="1">
            <a:spLocks noGrp="1"/>
          </p:cNvSpPr>
          <p:nvPr>
            <p:ph type="subTitle" idx="3"/>
          </p:nvPr>
        </p:nvSpPr>
        <p:spPr>
          <a:xfrm>
            <a:off x="1486663" y="2385351"/>
            <a:ext cx="25056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Aim of Networking</a:t>
            </a:r>
            <a:endParaRPr dirty="0"/>
          </a:p>
        </p:txBody>
      </p:sp>
      <p:pic>
        <p:nvPicPr>
          <p:cNvPr id="223" name="Google Shape;223;p34"/>
          <p:cNvPicPr preferRelativeResize="0">
            <a:picLocks noGrp="1"/>
          </p:cNvPicPr>
          <p:nvPr>
            <p:ph type="pic" idx="5"/>
          </p:nvPr>
        </p:nvPicPr>
        <p:blipFill rotWithShape="1">
          <a:blip r:embed="rId3">
            <a:alphaModFix/>
          </a:blip>
          <a:srcRect t="23910" b="21673"/>
          <a:stretch/>
        </p:blipFill>
        <p:spPr>
          <a:xfrm>
            <a:off x="1486663" y="1509050"/>
            <a:ext cx="2505600" cy="876300"/>
          </a:xfrm>
          <a:prstGeom prst="rect">
            <a:avLst/>
          </a:prstGeom>
        </p:spPr>
      </p:pic>
      <p:pic>
        <p:nvPicPr>
          <p:cNvPr id="224" name="Google Shape;224;p34"/>
          <p:cNvPicPr preferRelativeResize="0">
            <a:picLocks noGrp="1"/>
          </p:cNvPicPr>
          <p:nvPr>
            <p:ph type="pic" idx="6"/>
          </p:nvPr>
        </p:nvPicPr>
        <p:blipFill rotWithShape="1">
          <a:blip r:embed="rId4">
            <a:alphaModFix/>
          </a:blip>
          <a:srcRect t="14641" b="32897"/>
          <a:stretch/>
        </p:blipFill>
        <p:spPr>
          <a:xfrm>
            <a:off x="5151738" y="1509050"/>
            <a:ext cx="2505600" cy="876300"/>
          </a:xfrm>
          <a:prstGeom prst="rect">
            <a:avLst/>
          </a:prstGeom>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5"/>
          <p:cNvSpPr txBox="1">
            <a:spLocks noGrp="1"/>
          </p:cNvSpPr>
          <p:nvPr>
            <p:ph type="subTitle" idx="4"/>
          </p:nvPr>
        </p:nvSpPr>
        <p:spPr>
          <a:xfrm>
            <a:off x="796195" y="2471802"/>
            <a:ext cx="23055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Paths of Possibility</a:t>
            </a:r>
            <a:endParaRPr dirty="0"/>
          </a:p>
        </p:txBody>
      </p:sp>
      <p:sp>
        <p:nvSpPr>
          <p:cNvPr id="230" name="Google Shape;230;p35"/>
          <p:cNvSpPr txBox="1">
            <a:spLocks noGrp="1"/>
          </p:cNvSpPr>
          <p:nvPr>
            <p:ph type="subTitle" idx="6"/>
          </p:nvPr>
        </p:nvSpPr>
        <p:spPr>
          <a:xfrm>
            <a:off x="6042293" y="2471802"/>
            <a:ext cx="2695299"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Invisible Boundaries</a:t>
            </a:r>
            <a:endParaRPr dirty="0"/>
          </a:p>
        </p:txBody>
      </p:sp>
      <p:sp>
        <p:nvSpPr>
          <p:cNvPr id="232" name="Google Shape;232;p35"/>
          <p:cNvSpPr txBox="1">
            <a:spLocks noGrp="1"/>
          </p:cNvSpPr>
          <p:nvPr>
            <p:ph type="subTitle" idx="1"/>
          </p:nvPr>
        </p:nvSpPr>
        <p:spPr>
          <a:xfrm>
            <a:off x="796187" y="3044502"/>
            <a:ext cx="2305500" cy="158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Networks create paths of possibility, transforming ideas into action and connection.</a:t>
            </a:r>
            <a:endParaRPr dirty="0"/>
          </a:p>
        </p:txBody>
      </p:sp>
      <p:sp>
        <p:nvSpPr>
          <p:cNvPr id="233" name="Google Shape;233;p35"/>
          <p:cNvSpPr txBox="1">
            <a:spLocks noGrp="1"/>
          </p:cNvSpPr>
          <p:nvPr>
            <p:ph type="subTitle" idx="2"/>
          </p:nvPr>
        </p:nvSpPr>
        <p:spPr>
          <a:xfrm>
            <a:off x="3419236" y="3044502"/>
            <a:ext cx="2305500" cy="158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Networks build invisible bridges, linking distant places, and fostering a sense of global unity.</a:t>
            </a:r>
            <a:endParaRPr dirty="0"/>
          </a:p>
        </p:txBody>
      </p:sp>
      <p:sp>
        <p:nvSpPr>
          <p:cNvPr id="234" name="Google Shape;234;p35"/>
          <p:cNvSpPr txBox="1">
            <a:spLocks noGrp="1"/>
          </p:cNvSpPr>
          <p:nvPr>
            <p:ph type="subTitle" idx="3"/>
          </p:nvPr>
        </p:nvSpPr>
        <p:spPr>
          <a:xfrm>
            <a:off x="6042301" y="3044502"/>
            <a:ext cx="2305500" cy="158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Networks dissolve physical boundaries, creating an invisible network of shared knowledge and ideas.</a:t>
            </a:r>
            <a:endParaRPr dirty="0"/>
          </a:p>
        </p:txBody>
      </p:sp>
      <p:sp>
        <p:nvSpPr>
          <p:cNvPr id="235" name="Google Shape;235;p35"/>
          <p:cNvSpPr txBox="1">
            <a:spLocks noGrp="1"/>
          </p:cNvSpPr>
          <p:nvPr>
            <p:ph type="subTitle" idx="5"/>
          </p:nvPr>
        </p:nvSpPr>
        <p:spPr>
          <a:xfrm>
            <a:off x="3419244" y="2471802"/>
            <a:ext cx="23055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Digital Bridges</a:t>
            </a:r>
            <a:endParaRPr dirty="0"/>
          </a:p>
        </p:txBody>
      </p:sp>
      <p:pic>
        <p:nvPicPr>
          <p:cNvPr id="236" name="Google Shape;236;p35"/>
          <p:cNvPicPr preferRelativeResize="0">
            <a:picLocks noGrp="1"/>
          </p:cNvPicPr>
          <p:nvPr>
            <p:ph type="pic" idx="7"/>
          </p:nvPr>
        </p:nvPicPr>
        <p:blipFill rotWithShape="1">
          <a:blip r:embed="rId3">
            <a:alphaModFix/>
          </a:blip>
          <a:srcRect t="21488" b="21482"/>
          <a:stretch/>
        </p:blipFill>
        <p:spPr>
          <a:xfrm>
            <a:off x="796200" y="1509050"/>
            <a:ext cx="2305500" cy="876299"/>
          </a:xfrm>
          <a:prstGeom prst="rect">
            <a:avLst/>
          </a:prstGeom>
        </p:spPr>
      </p:pic>
      <p:pic>
        <p:nvPicPr>
          <p:cNvPr id="237" name="Google Shape;237;p35"/>
          <p:cNvPicPr preferRelativeResize="0">
            <a:picLocks noGrp="1"/>
          </p:cNvPicPr>
          <p:nvPr>
            <p:ph type="pic" idx="8"/>
          </p:nvPr>
        </p:nvPicPr>
        <p:blipFill rotWithShape="1">
          <a:blip r:embed="rId4">
            <a:alphaModFix/>
          </a:blip>
          <a:srcRect t="21488" b="21482"/>
          <a:stretch/>
        </p:blipFill>
        <p:spPr>
          <a:xfrm>
            <a:off x="3419250" y="1509050"/>
            <a:ext cx="2305500" cy="876299"/>
          </a:xfrm>
          <a:prstGeom prst="rect">
            <a:avLst/>
          </a:prstGeom>
        </p:spPr>
      </p:pic>
      <p:pic>
        <p:nvPicPr>
          <p:cNvPr id="238" name="Google Shape;238;p35"/>
          <p:cNvPicPr preferRelativeResize="0">
            <a:picLocks noGrp="1"/>
          </p:cNvPicPr>
          <p:nvPr>
            <p:ph type="pic" idx="9"/>
          </p:nvPr>
        </p:nvPicPr>
        <p:blipFill rotWithShape="1">
          <a:blip r:embed="rId5">
            <a:alphaModFix/>
          </a:blip>
          <a:srcRect t="21488" b="21482"/>
          <a:stretch/>
        </p:blipFill>
        <p:spPr>
          <a:xfrm>
            <a:off x="6042301" y="1509050"/>
            <a:ext cx="2305500" cy="876299"/>
          </a:xfrm>
          <a:prstGeom prst="rect">
            <a:avLst/>
          </a:prstGeom>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8"/>
          <p:cNvSpPr txBox="1">
            <a:spLocks noGrp="1"/>
          </p:cNvSpPr>
          <p:nvPr>
            <p:ph type="title"/>
          </p:nvPr>
        </p:nvSpPr>
        <p:spPr>
          <a:xfrm>
            <a:off x="1030519" y="1922732"/>
            <a:ext cx="3492600" cy="76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RJ45</a:t>
            </a:r>
            <a:endParaRPr dirty="0"/>
          </a:p>
        </p:txBody>
      </p:sp>
      <p:pic>
        <p:nvPicPr>
          <p:cNvPr id="289" name="Google Shape;289;p38"/>
          <p:cNvPicPr preferRelativeResize="0">
            <a:picLocks noGrp="1"/>
          </p:cNvPicPr>
          <p:nvPr>
            <p:ph type="pic" idx="6"/>
          </p:nvPr>
        </p:nvPicPr>
        <p:blipFill rotWithShape="1">
          <a:blip r:embed="rId3">
            <a:alphaModFix/>
          </a:blip>
          <a:srcRect l="1475" r="1475"/>
          <a:stretch/>
        </p:blipFill>
        <p:spPr>
          <a:xfrm>
            <a:off x="5715000" y="-2250"/>
            <a:ext cx="3429002" cy="5148000"/>
          </a:xfrm>
          <a:prstGeom prst="rect">
            <a:avLst/>
          </a:prstGeom>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FFCDE1-1EFD-50F7-DD00-C40722DC0FF5}"/>
              </a:ext>
            </a:extLst>
          </p:cNvPr>
          <p:cNvPicPr>
            <a:picLocks noChangeAspect="1"/>
          </p:cNvPicPr>
          <p:nvPr/>
        </p:nvPicPr>
        <p:blipFill>
          <a:blip r:embed="rId2"/>
          <a:stretch>
            <a:fillRect/>
          </a:stretch>
        </p:blipFill>
        <p:spPr>
          <a:xfrm>
            <a:off x="2084917" y="146049"/>
            <a:ext cx="4974166" cy="4682067"/>
          </a:xfrm>
          <a:prstGeom prst="rect">
            <a:avLst/>
          </a:prstGeom>
        </p:spPr>
      </p:pic>
    </p:spTree>
    <p:extLst>
      <p:ext uri="{BB962C8B-B14F-4D97-AF65-F5344CB8AC3E}">
        <p14:creationId xmlns:p14="http://schemas.microsoft.com/office/powerpoint/2010/main" val="221904749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Shape 228">
          <a:extLst>
            <a:ext uri="{FF2B5EF4-FFF2-40B4-BE49-F238E27FC236}">
              <a16:creationId xmlns:a16="http://schemas.microsoft.com/office/drawing/2014/main" id="{0DE10CEE-418B-1839-99BD-FE4AD34A00F2}"/>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B22E7D76-A4C2-4D1F-C992-E10082AC0FC6}"/>
              </a:ext>
            </a:extLst>
          </p:cNvPr>
          <p:cNvPicPr>
            <a:picLocks noChangeAspect="1"/>
          </p:cNvPicPr>
          <p:nvPr/>
        </p:nvPicPr>
        <p:blipFill>
          <a:blip r:embed="rId3"/>
          <a:stretch>
            <a:fillRect/>
          </a:stretch>
        </p:blipFill>
        <p:spPr>
          <a:xfrm>
            <a:off x="4478866" y="467784"/>
            <a:ext cx="4157133" cy="4207932"/>
          </a:xfrm>
          <a:prstGeom prst="rect">
            <a:avLst/>
          </a:prstGeom>
        </p:spPr>
      </p:pic>
      <p:sp>
        <p:nvSpPr>
          <p:cNvPr id="23" name="TextBox 22">
            <a:extLst>
              <a:ext uri="{FF2B5EF4-FFF2-40B4-BE49-F238E27FC236}">
                <a16:creationId xmlns:a16="http://schemas.microsoft.com/office/drawing/2014/main" id="{2A1D62B5-CEF4-D3ED-0F68-EEC5CC86FD31}"/>
              </a:ext>
            </a:extLst>
          </p:cNvPr>
          <p:cNvSpPr txBox="1"/>
          <p:nvPr/>
        </p:nvSpPr>
        <p:spPr>
          <a:xfrm>
            <a:off x="677334" y="2077078"/>
            <a:ext cx="2920999" cy="307777"/>
          </a:xfrm>
          <a:prstGeom prst="rect">
            <a:avLst/>
          </a:prstGeom>
          <a:noFill/>
        </p:spPr>
        <p:txBody>
          <a:bodyPr wrap="square">
            <a:spAutoFit/>
          </a:bodyPr>
          <a:lstStyle/>
          <a:p>
            <a:r>
              <a:rPr lang="en-US" dirty="0">
                <a:solidFill>
                  <a:schemeClr val="tx1"/>
                </a:solidFill>
              </a:rPr>
              <a:t>Typical Office Network Diagram</a:t>
            </a:r>
            <a:endParaRPr lang="en-PK" dirty="0">
              <a:solidFill>
                <a:schemeClr val="tx1"/>
              </a:solidFill>
            </a:endParaRPr>
          </a:p>
        </p:txBody>
      </p:sp>
    </p:spTree>
    <p:extLst>
      <p:ext uri="{BB962C8B-B14F-4D97-AF65-F5344CB8AC3E}">
        <p14:creationId xmlns:p14="http://schemas.microsoft.com/office/powerpoint/2010/main" val="1975302593"/>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9"/>
          <p:cNvSpPr txBox="1">
            <a:spLocks noGrp="1"/>
          </p:cNvSpPr>
          <p:nvPr>
            <p:ph type="title"/>
          </p:nvPr>
        </p:nvSpPr>
        <p:spPr>
          <a:xfrm>
            <a:off x="711201" y="2764367"/>
            <a:ext cx="7941733" cy="1189567"/>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4400" dirty="0"/>
              <a:t>Where Devices and Data Unite</a:t>
            </a:r>
            <a:endParaRPr sz="4400" dirty="0"/>
          </a:p>
        </p:txBody>
      </p:sp>
      <p:pic>
        <p:nvPicPr>
          <p:cNvPr id="296" name="Google Shape;296;p39"/>
          <p:cNvPicPr preferRelativeResize="0">
            <a:picLocks noGrp="1"/>
          </p:cNvPicPr>
          <p:nvPr>
            <p:ph type="pic" idx="2"/>
          </p:nvPr>
        </p:nvPicPr>
        <p:blipFill rotWithShape="1">
          <a:blip r:embed="rId3">
            <a:alphaModFix/>
          </a:blip>
          <a:srcRect t="32147" b="32144"/>
          <a:stretch/>
        </p:blipFill>
        <p:spPr>
          <a:xfrm>
            <a:off x="0" y="0"/>
            <a:ext cx="9144003" cy="2176199"/>
          </a:xfrm>
          <a:prstGeom prst="rect">
            <a:avLst/>
          </a:prstGeom>
        </p:spPr>
      </p:pic>
    </p:spTree>
  </p:cSld>
  <p:clrMapOvr>
    <a:masterClrMapping/>
  </p:clrMapOvr>
</p:sld>
</file>

<file path=ppt/theme/theme1.xml><?xml version="1.0" encoding="utf-8"?>
<a:theme xmlns:a="http://schemas.openxmlformats.org/drawingml/2006/main" name="Computer Networking Project Proposal by Slidesgo">
  <a:themeElements>
    <a:clrScheme name="Simple Light">
      <a:dk1>
        <a:srgbClr val="FFFFFF"/>
      </a:dk1>
      <a:lt1>
        <a:srgbClr val="000000"/>
      </a:lt1>
      <a:dk2>
        <a:srgbClr val="171717"/>
      </a:dk2>
      <a:lt2>
        <a:srgbClr val="434343"/>
      </a:lt2>
      <a:accent1>
        <a:srgbClr val="CCCCCC"/>
      </a:accent1>
      <a:accent2>
        <a:srgbClr val="11C7D7"/>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10541</TotalTime>
  <Words>13934</Words>
  <Application>Microsoft Office PowerPoint</Application>
  <PresentationFormat>On-screen Show (16:9)</PresentationFormat>
  <Paragraphs>2841</Paragraphs>
  <Slides>161</Slides>
  <Notes>43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161</vt:i4>
      </vt:variant>
    </vt:vector>
  </HeadingPairs>
  <TitlesOfParts>
    <vt:vector size="174" baseType="lpstr">
      <vt:lpstr>Doppio One</vt:lpstr>
      <vt:lpstr>Encode Sans Condensed</vt:lpstr>
      <vt:lpstr>Arial</vt:lpstr>
      <vt:lpstr>PT Sans</vt:lpstr>
      <vt:lpstr>Open Sans</vt:lpstr>
      <vt:lpstr>Wingdings</vt:lpstr>
      <vt:lpstr>Libre Baskerville</vt:lpstr>
      <vt:lpstr>Encode Sans</vt:lpstr>
      <vt:lpstr>Red Hat Display</vt:lpstr>
      <vt:lpstr>Georama</vt:lpstr>
      <vt:lpstr>Bebas Neue</vt:lpstr>
      <vt:lpstr>Cambria Math</vt:lpstr>
      <vt:lpstr>Computer Networking Project Proposal by Slidesgo</vt:lpstr>
      <vt:lpstr>Computer Networking CCNA 200-301</vt:lpstr>
      <vt:lpstr>Course Outline</vt:lpstr>
      <vt:lpstr>Course Outline</vt:lpstr>
      <vt:lpstr>Course Outline</vt:lpstr>
      <vt:lpstr> Module 1 Network Fundamentals</vt:lpstr>
      <vt:lpstr>CCNA  200-301</vt:lpstr>
      <vt:lpstr>Network </vt:lpstr>
      <vt:lpstr>PowerPoint Presentation</vt:lpstr>
      <vt:lpstr>Types of Computer Network</vt:lpstr>
      <vt:lpstr>LAN (Local Area Network)</vt:lpstr>
      <vt:lpstr>WLAN (Wireless local area network) </vt:lpstr>
      <vt:lpstr>CAN (Campus Area Network) </vt:lpstr>
      <vt:lpstr>MAN (Metropolitan Area Network) </vt:lpstr>
      <vt:lpstr>PAN (Personal Area Network) </vt:lpstr>
      <vt:lpstr>SAN (Storage Area Network) </vt:lpstr>
      <vt:lpstr>Don’t get confused </vt:lpstr>
      <vt:lpstr>VPN (Virtual Private Network) </vt:lpstr>
      <vt:lpstr>WAN (Wide Area Network) </vt:lpstr>
      <vt:lpstr>WAN (Wide Area Network)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OSI Reference Model</vt:lpstr>
      <vt:lpstr>Introduction to OSI Model</vt:lpstr>
      <vt:lpstr>The Seven Layers</vt:lpstr>
      <vt:lpstr>The Seven Layers</vt:lpstr>
      <vt:lpstr>The Seven Layers</vt:lpstr>
      <vt:lpstr>The Seven Layers</vt:lpstr>
      <vt:lpstr>The Seven Layers</vt:lpstr>
      <vt:lpstr>The Seven Layers</vt:lpstr>
      <vt:lpstr>The Seven Layers</vt:lpstr>
      <vt:lpstr>The Seven Layers</vt:lpstr>
      <vt:lpstr>PowerPoint Presentation</vt:lpstr>
      <vt:lpstr>PowerPoint Presentation</vt:lpstr>
      <vt:lpstr>TCP/IP Model</vt:lpstr>
      <vt:lpstr>Layers of TCP/IP Model</vt:lpstr>
      <vt:lpstr>Layers of TCP/IP Model</vt:lpstr>
      <vt:lpstr>TCP/IP vs OSI Model</vt:lpstr>
      <vt:lpstr>TCP/UDP</vt:lpstr>
      <vt:lpstr>TCP/UDP</vt:lpstr>
      <vt:lpstr>Objectives</vt:lpstr>
      <vt:lpstr>PowerPoint Presentation</vt:lpstr>
      <vt:lpstr>RJ45</vt:lpstr>
      <vt:lpstr>PowerPoint Presentation</vt:lpstr>
      <vt:lpstr>PowerPoint Presentation</vt:lpstr>
      <vt:lpstr>Where Devices and Data Unite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Networking CCNA 200-301</dc:title>
  <cp:lastModifiedBy>Sana Ullah</cp:lastModifiedBy>
  <cp:revision>801</cp:revision>
  <cp:lastPrinted>2025-04-23T09:11:12Z</cp:lastPrinted>
  <dcterms:modified xsi:type="dcterms:W3CDTF">2025-11-06T07:21:52Z</dcterms:modified>
</cp:coreProperties>
</file>